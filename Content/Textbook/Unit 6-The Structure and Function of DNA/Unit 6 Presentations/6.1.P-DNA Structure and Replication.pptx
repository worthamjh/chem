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54"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Lst>
  <p:sldSz cy="6858000" cx="9144000"/>
  <p:notesSz cx="7010400" cy="923607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22" Type="http://schemas.openxmlformats.org/officeDocument/2006/relationships/slide" Target="slides/slide18.xml"/><Relationship Id="rId10" Type="http://schemas.openxmlformats.org/officeDocument/2006/relationships/slide" Target="slides/slide6.xml"/><Relationship Id="rId21" Type="http://schemas.openxmlformats.org/officeDocument/2006/relationships/slide" Target="slides/slide17.xml"/><Relationship Id="rId13" Type="http://schemas.openxmlformats.org/officeDocument/2006/relationships/slide" Target="slides/slide9.xml"/><Relationship Id="rId12" Type="http://schemas.openxmlformats.org/officeDocument/2006/relationships/slide" Target="slides/slide8.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68625" y="692700"/>
            <a:ext cx="4673825" cy="34635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701025" y="4387125"/>
            <a:ext cx="5608300" cy="4156225"/>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p3: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 name="Google Shape;37;p3: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rPr b="0" i="0" lang="en-US" sz="1200">
                <a:solidFill>
                  <a:schemeClr val="dk1"/>
                </a:solidFill>
                <a:latin typeface="Times New Roman"/>
                <a:ea typeface="Times New Roman"/>
                <a:cs typeface="Times New Roman"/>
                <a:sym typeface="Times New Roman"/>
              </a:rPr>
              <a:t>Lesson Objective:</a:t>
            </a:r>
            <a:br>
              <a:rPr b="0" i="0" lang="en-US" sz="1200">
                <a:solidFill>
                  <a:schemeClr val="dk1"/>
                </a:solidFill>
                <a:latin typeface="Times New Roman"/>
                <a:ea typeface="Times New Roman"/>
                <a:cs typeface="Times New Roman"/>
                <a:sym typeface="Times New Roman"/>
              </a:rPr>
            </a:br>
            <a:r>
              <a:rPr b="0" i="0" lang="en-US" sz="1200">
                <a:solidFill>
                  <a:schemeClr val="dk1"/>
                </a:solidFill>
                <a:latin typeface="Times New Roman"/>
                <a:ea typeface="Times New Roman"/>
                <a:cs typeface="Times New Roman"/>
                <a:sym typeface="Times New Roman"/>
              </a:rPr>
              <a:t>Use evidence to evaluate claims about DNA as the molecule of inheritance and about the structure of DNA.</a:t>
            </a:r>
            <a:endParaRPr/>
          </a:p>
        </p:txBody>
      </p:sp>
      <p:sp>
        <p:nvSpPr>
          <p:cNvPr id="38" name="Google Shape;38;p3: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39" name="Google Shape;39;p3: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4: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 name="Google Shape;44;p4: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a:p>
        </p:txBody>
      </p:sp>
      <p:sp>
        <p:nvSpPr>
          <p:cNvPr id="45" name="Google Shape;45;p4: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46" name="Google Shape;46;p4: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5: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 name="Google Shape;56;p5: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a:p>
        </p:txBody>
      </p:sp>
      <p:sp>
        <p:nvSpPr>
          <p:cNvPr id="57" name="Google Shape;57;p5: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58" name="Google Shape;58;p5: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6: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66" name="Google Shape;66;p6: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a:p>
        </p:txBody>
      </p:sp>
      <p:sp>
        <p:nvSpPr>
          <p:cNvPr id="67" name="Google Shape;67;p6: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68" name="Google Shape;68;p6: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7: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77" name="Google Shape;77;p7: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a:p>
        </p:txBody>
      </p:sp>
      <p:sp>
        <p:nvSpPr>
          <p:cNvPr id="78" name="Google Shape;78;p7: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79" name="Google Shape;79;p7: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8: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88" name="Google Shape;88;p8: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a:p>
        </p:txBody>
      </p:sp>
      <p:sp>
        <p:nvSpPr>
          <p:cNvPr id="89" name="Google Shape;89;p8: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90" name="Google Shape;90;p8: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9: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99" name="Google Shape;99;p9: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a:p>
        </p:txBody>
      </p:sp>
      <p:sp>
        <p:nvSpPr>
          <p:cNvPr id="100" name="Google Shape;100;p9: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101" name="Google Shape;101;p9: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10: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0" name="Google Shape;110;p10: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a:p>
        </p:txBody>
      </p:sp>
      <p:sp>
        <p:nvSpPr>
          <p:cNvPr id="111" name="Google Shape;111;p10: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112" name="Google Shape;112;p10: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11: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0" name="Google Shape;120;p11: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a:p>
        </p:txBody>
      </p:sp>
      <p:sp>
        <p:nvSpPr>
          <p:cNvPr id="121" name="Google Shape;121;p11: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122" name="Google Shape;122;p11: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12: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2" name="Google Shape;132;p12: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a:p>
        </p:txBody>
      </p:sp>
      <p:sp>
        <p:nvSpPr>
          <p:cNvPr id="133" name="Google Shape;133;p12: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134" name="Google Shape;134;p12: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13: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3" name="Google Shape;143;p13: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a:p>
        </p:txBody>
      </p:sp>
      <p:sp>
        <p:nvSpPr>
          <p:cNvPr id="144" name="Google Shape;144;p13: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145" name="Google Shape;145;p13: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4: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4" name="Google Shape;154;p14: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a:p>
        </p:txBody>
      </p:sp>
      <p:sp>
        <p:nvSpPr>
          <p:cNvPr id="155" name="Google Shape;155;p14: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156" name="Google Shape;156;p14: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5: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5" name="Google Shape;165;p15: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a:p>
        </p:txBody>
      </p:sp>
      <p:sp>
        <p:nvSpPr>
          <p:cNvPr id="166" name="Google Shape;166;p15: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167" name="Google Shape;167;p15: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6: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6" name="Google Shape;176;p16: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a:p>
        </p:txBody>
      </p:sp>
      <p:sp>
        <p:nvSpPr>
          <p:cNvPr id="177" name="Google Shape;177;p16: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178" name="Google Shape;178;p16: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7: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7" name="Google Shape;187;p17: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a:p>
        </p:txBody>
      </p:sp>
      <p:sp>
        <p:nvSpPr>
          <p:cNvPr id="188" name="Google Shape;188;p17: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189" name="Google Shape;189;p17: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8: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9" name="Google Shape;199;p18: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a:p>
        </p:txBody>
      </p:sp>
      <p:sp>
        <p:nvSpPr>
          <p:cNvPr id="200" name="Google Shape;200;p18: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201" name="Google Shape;201;p18: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9: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0" name="Google Shape;210;p19: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b="0" i="0" sz="1200">
              <a:solidFill>
                <a:schemeClr val="dk1"/>
              </a:solidFill>
              <a:latin typeface="Times New Roman"/>
              <a:ea typeface="Times New Roman"/>
              <a:cs typeface="Times New Roman"/>
              <a:sym typeface="Times New Roman"/>
            </a:endParaRPr>
          </a:p>
        </p:txBody>
      </p:sp>
      <p:sp>
        <p:nvSpPr>
          <p:cNvPr id="211" name="Google Shape;211;p19: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212" name="Google Shape;212;p19: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0: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1" name="Google Shape;221;p20: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a:p>
        </p:txBody>
      </p:sp>
      <p:sp>
        <p:nvSpPr>
          <p:cNvPr id="222" name="Google Shape;222;p20: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223" name="Google Shape;223;p20: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21:notes"/>
          <p:cNvSpPr txBox="1"/>
          <p:nvPr>
            <p:ph idx="1" type="body"/>
          </p:nvPr>
        </p:nvSpPr>
        <p:spPr>
          <a:xfrm>
            <a:off x="701025" y="4387125"/>
            <a:ext cx="5608300" cy="41562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1:notes"/>
          <p:cNvSpPr/>
          <p:nvPr>
            <p:ph idx="2" type="sldImg"/>
          </p:nvPr>
        </p:nvSpPr>
        <p:spPr>
          <a:xfrm>
            <a:off x="1168625" y="692700"/>
            <a:ext cx="4673825" cy="34635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2" name="Shape 12"/>
        <p:cNvGrpSpPr/>
        <p:nvPr/>
      </p:nvGrpSpPr>
      <p:grpSpPr>
        <a:xfrm>
          <a:off x="0" y="0"/>
          <a:ext cx="0" cy="0"/>
          <a:chOff x="0" y="0"/>
          <a:chExt cx="0" cy="0"/>
        </a:xfrm>
      </p:grpSpPr>
      <p:sp>
        <p:nvSpPr>
          <p:cNvPr id="13" name="Google Shape;13;p2"/>
          <p:cNvSpPr txBox="1"/>
          <p:nvPr>
            <p:ph type="title"/>
          </p:nvPr>
        </p:nvSpPr>
        <p:spPr>
          <a:xfrm>
            <a:off x="457200" y="318213"/>
            <a:ext cx="8229600" cy="62804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rgbClr val="F2A900"/>
              </a:buClr>
              <a:buSzPts val="2800"/>
              <a:buFont typeface="Cambria"/>
              <a:buNone/>
              <a:defRPr>
                <a:solidFill>
                  <a:srgbClr val="F2A900"/>
                </a:solidFill>
                <a:latin typeface="Cambria"/>
                <a:ea typeface="Cambria"/>
                <a:cs typeface="Cambria"/>
                <a:sym typeface="Cambr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2"/>
          <p:cNvSpPr txBox="1"/>
          <p:nvPr>
            <p:ph idx="1" type="body"/>
          </p:nvPr>
        </p:nvSpPr>
        <p:spPr>
          <a:xfrm>
            <a:off x="457200" y="1151692"/>
            <a:ext cx="8229600" cy="4799741"/>
          </a:xfrm>
          <a:prstGeom prst="rect">
            <a:avLst/>
          </a:prstGeom>
          <a:noFill/>
          <a:ln>
            <a:noFill/>
          </a:ln>
        </p:spPr>
        <p:txBody>
          <a:bodyPr anchorCtr="0" anchor="t" bIns="45700" lIns="0" spcFirstLastPara="1" rIns="0" wrap="square" tIns="45700">
            <a:noAutofit/>
          </a:bodyPr>
          <a:lstStyle>
            <a:lvl1pPr indent="-411480" lvl="0" marL="457200" algn="l">
              <a:spcBef>
                <a:spcPts val="0"/>
              </a:spcBef>
              <a:spcAft>
                <a:spcPts val="0"/>
              </a:spcAft>
              <a:buClr>
                <a:schemeClr val="dk1"/>
              </a:buClr>
              <a:buSzPts val="2880"/>
              <a:buChar char="•"/>
              <a:defRPr sz="2400">
                <a:latin typeface="Cambria"/>
                <a:ea typeface="Cambria"/>
                <a:cs typeface="Cambria"/>
                <a:sym typeface="Cambria"/>
              </a:defRPr>
            </a:lvl1pPr>
            <a:lvl2pPr indent="-381000" lvl="1" marL="914400" algn="l">
              <a:spcBef>
                <a:spcPts val="0"/>
              </a:spcBef>
              <a:spcAft>
                <a:spcPts val="0"/>
              </a:spcAft>
              <a:buClr>
                <a:schemeClr val="dk1"/>
              </a:buClr>
              <a:buSzPts val="2400"/>
              <a:buChar char="–"/>
              <a:defRPr sz="2400">
                <a:latin typeface="Cambria"/>
                <a:ea typeface="Cambria"/>
                <a:cs typeface="Cambria"/>
                <a:sym typeface="Cambria"/>
              </a:defRPr>
            </a:lvl2pPr>
            <a:lvl3pPr indent="-381000" lvl="2" marL="1371600" algn="l">
              <a:spcBef>
                <a:spcPts val="0"/>
              </a:spcBef>
              <a:spcAft>
                <a:spcPts val="0"/>
              </a:spcAft>
              <a:buClr>
                <a:schemeClr val="dk1"/>
              </a:buClr>
              <a:buSzPts val="2400"/>
              <a:buChar char="•"/>
              <a:defRPr sz="2400">
                <a:latin typeface="Cambria"/>
                <a:ea typeface="Cambria"/>
                <a:cs typeface="Cambria"/>
                <a:sym typeface="Cambria"/>
              </a:defRPr>
            </a:lvl3pPr>
            <a:lvl4pPr indent="-381000" lvl="3" marL="1828800" algn="l">
              <a:spcBef>
                <a:spcPts val="0"/>
              </a:spcBef>
              <a:spcAft>
                <a:spcPts val="0"/>
              </a:spcAft>
              <a:buClr>
                <a:schemeClr val="dk1"/>
              </a:buClr>
              <a:buSzPts val="2400"/>
              <a:buChar char="-"/>
              <a:defRPr sz="2400">
                <a:latin typeface="Cambria"/>
                <a:ea typeface="Cambria"/>
                <a:cs typeface="Cambria"/>
                <a:sym typeface="Cambria"/>
              </a:defRPr>
            </a:lvl4pPr>
            <a:lvl5pPr indent="-381000" lvl="4" marL="2286000" algn="l">
              <a:spcBef>
                <a:spcPts val="0"/>
              </a:spcBef>
              <a:spcAft>
                <a:spcPts val="0"/>
              </a:spcAft>
              <a:buClr>
                <a:schemeClr val="dk1"/>
              </a:buClr>
              <a:buSzPts val="2400"/>
              <a:buChar char="»"/>
              <a:defRPr sz="2400">
                <a:latin typeface="Cambria"/>
                <a:ea typeface="Cambria"/>
                <a:cs typeface="Cambria"/>
                <a:sym typeface="Cambria"/>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5" name="Google Shape;15;p2"/>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lvl1pPr indent="0" lvl="0" marL="0" algn="l">
              <a:spcBef>
                <a:spcPts val="0"/>
              </a:spcBef>
              <a:spcAft>
                <a:spcPts val="0"/>
              </a:spcAft>
              <a:buNone/>
              <a:defRPr/>
            </a:lvl1pPr>
            <a:lvl2pPr indent="0" lvl="1" marL="0" algn="l">
              <a:spcBef>
                <a:spcPts val="0"/>
              </a:spcBef>
              <a:spcAft>
                <a:spcPts val="0"/>
              </a:spcAft>
              <a:buNone/>
              <a:defRPr/>
            </a:lvl2pPr>
            <a:lvl3pPr indent="0" lvl="2" marL="0" algn="l">
              <a:spcBef>
                <a:spcPts val="0"/>
              </a:spcBef>
              <a:spcAft>
                <a:spcPts val="0"/>
              </a:spcAft>
              <a:buNone/>
              <a:defRPr/>
            </a:lvl3pPr>
            <a:lvl4pPr indent="0" lvl="3" marL="0" algn="l">
              <a:spcBef>
                <a:spcPts val="0"/>
              </a:spcBef>
              <a:spcAft>
                <a:spcPts val="0"/>
              </a:spcAft>
              <a:buNone/>
              <a:defRPr/>
            </a:lvl4pPr>
            <a:lvl5pPr indent="0" lvl="4" marL="0" algn="l">
              <a:spcBef>
                <a:spcPts val="0"/>
              </a:spcBef>
              <a:spcAft>
                <a:spcPts val="0"/>
              </a:spcAft>
              <a:buNone/>
              <a:defRPr/>
            </a:lvl5pPr>
            <a:lvl6pPr indent="0" lvl="5" marL="0" algn="l">
              <a:spcBef>
                <a:spcPts val="0"/>
              </a:spcBef>
              <a:spcAft>
                <a:spcPts val="0"/>
              </a:spcAft>
              <a:buNone/>
              <a:defRPr/>
            </a:lvl6pPr>
            <a:lvl7pPr indent="0" lvl="6" marL="0" algn="l">
              <a:spcBef>
                <a:spcPts val="0"/>
              </a:spcBef>
              <a:spcAft>
                <a:spcPts val="0"/>
              </a:spcAft>
              <a:buNone/>
              <a:defRPr/>
            </a:lvl7pPr>
            <a:lvl8pPr indent="0" lvl="7" marL="0" algn="l">
              <a:spcBef>
                <a:spcPts val="0"/>
              </a:spcBef>
              <a:spcAft>
                <a:spcPts val="0"/>
              </a:spcAft>
              <a:buNone/>
              <a:defRPr/>
            </a:lvl8pPr>
            <a:lvl9pPr indent="0" lvl="8" marL="0" algn="l">
              <a:spcBef>
                <a:spcPts val="0"/>
              </a:spcBef>
              <a:spcAft>
                <a:spcPts val="0"/>
              </a:spcAft>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spTree>
      <p:nvGrpSpPr>
        <p:cNvPr id="16" name="Shape 16"/>
        <p:cNvGrpSpPr/>
        <p:nvPr/>
      </p:nvGrpSpPr>
      <p:grpSpPr>
        <a:xfrm>
          <a:off x="0" y="0"/>
          <a:ext cx="0" cy="0"/>
          <a:chOff x="0" y="0"/>
          <a:chExt cx="0" cy="0"/>
        </a:xfrm>
      </p:grpSpPr>
      <p:grpSp>
        <p:nvGrpSpPr>
          <p:cNvPr id="17" name="Google Shape;17;p3"/>
          <p:cNvGrpSpPr/>
          <p:nvPr/>
        </p:nvGrpSpPr>
        <p:grpSpPr>
          <a:xfrm>
            <a:off x="457200" y="442000"/>
            <a:ext cx="8235757" cy="5504790"/>
            <a:chOff x="457200" y="442000"/>
            <a:chExt cx="8235757" cy="5504790"/>
          </a:xfrm>
        </p:grpSpPr>
        <p:sp>
          <p:nvSpPr>
            <p:cNvPr id="18" name="Google Shape;18;p3"/>
            <p:cNvSpPr/>
            <p:nvPr/>
          </p:nvSpPr>
          <p:spPr>
            <a:xfrm>
              <a:off x="457200" y="1603390"/>
              <a:ext cx="7251192" cy="43434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Times New Roman"/>
                <a:ea typeface="Times New Roman"/>
                <a:cs typeface="Times New Roman"/>
                <a:sym typeface="Times New Roman"/>
              </a:endParaRPr>
            </a:p>
          </p:txBody>
        </p:sp>
        <p:pic>
          <p:nvPicPr>
            <p:cNvPr descr="HMH_vertical logo.png" id="19" name="Google Shape;19;p3"/>
            <p:cNvPicPr preferRelativeResize="0"/>
            <p:nvPr/>
          </p:nvPicPr>
          <p:blipFill rotWithShape="1">
            <a:blip r:embed="rId2">
              <a:alphaModFix/>
            </a:blip>
            <a:srcRect b="0" l="0" r="0" t="0"/>
            <a:stretch/>
          </p:blipFill>
          <p:spPr>
            <a:xfrm>
              <a:off x="7042912" y="442000"/>
              <a:ext cx="1650045" cy="1039328"/>
            </a:xfrm>
            <a:prstGeom prst="rect">
              <a:avLst/>
            </a:prstGeom>
            <a:noFill/>
            <a:ln>
              <a:noFill/>
            </a:ln>
          </p:spPr>
        </p:pic>
      </p:grpSp>
      <p:sp>
        <p:nvSpPr>
          <p:cNvPr id="20" name="Google Shape;20;p3"/>
          <p:cNvSpPr txBox="1"/>
          <p:nvPr>
            <p:ph type="ctrTitle"/>
          </p:nvPr>
        </p:nvSpPr>
        <p:spPr>
          <a:xfrm>
            <a:off x="706001" y="1662793"/>
            <a:ext cx="6400022" cy="73459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rgbClr val="FFFFFF"/>
              </a:buClr>
              <a:buSzPts val="4000"/>
              <a:buFont typeface="Cambria"/>
              <a:buNone/>
              <a:defRPr b="1" sz="4000">
                <a:solidFill>
                  <a:srgbClr val="FFFFFF"/>
                </a:solidFill>
                <a:latin typeface="Cambria"/>
                <a:ea typeface="Cambria"/>
                <a:cs typeface="Cambria"/>
                <a:sym typeface="Cambr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1" name="Shape 21"/>
        <p:cNvGrpSpPr/>
        <p:nvPr/>
      </p:nvGrpSpPr>
      <p:grpSpPr>
        <a:xfrm>
          <a:off x="0" y="0"/>
          <a:ext cx="0" cy="0"/>
          <a:chOff x="0" y="0"/>
          <a:chExt cx="0" cy="0"/>
        </a:xfrm>
      </p:grpSpPr>
      <p:sp>
        <p:nvSpPr>
          <p:cNvPr id="22" name="Google Shape;22;p4"/>
          <p:cNvSpPr txBox="1"/>
          <p:nvPr>
            <p:ph idx="1" type="body"/>
          </p:nvPr>
        </p:nvSpPr>
        <p:spPr>
          <a:xfrm>
            <a:off x="457200" y="1146175"/>
            <a:ext cx="3994150" cy="4525963"/>
          </a:xfrm>
          <a:prstGeom prst="rect">
            <a:avLst/>
          </a:prstGeom>
          <a:noFill/>
          <a:ln>
            <a:noFill/>
          </a:ln>
        </p:spPr>
        <p:txBody>
          <a:bodyPr anchorCtr="0" anchor="t" bIns="45700" lIns="0" spcFirstLastPara="1" rIns="0" wrap="square" tIns="45700">
            <a:noAutofit/>
          </a:bodyPr>
          <a:lstStyle>
            <a:lvl1pPr indent="-411480" lvl="0" marL="457200" algn="l">
              <a:spcBef>
                <a:spcPts val="0"/>
              </a:spcBef>
              <a:spcAft>
                <a:spcPts val="0"/>
              </a:spcAft>
              <a:buClr>
                <a:schemeClr val="dk1"/>
              </a:buClr>
              <a:buSzPts val="2880"/>
              <a:buChar char="•"/>
              <a:defRPr sz="2400">
                <a:latin typeface="Cambria"/>
                <a:ea typeface="Cambria"/>
                <a:cs typeface="Cambria"/>
                <a:sym typeface="Cambria"/>
              </a:defRPr>
            </a:lvl1pPr>
            <a:lvl2pPr indent="-381000" lvl="1" marL="914400" algn="l">
              <a:spcBef>
                <a:spcPts val="0"/>
              </a:spcBef>
              <a:spcAft>
                <a:spcPts val="0"/>
              </a:spcAft>
              <a:buClr>
                <a:schemeClr val="dk1"/>
              </a:buClr>
              <a:buSzPts val="2400"/>
              <a:buChar char="–"/>
              <a:defRPr sz="2400">
                <a:latin typeface="Cambria"/>
                <a:ea typeface="Cambria"/>
                <a:cs typeface="Cambria"/>
                <a:sym typeface="Cambria"/>
              </a:defRPr>
            </a:lvl2pPr>
            <a:lvl3pPr indent="-381000" lvl="2" marL="1371600" algn="l">
              <a:spcBef>
                <a:spcPts val="0"/>
              </a:spcBef>
              <a:spcAft>
                <a:spcPts val="0"/>
              </a:spcAft>
              <a:buClr>
                <a:schemeClr val="dk1"/>
              </a:buClr>
              <a:buSzPts val="2400"/>
              <a:buChar char="•"/>
              <a:defRPr sz="2400">
                <a:latin typeface="Cambria"/>
                <a:ea typeface="Cambria"/>
                <a:cs typeface="Cambria"/>
                <a:sym typeface="Cambria"/>
              </a:defRPr>
            </a:lvl3pPr>
            <a:lvl4pPr indent="-381000" lvl="3" marL="1828800" algn="l">
              <a:spcBef>
                <a:spcPts val="0"/>
              </a:spcBef>
              <a:spcAft>
                <a:spcPts val="0"/>
              </a:spcAft>
              <a:buClr>
                <a:schemeClr val="dk1"/>
              </a:buClr>
              <a:buSzPts val="2400"/>
              <a:buChar char="-"/>
              <a:defRPr sz="2400">
                <a:latin typeface="Cambria"/>
                <a:ea typeface="Cambria"/>
                <a:cs typeface="Cambria"/>
                <a:sym typeface="Cambria"/>
              </a:defRPr>
            </a:lvl4pPr>
            <a:lvl5pPr indent="-381000" lvl="4" marL="2286000" algn="l">
              <a:spcBef>
                <a:spcPts val="0"/>
              </a:spcBef>
              <a:spcAft>
                <a:spcPts val="0"/>
              </a:spcAft>
              <a:buClr>
                <a:schemeClr val="dk1"/>
              </a:buClr>
              <a:buSzPts val="2400"/>
              <a:buChar char="»"/>
              <a:defRPr sz="2400">
                <a:latin typeface="Cambria"/>
                <a:ea typeface="Cambria"/>
                <a:cs typeface="Cambria"/>
                <a:sym typeface="Cambria"/>
              </a:defRPr>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23" name="Google Shape;23;p4"/>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lvl1pPr indent="0" lvl="0" marL="0" algn="l">
              <a:spcBef>
                <a:spcPts val="0"/>
              </a:spcBef>
              <a:spcAft>
                <a:spcPts val="0"/>
              </a:spcAft>
              <a:buNone/>
              <a:defRPr/>
            </a:lvl1pPr>
            <a:lvl2pPr indent="0" lvl="1" marL="0" algn="l">
              <a:spcBef>
                <a:spcPts val="0"/>
              </a:spcBef>
              <a:spcAft>
                <a:spcPts val="0"/>
              </a:spcAft>
              <a:buNone/>
              <a:defRPr/>
            </a:lvl2pPr>
            <a:lvl3pPr indent="0" lvl="2" marL="0" algn="l">
              <a:spcBef>
                <a:spcPts val="0"/>
              </a:spcBef>
              <a:spcAft>
                <a:spcPts val="0"/>
              </a:spcAft>
              <a:buNone/>
              <a:defRPr/>
            </a:lvl3pPr>
            <a:lvl4pPr indent="0" lvl="3" marL="0" algn="l">
              <a:spcBef>
                <a:spcPts val="0"/>
              </a:spcBef>
              <a:spcAft>
                <a:spcPts val="0"/>
              </a:spcAft>
              <a:buNone/>
              <a:defRPr/>
            </a:lvl4pPr>
            <a:lvl5pPr indent="0" lvl="4" marL="0" algn="l">
              <a:spcBef>
                <a:spcPts val="0"/>
              </a:spcBef>
              <a:spcAft>
                <a:spcPts val="0"/>
              </a:spcAft>
              <a:buNone/>
              <a:defRPr/>
            </a:lvl5pPr>
            <a:lvl6pPr indent="0" lvl="5" marL="0" algn="l">
              <a:spcBef>
                <a:spcPts val="0"/>
              </a:spcBef>
              <a:spcAft>
                <a:spcPts val="0"/>
              </a:spcAft>
              <a:buNone/>
              <a:defRPr/>
            </a:lvl6pPr>
            <a:lvl7pPr indent="0" lvl="6" marL="0" algn="l">
              <a:spcBef>
                <a:spcPts val="0"/>
              </a:spcBef>
              <a:spcAft>
                <a:spcPts val="0"/>
              </a:spcAft>
              <a:buNone/>
              <a:defRPr/>
            </a:lvl7pPr>
            <a:lvl8pPr indent="0" lvl="7" marL="0" algn="l">
              <a:spcBef>
                <a:spcPts val="0"/>
              </a:spcBef>
              <a:spcAft>
                <a:spcPts val="0"/>
              </a:spcAft>
              <a:buNone/>
              <a:defRPr/>
            </a:lvl8pPr>
            <a:lvl9pPr indent="0" lvl="8" marL="0" algn="l">
              <a:spcBef>
                <a:spcPts val="0"/>
              </a:spcBef>
              <a:spcAft>
                <a:spcPts val="0"/>
              </a:spcAft>
              <a:buNone/>
              <a:defRPr/>
            </a:lvl9pPr>
          </a:lstStyle>
          <a:p>
            <a:pPr indent="0" lvl="0" marL="0" rtl="0" algn="l">
              <a:spcBef>
                <a:spcPts val="0"/>
              </a:spcBef>
              <a:spcAft>
                <a:spcPts val="0"/>
              </a:spcAft>
              <a:buNone/>
            </a:pPr>
            <a:fld id="{00000000-1234-1234-1234-123412341234}" type="slidenum">
              <a:rPr lang="en-US"/>
              <a:t>‹#›</a:t>
            </a:fld>
            <a:endParaRPr/>
          </a:p>
        </p:txBody>
      </p:sp>
      <p:sp>
        <p:nvSpPr>
          <p:cNvPr id="24" name="Google Shape;24;p4"/>
          <p:cNvSpPr txBox="1"/>
          <p:nvPr>
            <p:ph type="title"/>
          </p:nvPr>
        </p:nvSpPr>
        <p:spPr>
          <a:xfrm>
            <a:off x="457200" y="318213"/>
            <a:ext cx="8229600" cy="62804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chemeClr val="dk2"/>
              </a:buClr>
              <a:buSzPts val="2800"/>
              <a:buFont typeface="Cambria"/>
              <a:buNone/>
              <a:defRPr b="1" sz="2800">
                <a:solidFill>
                  <a:schemeClr val="dk2"/>
                </a:solidFill>
                <a:latin typeface="Cambria"/>
                <a:ea typeface="Cambria"/>
                <a:cs typeface="Cambria"/>
                <a:sym typeface="Cambr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25" name="Shape 25"/>
        <p:cNvGrpSpPr/>
        <p:nvPr/>
      </p:nvGrpSpPr>
      <p:grpSpPr>
        <a:xfrm>
          <a:off x="0" y="0"/>
          <a:ext cx="0" cy="0"/>
          <a:chOff x="0" y="0"/>
          <a:chExt cx="0" cy="0"/>
        </a:xfrm>
      </p:grpSpPr>
      <p:sp>
        <p:nvSpPr>
          <p:cNvPr id="26" name="Google Shape;26;p5"/>
          <p:cNvSpPr txBox="1"/>
          <p:nvPr>
            <p:ph type="title"/>
          </p:nvPr>
        </p:nvSpPr>
        <p:spPr>
          <a:xfrm>
            <a:off x="457200" y="318213"/>
            <a:ext cx="8229600" cy="62804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chemeClr val="dk2"/>
              </a:buClr>
              <a:buSzPts val="2800"/>
              <a:buFont typeface="Cambria"/>
              <a:buNone/>
              <a:defRPr b="1" sz="2800">
                <a:solidFill>
                  <a:schemeClr val="dk2"/>
                </a:solidFill>
                <a:latin typeface="Cambria"/>
                <a:ea typeface="Cambria"/>
                <a:cs typeface="Cambria"/>
                <a:sym typeface="Cambr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5"/>
          <p:cNvSpPr txBox="1"/>
          <p:nvPr>
            <p:ph idx="1" type="body"/>
          </p:nvPr>
        </p:nvSpPr>
        <p:spPr>
          <a:xfrm>
            <a:off x="457200" y="1146175"/>
            <a:ext cx="3994150" cy="639762"/>
          </a:xfrm>
          <a:prstGeom prst="rect">
            <a:avLst/>
          </a:prstGeom>
          <a:noFill/>
          <a:ln>
            <a:noFill/>
          </a:ln>
        </p:spPr>
        <p:txBody>
          <a:bodyPr anchorCtr="0" anchor="b" bIns="45700" lIns="0" spcFirstLastPara="1" rIns="0" wrap="square" tIns="45700">
            <a:noAutofit/>
          </a:bodyPr>
          <a:lstStyle>
            <a:lvl1pPr indent="-228600" lvl="0" marL="457200" algn="l">
              <a:spcBef>
                <a:spcPts val="0"/>
              </a:spcBef>
              <a:spcAft>
                <a:spcPts val="0"/>
              </a:spcAft>
              <a:buClr>
                <a:schemeClr val="dk1"/>
              </a:buClr>
              <a:buSzPts val="2160"/>
              <a:buNone/>
              <a:defRPr b="1" sz="1800">
                <a:latin typeface="Cambria"/>
                <a:ea typeface="Cambria"/>
                <a:cs typeface="Cambria"/>
                <a:sym typeface="Cambria"/>
              </a:defRPr>
            </a:lvl1pPr>
            <a:lvl2pPr indent="-228600" lvl="1" marL="914400" algn="l">
              <a:spcBef>
                <a:spcPts val="0"/>
              </a:spcBef>
              <a:spcAft>
                <a:spcPts val="0"/>
              </a:spcAft>
              <a:buClr>
                <a:schemeClr val="dk1"/>
              </a:buClr>
              <a:buSzPts val="2000"/>
              <a:buNone/>
              <a:defRPr b="1" sz="2000"/>
            </a:lvl2pPr>
            <a:lvl3pPr indent="-228600" lvl="2" marL="1371600" algn="l">
              <a:spcBef>
                <a:spcPts val="0"/>
              </a:spcBef>
              <a:spcAft>
                <a:spcPts val="0"/>
              </a:spcAft>
              <a:buClr>
                <a:schemeClr val="dk1"/>
              </a:buClr>
              <a:buSzPts val="1800"/>
              <a:buNone/>
              <a:defRPr b="1" sz="1800"/>
            </a:lvl3pPr>
            <a:lvl4pPr indent="-228600" lvl="3" marL="1828800" algn="l">
              <a:spcBef>
                <a:spcPts val="0"/>
              </a:spcBef>
              <a:spcAft>
                <a:spcPts val="0"/>
              </a:spcAft>
              <a:buClr>
                <a:schemeClr val="dk1"/>
              </a:buClr>
              <a:buSzPts val="1600"/>
              <a:buNone/>
              <a:defRPr b="1" sz="1600"/>
            </a:lvl4pPr>
            <a:lvl5pPr indent="-228600" lvl="4" marL="2286000" algn="l">
              <a:spcBef>
                <a:spcPts val="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28" name="Google Shape;28;p5"/>
          <p:cNvSpPr txBox="1"/>
          <p:nvPr>
            <p:ph idx="2" type="body"/>
          </p:nvPr>
        </p:nvSpPr>
        <p:spPr>
          <a:xfrm>
            <a:off x="457200" y="1785937"/>
            <a:ext cx="3994150" cy="3951288"/>
          </a:xfrm>
          <a:prstGeom prst="rect">
            <a:avLst/>
          </a:prstGeom>
          <a:noFill/>
          <a:ln>
            <a:noFill/>
          </a:ln>
        </p:spPr>
        <p:txBody>
          <a:bodyPr anchorCtr="0" anchor="t" bIns="45700" lIns="0" spcFirstLastPara="1" rIns="0" wrap="square" tIns="45700">
            <a:noAutofit/>
          </a:bodyPr>
          <a:lstStyle>
            <a:lvl1pPr indent="-365760" lvl="0" marL="457200" algn="l">
              <a:spcBef>
                <a:spcPts val="0"/>
              </a:spcBef>
              <a:spcAft>
                <a:spcPts val="0"/>
              </a:spcAft>
              <a:buClr>
                <a:schemeClr val="dk1"/>
              </a:buClr>
              <a:buSzPts val="2160"/>
              <a:buChar char="•"/>
              <a:defRPr sz="1800">
                <a:latin typeface="Cambria"/>
                <a:ea typeface="Cambria"/>
                <a:cs typeface="Cambria"/>
                <a:sym typeface="Cambria"/>
              </a:defRPr>
            </a:lvl1pPr>
            <a:lvl2pPr indent="-342900" lvl="1" marL="914400" algn="l">
              <a:spcBef>
                <a:spcPts val="0"/>
              </a:spcBef>
              <a:spcAft>
                <a:spcPts val="0"/>
              </a:spcAft>
              <a:buClr>
                <a:schemeClr val="dk1"/>
              </a:buClr>
              <a:buSzPts val="1800"/>
              <a:buChar char="–"/>
              <a:defRPr sz="1800">
                <a:latin typeface="Cambria"/>
                <a:ea typeface="Cambria"/>
                <a:cs typeface="Cambria"/>
                <a:sym typeface="Cambria"/>
              </a:defRPr>
            </a:lvl2pPr>
            <a:lvl3pPr indent="-342900" lvl="2" marL="1371600" algn="l">
              <a:spcBef>
                <a:spcPts val="0"/>
              </a:spcBef>
              <a:spcAft>
                <a:spcPts val="0"/>
              </a:spcAft>
              <a:buClr>
                <a:schemeClr val="dk1"/>
              </a:buClr>
              <a:buSzPts val="1800"/>
              <a:buChar char="•"/>
              <a:defRPr sz="1800">
                <a:latin typeface="Cambria"/>
                <a:ea typeface="Cambria"/>
                <a:cs typeface="Cambria"/>
                <a:sym typeface="Cambria"/>
              </a:defRPr>
            </a:lvl3pPr>
            <a:lvl4pPr indent="-342900" lvl="3" marL="1828800" algn="l">
              <a:spcBef>
                <a:spcPts val="0"/>
              </a:spcBef>
              <a:spcAft>
                <a:spcPts val="0"/>
              </a:spcAft>
              <a:buClr>
                <a:schemeClr val="dk1"/>
              </a:buClr>
              <a:buSzPts val="1800"/>
              <a:buChar char="-"/>
              <a:defRPr sz="1800">
                <a:latin typeface="Cambria"/>
                <a:ea typeface="Cambria"/>
                <a:cs typeface="Cambria"/>
                <a:sym typeface="Cambria"/>
              </a:defRPr>
            </a:lvl4pPr>
            <a:lvl5pPr indent="-342900" lvl="4" marL="2286000" algn="l">
              <a:spcBef>
                <a:spcPts val="0"/>
              </a:spcBef>
              <a:spcAft>
                <a:spcPts val="0"/>
              </a:spcAft>
              <a:buClr>
                <a:schemeClr val="dk1"/>
              </a:buClr>
              <a:buSzPts val="1800"/>
              <a:buChar char="»"/>
              <a:defRPr sz="1800">
                <a:latin typeface="Cambria"/>
                <a:ea typeface="Cambria"/>
                <a:cs typeface="Cambria"/>
                <a:sym typeface="Cambria"/>
              </a:defRPr>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29" name="Google Shape;29;p5"/>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lvl1pPr indent="0" lvl="0" marL="0" algn="l">
              <a:spcBef>
                <a:spcPts val="0"/>
              </a:spcBef>
              <a:spcAft>
                <a:spcPts val="0"/>
              </a:spcAft>
              <a:buNone/>
              <a:defRPr/>
            </a:lvl1pPr>
            <a:lvl2pPr indent="0" lvl="1" marL="0" algn="l">
              <a:spcBef>
                <a:spcPts val="0"/>
              </a:spcBef>
              <a:spcAft>
                <a:spcPts val="0"/>
              </a:spcAft>
              <a:buNone/>
              <a:defRPr/>
            </a:lvl2pPr>
            <a:lvl3pPr indent="0" lvl="2" marL="0" algn="l">
              <a:spcBef>
                <a:spcPts val="0"/>
              </a:spcBef>
              <a:spcAft>
                <a:spcPts val="0"/>
              </a:spcAft>
              <a:buNone/>
              <a:defRPr/>
            </a:lvl3pPr>
            <a:lvl4pPr indent="0" lvl="3" marL="0" algn="l">
              <a:spcBef>
                <a:spcPts val="0"/>
              </a:spcBef>
              <a:spcAft>
                <a:spcPts val="0"/>
              </a:spcAft>
              <a:buNone/>
              <a:defRPr/>
            </a:lvl4pPr>
            <a:lvl5pPr indent="0" lvl="4" marL="0" algn="l">
              <a:spcBef>
                <a:spcPts val="0"/>
              </a:spcBef>
              <a:spcAft>
                <a:spcPts val="0"/>
              </a:spcAft>
              <a:buNone/>
              <a:defRPr/>
            </a:lvl5pPr>
            <a:lvl6pPr indent="0" lvl="5" marL="0" algn="l">
              <a:spcBef>
                <a:spcPts val="0"/>
              </a:spcBef>
              <a:spcAft>
                <a:spcPts val="0"/>
              </a:spcAft>
              <a:buNone/>
              <a:defRPr/>
            </a:lvl6pPr>
            <a:lvl7pPr indent="0" lvl="6" marL="0" algn="l">
              <a:spcBef>
                <a:spcPts val="0"/>
              </a:spcBef>
              <a:spcAft>
                <a:spcPts val="0"/>
              </a:spcAft>
              <a:buNone/>
              <a:defRPr/>
            </a:lvl7pPr>
            <a:lvl8pPr indent="0" lvl="7" marL="0" algn="l">
              <a:spcBef>
                <a:spcPts val="0"/>
              </a:spcBef>
              <a:spcAft>
                <a:spcPts val="0"/>
              </a:spcAft>
              <a:buNone/>
              <a:defRPr/>
            </a:lvl8pPr>
            <a:lvl9pPr indent="0" lvl="8" marL="0" algn="l">
              <a:spcBef>
                <a:spcPts val="0"/>
              </a:spcBef>
              <a:spcAft>
                <a:spcPts val="0"/>
              </a:spcAft>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6"/>
          <p:cNvSpPr txBox="1"/>
          <p:nvPr>
            <p:ph type="title"/>
          </p:nvPr>
        </p:nvSpPr>
        <p:spPr>
          <a:xfrm>
            <a:off x="457200" y="318213"/>
            <a:ext cx="8229600" cy="62804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chemeClr val="dk2"/>
              </a:buClr>
              <a:buSzPts val="2800"/>
              <a:buFont typeface="Cambria"/>
              <a:buNone/>
              <a:defRPr>
                <a:solidFill>
                  <a:schemeClr val="dk2"/>
                </a:solidFill>
                <a:latin typeface="Cambria"/>
                <a:ea typeface="Cambria"/>
                <a:cs typeface="Cambria"/>
                <a:sym typeface="Cambr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6"/>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lvl1pPr indent="0" lvl="0" marL="0" algn="l">
              <a:spcBef>
                <a:spcPts val="0"/>
              </a:spcBef>
              <a:spcAft>
                <a:spcPts val="0"/>
              </a:spcAft>
              <a:buNone/>
              <a:defRPr/>
            </a:lvl1pPr>
            <a:lvl2pPr indent="0" lvl="1" marL="0" algn="l">
              <a:spcBef>
                <a:spcPts val="0"/>
              </a:spcBef>
              <a:spcAft>
                <a:spcPts val="0"/>
              </a:spcAft>
              <a:buNone/>
              <a:defRPr/>
            </a:lvl2pPr>
            <a:lvl3pPr indent="0" lvl="2" marL="0" algn="l">
              <a:spcBef>
                <a:spcPts val="0"/>
              </a:spcBef>
              <a:spcAft>
                <a:spcPts val="0"/>
              </a:spcAft>
              <a:buNone/>
              <a:defRPr/>
            </a:lvl3pPr>
            <a:lvl4pPr indent="0" lvl="3" marL="0" algn="l">
              <a:spcBef>
                <a:spcPts val="0"/>
              </a:spcBef>
              <a:spcAft>
                <a:spcPts val="0"/>
              </a:spcAft>
              <a:buNone/>
              <a:defRPr/>
            </a:lvl4pPr>
            <a:lvl5pPr indent="0" lvl="4" marL="0" algn="l">
              <a:spcBef>
                <a:spcPts val="0"/>
              </a:spcBef>
              <a:spcAft>
                <a:spcPts val="0"/>
              </a:spcAft>
              <a:buNone/>
              <a:defRPr/>
            </a:lvl5pPr>
            <a:lvl6pPr indent="0" lvl="5" marL="0" algn="l">
              <a:spcBef>
                <a:spcPts val="0"/>
              </a:spcBef>
              <a:spcAft>
                <a:spcPts val="0"/>
              </a:spcAft>
              <a:buNone/>
              <a:defRPr/>
            </a:lvl6pPr>
            <a:lvl7pPr indent="0" lvl="6" marL="0" algn="l">
              <a:spcBef>
                <a:spcPts val="0"/>
              </a:spcBef>
              <a:spcAft>
                <a:spcPts val="0"/>
              </a:spcAft>
              <a:buNone/>
              <a:defRPr/>
            </a:lvl7pPr>
            <a:lvl8pPr indent="0" lvl="7" marL="0" algn="l">
              <a:spcBef>
                <a:spcPts val="0"/>
              </a:spcBef>
              <a:spcAft>
                <a:spcPts val="0"/>
              </a:spcAft>
              <a:buNone/>
              <a:defRPr/>
            </a:lvl8pPr>
            <a:lvl9pPr indent="0" lvl="8" marL="0" algn="l">
              <a:spcBef>
                <a:spcPts val="0"/>
              </a:spcBef>
              <a:spcAft>
                <a:spcPts val="0"/>
              </a:spcAft>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3" name="Shape 33"/>
        <p:cNvGrpSpPr/>
        <p:nvPr/>
      </p:nvGrpSpPr>
      <p:grpSpPr>
        <a:xfrm>
          <a:off x="0" y="0"/>
          <a:ext cx="0" cy="0"/>
          <a:chOff x="0" y="0"/>
          <a:chExt cx="0" cy="0"/>
        </a:xfrm>
      </p:grpSpPr>
      <p:sp>
        <p:nvSpPr>
          <p:cNvPr id="34" name="Google Shape;34;p7"/>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lvl1pPr indent="0" lvl="0" marL="0" algn="l">
              <a:spcBef>
                <a:spcPts val="0"/>
              </a:spcBef>
              <a:spcAft>
                <a:spcPts val="0"/>
              </a:spcAft>
              <a:buNone/>
              <a:defRPr/>
            </a:lvl1pPr>
            <a:lvl2pPr indent="0" lvl="1" marL="0" algn="l">
              <a:spcBef>
                <a:spcPts val="0"/>
              </a:spcBef>
              <a:spcAft>
                <a:spcPts val="0"/>
              </a:spcAft>
              <a:buNone/>
              <a:defRPr/>
            </a:lvl2pPr>
            <a:lvl3pPr indent="0" lvl="2" marL="0" algn="l">
              <a:spcBef>
                <a:spcPts val="0"/>
              </a:spcBef>
              <a:spcAft>
                <a:spcPts val="0"/>
              </a:spcAft>
              <a:buNone/>
              <a:defRPr/>
            </a:lvl3pPr>
            <a:lvl4pPr indent="0" lvl="3" marL="0" algn="l">
              <a:spcBef>
                <a:spcPts val="0"/>
              </a:spcBef>
              <a:spcAft>
                <a:spcPts val="0"/>
              </a:spcAft>
              <a:buNone/>
              <a:defRPr/>
            </a:lvl4pPr>
            <a:lvl5pPr indent="0" lvl="4" marL="0" algn="l">
              <a:spcBef>
                <a:spcPts val="0"/>
              </a:spcBef>
              <a:spcAft>
                <a:spcPts val="0"/>
              </a:spcAft>
              <a:buNone/>
              <a:defRPr/>
            </a:lvl5pPr>
            <a:lvl6pPr indent="0" lvl="5" marL="0" algn="l">
              <a:spcBef>
                <a:spcPts val="0"/>
              </a:spcBef>
              <a:spcAft>
                <a:spcPts val="0"/>
              </a:spcAft>
              <a:buNone/>
              <a:defRPr/>
            </a:lvl6pPr>
            <a:lvl7pPr indent="0" lvl="6" marL="0" algn="l">
              <a:spcBef>
                <a:spcPts val="0"/>
              </a:spcBef>
              <a:spcAft>
                <a:spcPts val="0"/>
              </a:spcAft>
              <a:buNone/>
              <a:defRPr/>
            </a:lvl7pPr>
            <a:lvl8pPr indent="0" lvl="7" marL="0" algn="l">
              <a:spcBef>
                <a:spcPts val="0"/>
              </a:spcBef>
              <a:spcAft>
                <a:spcPts val="0"/>
              </a:spcAft>
              <a:buNone/>
              <a:defRPr/>
            </a:lvl8pPr>
            <a:lvl9pPr indent="0" lvl="8" marL="0" algn="l">
              <a:spcBef>
                <a:spcPts val="0"/>
              </a:spcBef>
              <a:spcAft>
                <a:spcPts val="0"/>
              </a:spcAft>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318213"/>
            <a:ext cx="8229600" cy="628040"/>
          </a:xfrm>
          <a:prstGeom prst="rect">
            <a:avLst/>
          </a:prstGeom>
          <a:noFill/>
          <a:ln>
            <a:noFill/>
          </a:ln>
        </p:spPr>
        <p:txBody>
          <a:bodyPr anchorCtr="0" anchor="t" bIns="45700" lIns="0" spcFirstLastPara="1" rIns="0" wrap="square" tIns="45700">
            <a:noAutofit/>
          </a:bodyPr>
          <a:lstStyle>
            <a:lvl1pPr lvl="0" marR="0" rtl="0" algn="l">
              <a:spcBef>
                <a:spcPts val="0"/>
              </a:spcBef>
              <a:spcAft>
                <a:spcPts val="0"/>
              </a:spcAft>
              <a:buClr>
                <a:schemeClr val="dk2"/>
              </a:buClr>
              <a:buSzPts val="2800"/>
              <a:buFont typeface="Cambria"/>
              <a:buNone/>
              <a:defRPr b="1" i="0" sz="2800" u="none" cap="none" strike="noStrike">
                <a:solidFill>
                  <a:schemeClr val="dk2"/>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151692"/>
            <a:ext cx="8229600" cy="4799741"/>
          </a:xfrm>
          <a:prstGeom prst="rect">
            <a:avLst/>
          </a:prstGeom>
          <a:noFill/>
          <a:ln>
            <a:noFill/>
          </a:ln>
        </p:spPr>
        <p:txBody>
          <a:bodyPr anchorCtr="0" anchor="t" bIns="45700" lIns="0" spcFirstLastPara="1" rIns="0" wrap="square" tIns="45700">
            <a:noAutofit/>
          </a:bodyPr>
          <a:lstStyle>
            <a:lvl1pPr indent="-411480" lvl="0" marL="457200" marR="0" rtl="0" algn="l">
              <a:spcBef>
                <a:spcPts val="0"/>
              </a:spcBef>
              <a:spcAft>
                <a:spcPts val="0"/>
              </a:spcAft>
              <a:buClr>
                <a:schemeClr val="dk1"/>
              </a:buClr>
              <a:buSzPts val="2880"/>
              <a:buFont typeface="Arial"/>
              <a:buChar char="•"/>
              <a:defRPr b="0" i="0" sz="2400" u="none" cap="none" strike="noStrike">
                <a:solidFill>
                  <a:schemeClr val="dk1"/>
                </a:solidFill>
                <a:latin typeface="Cambria"/>
                <a:ea typeface="Cambria"/>
                <a:cs typeface="Cambria"/>
                <a:sym typeface="Cambria"/>
              </a:defRPr>
            </a:lvl1pPr>
            <a:lvl2pPr indent="-381000" lvl="1" marL="914400" marR="0" rtl="0" algn="l">
              <a:spcBef>
                <a:spcPts val="0"/>
              </a:spcBef>
              <a:spcAft>
                <a:spcPts val="0"/>
              </a:spcAft>
              <a:buClr>
                <a:schemeClr val="dk1"/>
              </a:buClr>
              <a:buSzPts val="2400"/>
              <a:buFont typeface="Arial"/>
              <a:buChar char="–"/>
              <a:defRPr b="0" i="0" sz="2400" u="none" cap="none" strike="noStrike">
                <a:solidFill>
                  <a:schemeClr val="dk1"/>
                </a:solidFill>
                <a:latin typeface="Cambria"/>
                <a:ea typeface="Cambria"/>
                <a:cs typeface="Cambria"/>
                <a:sym typeface="Cambria"/>
              </a:defRPr>
            </a:lvl2pPr>
            <a:lvl3pPr indent="-381000" lvl="2" marL="1371600" marR="0" rtl="0" algn="l">
              <a:spcBef>
                <a:spcPts val="0"/>
              </a:spcBef>
              <a:spcAft>
                <a:spcPts val="0"/>
              </a:spcAft>
              <a:buClr>
                <a:schemeClr val="dk1"/>
              </a:buClr>
              <a:buSzPts val="2400"/>
              <a:buFont typeface="Arial"/>
              <a:buChar char="•"/>
              <a:defRPr b="0" i="0" sz="2400" u="none" cap="none" strike="noStrike">
                <a:solidFill>
                  <a:schemeClr val="dk1"/>
                </a:solidFill>
                <a:latin typeface="Cambria"/>
                <a:ea typeface="Cambria"/>
                <a:cs typeface="Cambria"/>
                <a:sym typeface="Cambria"/>
              </a:defRPr>
            </a:lvl3pPr>
            <a:lvl4pPr indent="-381000" lvl="3" marL="1828800" marR="0" rtl="0" algn="l">
              <a:spcBef>
                <a:spcPts val="0"/>
              </a:spcBef>
              <a:spcAft>
                <a:spcPts val="0"/>
              </a:spcAft>
              <a:buClr>
                <a:schemeClr val="dk1"/>
              </a:buClr>
              <a:buSzPts val="2400"/>
              <a:buFont typeface="Merriweather Sans"/>
              <a:buChar char="-"/>
              <a:defRPr b="0" i="0" sz="2400" u="none" cap="none" strike="noStrike">
                <a:solidFill>
                  <a:schemeClr val="dk1"/>
                </a:solidFill>
                <a:latin typeface="Cambria"/>
                <a:ea typeface="Cambria"/>
                <a:cs typeface="Cambria"/>
                <a:sym typeface="Cambria"/>
              </a:defRPr>
            </a:lvl4pPr>
            <a:lvl5pPr indent="-381000" lvl="4" marL="2286000" marR="0" rtl="0" algn="l">
              <a:spcBef>
                <a:spcPts val="0"/>
              </a:spcBef>
              <a:spcAft>
                <a:spcPts val="0"/>
              </a:spcAft>
              <a:buClr>
                <a:schemeClr val="dk1"/>
              </a:buClr>
              <a:buSzPts val="2400"/>
              <a:buFont typeface="Merriweather Sans"/>
              <a:buChar char="»"/>
              <a:defRPr b="0" i="0" sz="2400" u="none" cap="none" strike="noStrike">
                <a:solidFill>
                  <a:schemeClr val="dk1"/>
                </a:solidFill>
                <a:latin typeface="Cambria"/>
                <a:ea typeface="Cambria"/>
                <a:cs typeface="Cambria"/>
                <a:sym typeface="Cambria"/>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mbria"/>
                <a:ea typeface="Cambria"/>
                <a:cs typeface="Cambria"/>
                <a:sym typeface="Cambria"/>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mbria"/>
                <a:ea typeface="Cambria"/>
                <a:cs typeface="Cambria"/>
                <a:sym typeface="Cambria"/>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mbria"/>
                <a:ea typeface="Cambria"/>
                <a:cs typeface="Cambria"/>
                <a:sym typeface="Cambria"/>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mbria"/>
                <a:ea typeface="Cambria"/>
                <a:cs typeface="Cambria"/>
                <a:sym typeface="Cambria"/>
              </a:defRPr>
            </a:lvl9pPr>
          </a:lstStyle>
          <a:p/>
        </p:txBody>
      </p:sp>
      <p:sp>
        <p:nvSpPr>
          <p:cNvPr id="8" name="Google Shape;8;p1"/>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lvl1pPr indent="0" lvl="0" marL="0" marR="0" rtl="0" algn="l">
              <a:spcBef>
                <a:spcPts val="0"/>
              </a:spcBef>
              <a:spcAft>
                <a:spcPts val="0"/>
              </a:spcAft>
              <a:buNone/>
              <a:defRPr b="0" i="0" sz="1200" u="none" cap="none" strike="noStrike">
                <a:solidFill>
                  <a:srgbClr val="54585A"/>
                </a:solidFill>
                <a:latin typeface="Arial"/>
                <a:ea typeface="Arial"/>
                <a:cs typeface="Arial"/>
                <a:sym typeface="Arial"/>
              </a:defRPr>
            </a:lvl1pPr>
            <a:lvl2pPr indent="0" lvl="1" marL="0" marR="0" rtl="0" algn="l">
              <a:spcBef>
                <a:spcPts val="0"/>
              </a:spcBef>
              <a:spcAft>
                <a:spcPts val="0"/>
              </a:spcAft>
              <a:buNone/>
              <a:defRPr b="0" i="0" sz="1200" u="none" cap="none" strike="noStrike">
                <a:solidFill>
                  <a:srgbClr val="54585A"/>
                </a:solidFill>
                <a:latin typeface="Arial"/>
                <a:ea typeface="Arial"/>
                <a:cs typeface="Arial"/>
                <a:sym typeface="Arial"/>
              </a:defRPr>
            </a:lvl2pPr>
            <a:lvl3pPr indent="0" lvl="2" marL="0" marR="0" rtl="0" algn="l">
              <a:spcBef>
                <a:spcPts val="0"/>
              </a:spcBef>
              <a:spcAft>
                <a:spcPts val="0"/>
              </a:spcAft>
              <a:buNone/>
              <a:defRPr b="0" i="0" sz="1200" u="none" cap="none" strike="noStrike">
                <a:solidFill>
                  <a:srgbClr val="54585A"/>
                </a:solidFill>
                <a:latin typeface="Arial"/>
                <a:ea typeface="Arial"/>
                <a:cs typeface="Arial"/>
                <a:sym typeface="Arial"/>
              </a:defRPr>
            </a:lvl3pPr>
            <a:lvl4pPr indent="0" lvl="3" marL="0" marR="0" rtl="0" algn="l">
              <a:spcBef>
                <a:spcPts val="0"/>
              </a:spcBef>
              <a:spcAft>
                <a:spcPts val="0"/>
              </a:spcAft>
              <a:buNone/>
              <a:defRPr b="0" i="0" sz="1200" u="none" cap="none" strike="noStrike">
                <a:solidFill>
                  <a:srgbClr val="54585A"/>
                </a:solidFill>
                <a:latin typeface="Arial"/>
                <a:ea typeface="Arial"/>
                <a:cs typeface="Arial"/>
                <a:sym typeface="Arial"/>
              </a:defRPr>
            </a:lvl4pPr>
            <a:lvl5pPr indent="0" lvl="4" marL="0" marR="0" rtl="0" algn="l">
              <a:spcBef>
                <a:spcPts val="0"/>
              </a:spcBef>
              <a:spcAft>
                <a:spcPts val="0"/>
              </a:spcAft>
              <a:buNone/>
              <a:defRPr b="0" i="0" sz="1200" u="none" cap="none" strike="noStrike">
                <a:solidFill>
                  <a:srgbClr val="54585A"/>
                </a:solidFill>
                <a:latin typeface="Arial"/>
                <a:ea typeface="Arial"/>
                <a:cs typeface="Arial"/>
                <a:sym typeface="Arial"/>
              </a:defRPr>
            </a:lvl5pPr>
            <a:lvl6pPr indent="0" lvl="5" marL="0" marR="0" rtl="0" algn="l">
              <a:spcBef>
                <a:spcPts val="0"/>
              </a:spcBef>
              <a:spcAft>
                <a:spcPts val="0"/>
              </a:spcAft>
              <a:buNone/>
              <a:defRPr b="0" i="0" sz="1200" u="none" cap="none" strike="noStrike">
                <a:solidFill>
                  <a:srgbClr val="54585A"/>
                </a:solidFill>
                <a:latin typeface="Arial"/>
                <a:ea typeface="Arial"/>
                <a:cs typeface="Arial"/>
                <a:sym typeface="Arial"/>
              </a:defRPr>
            </a:lvl6pPr>
            <a:lvl7pPr indent="0" lvl="6" marL="0" marR="0" rtl="0" algn="l">
              <a:spcBef>
                <a:spcPts val="0"/>
              </a:spcBef>
              <a:spcAft>
                <a:spcPts val="0"/>
              </a:spcAft>
              <a:buNone/>
              <a:defRPr b="0" i="0" sz="1200" u="none" cap="none" strike="noStrike">
                <a:solidFill>
                  <a:srgbClr val="54585A"/>
                </a:solidFill>
                <a:latin typeface="Arial"/>
                <a:ea typeface="Arial"/>
                <a:cs typeface="Arial"/>
                <a:sym typeface="Arial"/>
              </a:defRPr>
            </a:lvl7pPr>
            <a:lvl8pPr indent="0" lvl="7" marL="0" marR="0" rtl="0" algn="l">
              <a:spcBef>
                <a:spcPts val="0"/>
              </a:spcBef>
              <a:spcAft>
                <a:spcPts val="0"/>
              </a:spcAft>
              <a:buNone/>
              <a:defRPr b="0" i="0" sz="1200" u="none" cap="none" strike="noStrike">
                <a:solidFill>
                  <a:srgbClr val="54585A"/>
                </a:solidFill>
                <a:latin typeface="Arial"/>
                <a:ea typeface="Arial"/>
                <a:cs typeface="Arial"/>
                <a:sym typeface="Arial"/>
              </a:defRPr>
            </a:lvl8pPr>
            <a:lvl9pPr indent="0" lvl="8" marL="0" marR="0" rtl="0" algn="l">
              <a:spcBef>
                <a:spcPts val="0"/>
              </a:spcBef>
              <a:spcAft>
                <a:spcPts val="0"/>
              </a:spcAft>
              <a:buNone/>
              <a:defRPr b="0" i="0" sz="1200" u="none" cap="none" strike="noStrike">
                <a:solidFill>
                  <a:srgbClr val="54585A"/>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pic>
        <p:nvPicPr>
          <p:cNvPr descr="HMH_horizontal logo.png" id="9" name="Google Shape;9;p1"/>
          <p:cNvPicPr preferRelativeResize="0"/>
          <p:nvPr/>
        </p:nvPicPr>
        <p:blipFill rotWithShape="1">
          <a:blip r:embed="rId1">
            <a:alphaModFix/>
          </a:blip>
          <a:srcRect b="0" l="0" r="0" t="0"/>
          <a:stretch/>
        </p:blipFill>
        <p:spPr>
          <a:xfrm>
            <a:off x="6824799" y="6399660"/>
            <a:ext cx="1912424" cy="348185"/>
          </a:xfrm>
          <a:prstGeom prst="rect">
            <a:avLst/>
          </a:prstGeom>
          <a:noFill/>
          <a:ln>
            <a:noFill/>
          </a:ln>
        </p:spPr>
      </p:pic>
      <p:sp>
        <p:nvSpPr>
          <p:cNvPr id="10" name="Google Shape;10;p1"/>
          <p:cNvSpPr/>
          <p:nvPr/>
        </p:nvSpPr>
        <p:spPr>
          <a:xfrm>
            <a:off x="0" y="0"/>
            <a:ext cx="6775704" cy="173736"/>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Times New Roman"/>
              <a:ea typeface="Times New Roman"/>
              <a:cs typeface="Times New Roman"/>
              <a:sym typeface="Times New Roman"/>
            </a:endParaRPr>
          </a:p>
        </p:txBody>
      </p:sp>
      <p:sp>
        <p:nvSpPr>
          <p:cNvPr id="11" name="Google Shape;11;p1"/>
          <p:cNvSpPr/>
          <p:nvPr/>
        </p:nvSpPr>
        <p:spPr>
          <a:xfrm>
            <a:off x="6821424" y="0"/>
            <a:ext cx="2340864" cy="174171"/>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hyperlink" Target="https://www.hmhco.com/content/science/sciencedimensions/na/gr9-12/ete_biology_9780544535855_/book_pages/OPS/s9ml/glossary.xhtml#key-trait" TargetMode="External"/><Relationship Id="rId4" Type="http://schemas.openxmlformats.org/officeDocument/2006/relationships/hyperlink" Target="https://www.hmhco.com/content/science/sciencedimensions/na/gr9-12/ete_biology_9780544535855_/book_pages/OPS/s9ml/glossary.xhtml#key-33354erf8fdbfg22226fe789fdgrtr66bsfgg" TargetMode="External"/><Relationship Id="rId5" Type="http://schemas.openxmlformats.org/officeDocument/2006/relationships/hyperlink" Target="https://www.hmhco.com/content/science/sciencedimensions/na/gr9-12/ete_biology_9780544535855_/book_pages/OPS/s9ml/glossary.xhtml#key-bbjg890e4o0fjvfndlkspw0-riogjvkdpdsofjdfiovjfikv" TargetMode="External"/><Relationship Id="rId6" Type="http://schemas.openxmlformats.org/officeDocument/2006/relationships/hyperlink" Target="https://www.hmhco.com/content/science/sciencedimensions/na/gr9-12/ete_biology_9780544535855_/book_pages/OPS/s9ml/glossary.xhtml#key-0dcbghy66311cfbhmmbvujii986yfgjioiteaavgbklopiytgbnbvdrtuy76543345656777777"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www.hmhco.com/content/science/sciencedimensions/na/gr9-12/ete_biology_9780544535855_/book_pages/OPS/s9ml/glossary.xhtml#key-nucleotide" TargetMode="Externa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hyperlink" Target="https://www.hmhco.com/content/science/sciencedimensions/na/gr9-12/ete_biology_9780544535855_/book_pages/OPS/s9ml/glossary.xhtml#key-replication"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2.png"/><Relationship Id="rId4" Type="http://schemas.openxmlformats.org/officeDocument/2006/relationships/hyperlink" Target="https://www.hmhco.com/content/science/sciencedimensions/na/gr9-12/ete_biology_9780544535855_/book_pages/OPS/s9ml/glossary.xhtml#key-333548468fdbfg22226fe789fdgrtr66bsfgg" TargetMode="External"/><Relationship Id="rId5" Type="http://schemas.openxmlformats.org/officeDocument/2006/relationships/hyperlink" Target="https://www.hmhco.com/content/science/sciencedimensions/na/gr9-12/ete_biology_9780544535855_/book_pages/OPS/s9ml/glossary.xhtml#key-8844ddootjgjkvnbcndikei4939020rijfgjt9o4e0wpodkfgjgjhhghgfgdu9f"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 name="Shape 40"/>
        <p:cNvGrpSpPr/>
        <p:nvPr/>
      </p:nvGrpSpPr>
      <p:grpSpPr>
        <a:xfrm>
          <a:off x="0" y="0"/>
          <a:ext cx="0" cy="0"/>
          <a:chOff x="0" y="0"/>
          <a:chExt cx="0" cy="0"/>
        </a:xfrm>
      </p:grpSpPr>
      <p:sp>
        <p:nvSpPr>
          <p:cNvPr id="41" name="Google Shape;41;p8"/>
          <p:cNvSpPr txBox="1"/>
          <p:nvPr>
            <p:ph idx="4294967295" type="subTitle"/>
          </p:nvPr>
        </p:nvSpPr>
        <p:spPr>
          <a:xfrm>
            <a:off x="696995" y="1840108"/>
            <a:ext cx="6928755" cy="1752600"/>
          </a:xfrm>
          <a:prstGeom prst="rect">
            <a:avLst/>
          </a:prstGeom>
          <a:noFill/>
          <a:ln>
            <a:noFill/>
          </a:ln>
        </p:spPr>
        <p:txBody>
          <a:bodyPr anchorCtr="0" anchor="t" bIns="45700" lIns="0" spcFirstLastPara="1" rIns="0" wrap="square" tIns="45700">
            <a:noAutofit/>
          </a:bodyPr>
          <a:lstStyle/>
          <a:p>
            <a:pPr indent="0" lvl="0" marL="0" marR="0" rtl="0" algn="l">
              <a:spcBef>
                <a:spcPts val="0"/>
              </a:spcBef>
              <a:spcAft>
                <a:spcPts val="0"/>
              </a:spcAft>
              <a:buClr>
                <a:srgbClr val="F2F2F2"/>
              </a:buClr>
              <a:buSzPts val="3840"/>
              <a:buFont typeface="Arial"/>
              <a:buNone/>
            </a:pPr>
            <a:r>
              <a:rPr b="1" i="0" lang="en-US" sz="3200" u="none" cap="none" strike="noStrike">
                <a:solidFill>
                  <a:srgbClr val="F2F2F2"/>
                </a:solidFill>
                <a:latin typeface="Cambria"/>
                <a:ea typeface="Cambria"/>
                <a:cs typeface="Cambria"/>
                <a:sym typeface="Cambria"/>
              </a:rPr>
              <a:t>Biology</a:t>
            </a:r>
            <a:endParaRPr/>
          </a:p>
          <a:p>
            <a:pPr indent="0" lvl="0" marL="0" marR="0" rtl="0" algn="l">
              <a:spcBef>
                <a:spcPts val="0"/>
              </a:spcBef>
              <a:spcAft>
                <a:spcPts val="0"/>
              </a:spcAft>
              <a:buClr>
                <a:srgbClr val="F2F2F2"/>
              </a:buClr>
              <a:buSzPts val="3840"/>
              <a:buFont typeface="Arial"/>
              <a:buNone/>
            </a:pPr>
            <a:r>
              <a:rPr b="1" i="0" lang="en-US" sz="3200" u="none" cap="none" strike="noStrike">
                <a:solidFill>
                  <a:srgbClr val="F2F2F2"/>
                </a:solidFill>
                <a:latin typeface="Cambria"/>
                <a:ea typeface="Cambria"/>
                <a:cs typeface="Cambria"/>
                <a:sym typeface="Cambria"/>
              </a:rPr>
              <a:t>Unit 6: The Structure and Function of DNA</a:t>
            </a:r>
            <a:endParaRPr/>
          </a:p>
          <a:p>
            <a:pPr indent="0" lvl="0" marL="0" marR="0" rtl="0" algn="l">
              <a:spcBef>
                <a:spcPts val="0"/>
              </a:spcBef>
              <a:spcAft>
                <a:spcPts val="0"/>
              </a:spcAft>
              <a:buClr>
                <a:srgbClr val="F2F2F2"/>
              </a:buClr>
              <a:buSzPts val="3840"/>
              <a:buFont typeface="Arial"/>
              <a:buNone/>
            </a:pPr>
            <a:r>
              <a:rPr b="1" i="0" lang="en-US" sz="3200" u="none" cap="none" strike="noStrike">
                <a:solidFill>
                  <a:srgbClr val="F2F2F2"/>
                </a:solidFill>
                <a:latin typeface="Cambria"/>
                <a:ea typeface="Cambria"/>
                <a:cs typeface="Cambria"/>
                <a:sym typeface="Cambria"/>
              </a:rPr>
              <a:t>Lesson 1: DNA Structure and Replication</a:t>
            </a:r>
            <a:endParaRPr b="1" i="0" sz="3200" u="none" cap="none" strike="noStrike">
              <a:solidFill>
                <a:srgbClr val="F2F2F2"/>
              </a:solidFill>
              <a:latin typeface="Cambria"/>
              <a:ea typeface="Cambria"/>
              <a:cs typeface="Cambria"/>
              <a:sym typeface="Cambria"/>
            </a:endParaRPr>
          </a:p>
          <a:p>
            <a:pPr indent="0" lvl="0" marL="230188" marR="0" rtl="0" algn="l">
              <a:spcBef>
                <a:spcPts val="0"/>
              </a:spcBef>
              <a:spcAft>
                <a:spcPts val="0"/>
              </a:spcAft>
              <a:buClr>
                <a:schemeClr val="dk1"/>
              </a:buClr>
              <a:buSzPts val="3840"/>
              <a:buFont typeface="Arial"/>
              <a:buNone/>
            </a:pPr>
            <a:r>
              <a:t/>
            </a:r>
            <a:endParaRPr b="0" i="0" sz="3200" u="none" cap="none" strike="noStrike">
              <a:solidFill>
                <a:schemeClr val="dk1"/>
              </a:solidFill>
              <a:latin typeface="Cambria"/>
              <a:ea typeface="Cambria"/>
              <a:cs typeface="Cambria"/>
              <a:sym typeface="Cambria"/>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 name="Shape 47"/>
        <p:cNvGrpSpPr/>
        <p:nvPr/>
      </p:nvGrpSpPr>
      <p:grpSpPr>
        <a:xfrm>
          <a:off x="0" y="0"/>
          <a:ext cx="0" cy="0"/>
          <a:chOff x="0" y="0"/>
          <a:chExt cx="0" cy="0"/>
        </a:xfrm>
      </p:grpSpPr>
      <p:sp>
        <p:nvSpPr>
          <p:cNvPr id="48" name="Google Shape;48;p9"/>
          <p:cNvSpPr txBox="1"/>
          <p:nvPr>
            <p:ph type="title"/>
          </p:nvPr>
        </p:nvSpPr>
        <p:spPr>
          <a:xfrm>
            <a:off x="311100" y="286314"/>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solidFill>
                  <a:srgbClr val="F2A900"/>
                </a:solidFill>
                <a:latin typeface="Cambria"/>
                <a:ea typeface="Cambria"/>
                <a:cs typeface="Cambria"/>
                <a:sym typeface="Cambria"/>
              </a:rPr>
              <a:t>Can You Explain It?</a:t>
            </a:r>
            <a:endParaRPr/>
          </a:p>
        </p:txBody>
      </p:sp>
      <p:sp>
        <p:nvSpPr>
          <p:cNvPr id="49" name="Google Shape;49;p9"/>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pic>
        <p:nvPicPr>
          <p:cNvPr descr="A drawing of a person&#10;&#10;Description automatically generated" id="50" name="Google Shape;50;p9"/>
          <p:cNvPicPr preferRelativeResize="0"/>
          <p:nvPr/>
        </p:nvPicPr>
        <p:blipFill rotWithShape="1">
          <a:blip r:embed="rId3">
            <a:alphaModFix/>
          </a:blip>
          <a:srcRect b="0" l="0" r="0" t="0"/>
          <a:stretch/>
        </p:blipFill>
        <p:spPr>
          <a:xfrm>
            <a:off x="8457361" y="286314"/>
            <a:ext cx="474345" cy="526415"/>
          </a:xfrm>
          <a:prstGeom prst="rect">
            <a:avLst/>
          </a:prstGeom>
          <a:noFill/>
          <a:ln>
            <a:noFill/>
          </a:ln>
        </p:spPr>
      </p:pic>
      <p:sp>
        <p:nvSpPr>
          <p:cNvPr id="51" name="Google Shape;51;p9"/>
          <p:cNvSpPr txBox="1"/>
          <p:nvPr/>
        </p:nvSpPr>
        <p:spPr>
          <a:xfrm>
            <a:off x="7298064" y="-55968"/>
            <a:ext cx="130195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6 Lesson 1</a:t>
            </a:r>
            <a:endParaRPr/>
          </a:p>
        </p:txBody>
      </p:sp>
      <p:pic>
        <p:nvPicPr>
          <p:cNvPr id="52" name="Google Shape;52;p9"/>
          <p:cNvPicPr preferRelativeResize="0"/>
          <p:nvPr/>
        </p:nvPicPr>
        <p:blipFill rotWithShape="1">
          <a:blip r:embed="rId4">
            <a:alphaModFix/>
          </a:blip>
          <a:srcRect b="0" l="0" r="0" t="0"/>
          <a:stretch/>
        </p:blipFill>
        <p:spPr>
          <a:xfrm>
            <a:off x="311100" y="1652150"/>
            <a:ext cx="5388033" cy="3985079"/>
          </a:xfrm>
          <a:prstGeom prst="rect">
            <a:avLst/>
          </a:prstGeom>
          <a:noFill/>
          <a:ln>
            <a:noFill/>
          </a:ln>
        </p:spPr>
      </p:pic>
      <p:sp>
        <p:nvSpPr>
          <p:cNvPr id="53" name="Google Shape;53;p9"/>
          <p:cNvSpPr txBox="1"/>
          <p:nvPr/>
        </p:nvSpPr>
        <p:spPr>
          <a:xfrm>
            <a:off x="5927271" y="2644170"/>
            <a:ext cx="3004435" cy="15696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mbria"/>
                <a:ea typeface="Cambria"/>
                <a:cs typeface="Cambria"/>
                <a:sym typeface="Cambria"/>
              </a:rPr>
              <a:t>How can you make conclusions about something you cannot see?</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0"/>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61" name="Google Shape;61;p10"/>
          <p:cNvSpPr txBox="1"/>
          <p:nvPr>
            <p:ph type="title"/>
          </p:nvPr>
        </p:nvSpPr>
        <p:spPr>
          <a:xfrm>
            <a:off x="457200" y="318213"/>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t>The Function of DNA</a:t>
            </a:r>
            <a:endParaRPr/>
          </a:p>
        </p:txBody>
      </p:sp>
      <p:sp>
        <p:nvSpPr>
          <p:cNvPr id="62" name="Google Shape;62;p10"/>
          <p:cNvSpPr txBox="1"/>
          <p:nvPr/>
        </p:nvSpPr>
        <p:spPr>
          <a:xfrm>
            <a:off x="7298064" y="-55968"/>
            <a:ext cx="130195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6 Lesson 1</a:t>
            </a:r>
            <a:endParaRPr/>
          </a:p>
        </p:txBody>
      </p:sp>
      <p:sp>
        <p:nvSpPr>
          <p:cNvPr id="63" name="Google Shape;63;p10"/>
          <p:cNvSpPr txBox="1"/>
          <p:nvPr/>
        </p:nvSpPr>
        <p:spPr>
          <a:xfrm>
            <a:off x="457200" y="1276808"/>
            <a:ext cx="8229600" cy="5264100"/>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You have a set of </a:t>
            </a:r>
            <a:r>
              <a:rPr b="1" lang="en-US" sz="2400" u="sng">
                <a:solidFill>
                  <a:schemeClr val="dk2"/>
                </a:solidFill>
                <a:latin typeface="Cambria"/>
                <a:ea typeface="Cambria"/>
                <a:cs typeface="Cambria"/>
                <a:sym typeface="Cambria"/>
                <a:hlinkClick r:id="rId3">
                  <a:extLst>
                    <a:ext uri="{A12FA001-AC4F-418D-AE19-62706E023703}">
                      <ahyp:hlinkClr val="tx"/>
                    </a:ext>
                  </a:extLst>
                </a:hlinkClick>
              </a:rPr>
              <a:t>traits</a:t>
            </a:r>
            <a:r>
              <a:rPr lang="en-US" sz="2400">
                <a:solidFill>
                  <a:schemeClr val="dk1"/>
                </a:solidFill>
                <a:latin typeface="Cambria"/>
                <a:ea typeface="Cambria"/>
                <a:cs typeface="Cambria"/>
                <a:sym typeface="Cambria"/>
              </a:rPr>
              <a:t>, or distinguishing characteristics, such as hair color, eye color, face shape, and body type, that are passed from one generation to the next.</a:t>
            </a:r>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mbria"/>
              <a:ea typeface="Cambria"/>
              <a:cs typeface="Cambria"/>
              <a:sym typeface="Cambria"/>
            </a:endParaRPr>
          </a:p>
          <a:p>
            <a:pPr indent="-342900" lvl="0" marL="342900" marR="0" rtl="0" algn="l">
              <a:spcBef>
                <a:spcPts val="0"/>
              </a:spcBef>
              <a:spcAft>
                <a:spcPts val="0"/>
              </a:spcAft>
              <a:buClr>
                <a:schemeClr val="dk1"/>
              </a:buClr>
              <a:buSzPts val="2400"/>
              <a:buFont typeface="Arial"/>
              <a:buChar char="•"/>
            </a:pPr>
            <a:r>
              <a:rPr b="1" lang="en-US" sz="2400" u="sng">
                <a:solidFill>
                  <a:schemeClr val="dk2"/>
                </a:solidFill>
                <a:latin typeface="Cambria"/>
                <a:ea typeface="Cambria"/>
                <a:cs typeface="Cambria"/>
                <a:sym typeface="Cambria"/>
                <a:hlinkClick r:id="rId4">
                  <a:extLst>
                    <a:ext uri="{A12FA001-AC4F-418D-AE19-62706E023703}">
                      <ahyp:hlinkClr val="tx"/>
                    </a:ext>
                  </a:extLst>
                </a:hlinkClick>
              </a:rPr>
              <a:t>DNA</a:t>
            </a:r>
            <a:r>
              <a:rPr lang="en-US" sz="2400">
                <a:solidFill>
                  <a:schemeClr val="dk1"/>
                </a:solidFill>
                <a:latin typeface="Cambria"/>
                <a:ea typeface="Cambria"/>
                <a:cs typeface="Cambria"/>
                <a:sym typeface="Cambria"/>
              </a:rPr>
              <a:t>, or deoxyribonucleic acid, is the molecule that stores the genetic information for all organisms. </a:t>
            </a:r>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mbria"/>
              <a:ea typeface="Cambria"/>
              <a:cs typeface="Cambria"/>
              <a:sym typeface="Cambria"/>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DNA is </a:t>
            </a:r>
            <a:r>
              <a:rPr b="1" lang="en-US" sz="2400" u="sng">
                <a:solidFill>
                  <a:schemeClr val="dk2"/>
                </a:solidFill>
                <a:latin typeface="Cambria"/>
                <a:ea typeface="Cambria"/>
                <a:cs typeface="Cambria"/>
                <a:sym typeface="Cambria"/>
                <a:hlinkClick r:id="rId5">
                  <a:extLst>
                    <a:ext uri="{A12FA001-AC4F-418D-AE19-62706E023703}">
                      <ahyp:hlinkClr val="tx"/>
                    </a:ext>
                  </a:extLst>
                </a:hlinkClick>
              </a:rPr>
              <a:t>heritable</a:t>
            </a:r>
            <a:r>
              <a:rPr lang="en-US" sz="2400">
                <a:solidFill>
                  <a:schemeClr val="dk1"/>
                </a:solidFill>
                <a:latin typeface="Cambria"/>
                <a:ea typeface="Cambria"/>
                <a:cs typeface="Cambria"/>
                <a:sym typeface="Cambria"/>
              </a:rPr>
              <a:t>, which means it can be passed from parent to offspring.</a:t>
            </a:r>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mbria"/>
              <a:ea typeface="Cambria"/>
              <a:cs typeface="Cambria"/>
              <a:sym typeface="Cambria"/>
            </a:endParaRPr>
          </a:p>
          <a:p>
            <a:pPr indent="-342900" lvl="0" marL="342900" marR="0" rtl="0" algn="l">
              <a:spcBef>
                <a:spcPts val="0"/>
              </a:spcBef>
              <a:spcAft>
                <a:spcPts val="0"/>
              </a:spcAft>
              <a:buClr>
                <a:schemeClr val="dk1"/>
              </a:buClr>
              <a:buSzPts val="2400"/>
              <a:buFont typeface="Arial"/>
              <a:buChar char="•"/>
            </a:pPr>
            <a:r>
              <a:rPr b="1" lang="en-US" sz="2400" u="sng">
                <a:solidFill>
                  <a:schemeClr val="dk2"/>
                </a:solidFill>
                <a:latin typeface="Cambria"/>
                <a:ea typeface="Cambria"/>
                <a:cs typeface="Cambria"/>
                <a:sym typeface="Cambria"/>
                <a:hlinkClick r:id="rId6">
                  <a:extLst>
                    <a:ext uri="{A12FA001-AC4F-418D-AE19-62706E023703}">
                      <ahyp:hlinkClr val="tx"/>
                    </a:ext>
                  </a:extLst>
                </a:hlinkClick>
              </a:rPr>
              <a:t>Genetics</a:t>
            </a:r>
            <a:r>
              <a:rPr lang="en-US" sz="2400">
                <a:solidFill>
                  <a:schemeClr val="dk1"/>
                </a:solidFill>
                <a:latin typeface="Cambria"/>
                <a:ea typeface="Cambria"/>
                <a:cs typeface="Cambria"/>
                <a:sym typeface="Cambria"/>
              </a:rPr>
              <a:t> is the study of biological inheritance patterns and variation in organisms. </a:t>
            </a:r>
            <a:endParaRPr/>
          </a:p>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1"/>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71" name="Google Shape;71;p11"/>
          <p:cNvSpPr txBox="1"/>
          <p:nvPr>
            <p:ph type="title"/>
          </p:nvPr>
        </p:nvSpPr>
        <p:spPr>
          <a:xfrm>
            <a:off x="457200" y="318213"/>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t>The Function of DNA</a:t>
            </a:r>
            <a:endParaRPr/>
          </a:p>
        </p:txBody>
      </p:sp>
      <p:sp>
        <p:nvSpPr>
          <p:cNvPr id="72" name="Google Shape;72;p11"/>
          <p:cNvSpPr txBox="1"/>
          <p:nvPr/>
        </p:nvSpPr>
        <p:spPr>
          <a:xfrm>
            <a:off x="7298064" y="-55968"/>
            <a:ext cx="130195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6 Lesson 1</a:t>
            </a:r>
            <a:endParaRPr/>
          </a:p>
        </p:txBody>
      </p:sp>
      <p:pic>
        <p:nvPicPr>
          <p:cNvPr id="73" name="Google Shape;73;p11"/>
          <p:cNvPicPr preferRelativeResize="0"/>
          <p:nvPr/>
        </p:nvPicPr>
        <p:blipFill rotWithShape="1">
          <a:blip r:embed="rId3">
            <a:alphaModFix/>
          </a:blip>
          <a:srcRect b="0" l="0" r="0" t="0"/>
          <a:stretch/>
        </p:blipFill>
        <p:spPr>
          <a:xfrm>
            <a:off x="1142505" y="1233293"/>
            <a:ext cx="6858990" cy="5141732"/>
          </a:xfrm>
          <a:prstGeom prst="rect">
            <a:avLst/>
          </a:prstGeom>
          <a:noFill/>
          <a:ln>
            <a:noFill/>
          </a:ln>
        </p:spPr>
      </p:pic>
      <p:sp>
        <p:nvSpPr>
          <p:cNvPr id="74" name="Google Shape;74;p11"/>
          <p:cNvSpPr txBox="1"/>
          <p:nvPr/>
        </p:nvSpPr>
        <p:spPr>
          <a:xfrm>
            <a:off x="2286000" y="868168"/>
            <a:ext cx="533944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mbria"/>
                <a:ea typeface="Cambria"/>
                <a:cs typeface="Cambria"/>
                <a:sym typeface="Cambria"/>
              </a:rPr>
              <a:t>Avery's Experimental Design</a:t>
            </a:r>
            <a:endParaRPr sz="2400">
              <a:solidFill>
                <a:schemeClr val="dk1"/>
              </a:solidFill>
              <a:latin typeface="Cambria"/>
              <a:ea typeface="Cambria"/>
              <a:cs typeface="Cambria"/>
              <a:sym typeface="Cambria"/>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2"/>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82" name="Google Shape;82;p12"/>
          <p:cNvSpPr txBox="1"/>
          <p:nvPr>
            <p:ph type="title"/>
          </p:nvPr>
        </p:nvSpPr>
        <p:spPr>
          <a:xfrm>
            <a:off x="457200" y="318213"/>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t>The Function of DNA</a:t>
            </a:r>
            <a:endParaRPr/>
          </a:p>
        </p:txBody>
      </p:sp>
      <p:sp>
        <p:nvSpPr>
          <p:cNvPr id="83" name="Google Shape;83;p12"/>
          <p:cNvSpPr txBox="1"/>
          <p:nvPr/>
        </p:nvSpPr>
        <p:spPr>
          <a:xfrm>
            <a:off x="7298064" y="-55968"/>
            <a:ext cx="130195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6 Lesson 1</a:t>
            </a:r>
            <a:endParaRPr/>
          </a:p>
        </p:txBody>
      </p:sp>
      <p:pic>
        <p:nvPicPr>
          <p:cNvPr id="84" name="Google Shape;84;p12"/>
          <p:cNvPicPr preferRelativeResize="0"/>
          <p:nvPr/>
        </p:nvPicPr>
        <p:blipFill rotWithShape="1">
          <a:blip r:embed="rId3">
            <a:alphaModFix/>
          </a:blip>
          <a:srcRect b="0" l="0" r="0" t="0"/>
          <a:stretch/>
        </p:blipFill>
        <p:spPr>
          <a:xfrm>
            <a:off x="1225550" y="1273629"/>
            <a:ext cx="6692900" cy="3657600"/>
          </a:xfrm>
          <a:prstGeom prst="rect">
            <a:avLst/>
          </a:prstGeom>
          <a:noFill/>
          <a:ln>
            <a:noFill/>
          </a:ln>
        </p:spPr>
      </p:pic>
      <p:sp>
        <p:nvSpPr>
          <p:cNvPr id="85" name="Google Shape;85;p12"/>
          <p:cNvSpPr txBox="1"/>
          <p:nvPr/>
        </p:nvSpPr>
        <p:spPr>
          <a:xfrm>
            <a:off x="710293" y="5258605"/>
            <a:ext cx="7723414"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mbria"/>
                <a:ea typeface="Cambria"/>
                <a:cs typeface="Cambria"/>
                <a:sym typeface="Cambria"/>
              </a:rPr>
              <a:t>How does the data in the table support the claim </a:t>
            </a:r>
            <a:br>
              <a:rPr b="1" lang="en-US" sz="2400">
                <a:solidFill>
                  <a:schemeClr val="dk1"/>
                </a:solidFill>
                <a:latin typeface="Cambria"/>
                <a:ea typeface="Cambria"/>
                <a:cs typeface="Cambria"/>
                <a:sym typeface="Cambria"/>
              </a:rPr>
            </a:br>
            <a:r>
              <a:rPr b="1" lang="en-US" sz="2400">
                <a:solidFill>
                  <a:schemeClr val="dk1"/>
                </a:solidFill>
                <a:latin typeface="Cambria"/>
                <a:ea typeface="Cambria"/>
                <a:cs typeface="Cambria"/>
                <a:sym typeface="Cambria"/>
              </a:rPr>
              <a:t>that DNA is the transforming principle?</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3"/>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93" name="Google Shape;93;p13"/>
          <p:cNvSpPr txBox="1"/>
          <p:nvPr>
            <p:ph type="title"/>
          </p:nvPr>
        </p:nvSpPr>
        <p:spPr>
          <a:xfrm>
            <a:off x="457200" y="318213"/>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t>The Function of DNA</a:t>
            </a:r>
            <a:endParaRPr/>
          </a:p>
        </p:txBody>
      </p:sp>
      <p:sp>
        <p:nvSpPr>
          <p:cNvPr id="94" name="Google Shape;94;p13"/>
          <p:cNvSpPr txBox="1"/>
          <p:nvPr/>
        </p:nvSpPr>
        <p:spPr>
          <a:xfrm>
            <a:off x="7298064" y="-55968"/>
            <a:ext cx="130195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6 Lesson 1</a:t>
            </a:r>
            <a:endParaRPr/>
          </a:p>
        </p:txBody>
      </p:sp>
      <p:sp>
        <p:nvSpPr>
          <p:cNvPr id="95" name="Google Shape;95;p13"/>
          <p:cNvSpPr txBox="1"/>
          <p:nvPr/>
        </p:nvSpPr>
        <p:spPr>
          <a:xfrm>
            <a:off x="457200" y="929120"/>
            <a:ext cx="8229600" cy="63709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mbria"/>
                <a:ea typeface="Cambria"/>
                <a:cs typeface="Cambria"/>
                <a:sym typeface="Cambria"/>
              </a:rPr>
              <a:t>EXPLAIN</a:t>
            </a:r>
            <a:endParaRPr/>
          </a:p>
          <a:p>
            <a:pPr indent="0" lvl="0" marL="0" marR="0" rtl="0" algn="l">
              <a:spcBef>
                <a:spcPts val="0"/>
              </a:spcBef>
              <a:spcAft>
                <a:spcPts val="0"/>
              </a:spcAft>
              <a:buNone/>
            </a:pPr>
            <a:r>
              <a:t/>
            </a:r>
            <a:endParaRPr b="1" sz="2400">
              <a:solidFill>
                <a:schemeClr val="dk1"/>
              </a:solidFill>
              <a:latin typeface="Cambria"/>
              <a:ea typeface="Cambria"/>
              <a:cs typeface="Cambria"/>
              <a:sym typeface="Cambria"/>
            </a:endParaRPr>
          </a:p>
          <a:p>
            <a:pPr indent="-457200" lvl="0" marL="457200" marR="0" rtl="0" algn="l">
              <a:spcBef>
                <a:spcPts val="0"/>
              </a:spcBef>
              <a:spcAft>
                <a:spcPts val="0"/>
              </a:spcAft>
              <a:buClr>
                <a:schemeClr val="dk1"/>
              </a:buClr>
              <a:buSzPts val="2400"/>
              <a:buFont typeface="Cambria"/>
              <a:buAutoNum type="arabicPeriod"/>
            </a:pPr>
            <a:r>
              <a:rPr b="1" lang="en-US" sz="2400">
                <a:solidFill>
                  <a:schemeClr val="dk1"/>
                </a:solidFill>
                <a:latin typeface="Cambria"/>
                <a:ea typeface="Cambria"/>
                <a:cs typeface="Cambria"/>
                <a:sym typeface="Cambria"/>
              </a:rPr>
              <a:t>Draw a table to summarize each experiment. Include information on the relationship between the experiments, key data, and questions that remained after each experiment.</a:t>
            </a:r>
            <a:br>
              <a:rPr b="1" lang="en-US" sz="2400">
                <a:solidFill>
                  <a:schemeClr val="dk1"/>
                </a:solidFill>
                <a:latin typeface="Cambria"/>
                <a:ea typeface="Cambria"/>
                <a:cs typeface="Cambria"/>
                <a:sym typeface="Cambria"/>
              </a:rPr>
            </a:br>
            <a:endParaRPr b="1" sz="2400">
              <a:solidFill>
                <a:schemeClr val="dk1"/>
              </a:solidFill>
              <a:latin typeface="Cambria"/>
              <a:ea typeface="Cambria"/>
              <a:cs typeface="Cambria"/>
              <a:sym typeface="Cambria"/>
            </a:endParaRPr>
          </a:p>
          <a:p>
            <a:pPr indent="-457200" lvl="0" marL="457200" marR="0" rtl="0" algn="l">
              <a:spcBef>
                <a:spcPts val="0"/>
              </a:spcBef>
              <a:spcAft>
                <a:spcPts val="0"/>
              </a:spcAft>
              <a:buClr>
                <a:schemeClr val="dk1"/>
              </a:buClr>
              <a:buSzPts val="2400"/>
              <a:buFont typeface="Cambria"/>
              <a:buAutoNum type="arabicPeriod"/>
            </a:pPr>
            <a:r>
              <a:rPr b="1" lang="en-US" sz="2400">
                <a:solidFill>
                  <a:schemeClr val="dk1"/>
                </a:solidFill>
                <a:latin typeface="Cambria"/>
                <a:ea typeface="Cambria"/>
                <a:cs typeface="Cambria"/>
                <a:sym typeface="Cambria"/>
              </a:rPr>
              <a:t>Develop an argument for why the data from each experiment either supported or did not support the conclusion that DNA is the molecule of inheritance.</a:t>
            </a:r>
            <a:br>
              <a:rPr b="1" lang="en-US" sz="2400">
                <a:solidFill>
                  <a:schemeClr val="dk1"/>
                </a:solidFill>
                <a:latin typeface="Cambria"/>
                <a:ea typeface="Cambria"/>
                <a:cs typeface="Cambria"/>
                <a:sym typeface="Cambria"/>
              </a:rPr>
            </a:br>
            <a:endParaRPr b="1" sz="2400">
              <a:solidFill>
                <a:schemeClr val="dk1"/>
              </a:solidFill>
              <a:latin typeface="Cambria"/>
              <a:ea typeface="Cambria"/>
              <a:cs typeface="Cambria"/>
              <a:sym typeface="Cambria"/>
            </a:endParaRPr>
          </a:p>
          <a:p>
            <a:pPr indent="-457200" lvl="0" marL="457200" marR="0" rtl="0" algn="l">
              <a:spcBef>
                <a:spcPts val="0"/>
              </a:spcBef>
              <a:spcAft>
                <a:spcPts val="0"/>
              </a:spcAft>
              <a:buClr>
                <a:schemeClr val="dk1"/>
              </a:buClr>
              <a:buSzPts val="2400"/>
              <a:buFont typeface="Cambria"/>
              <a:buAutoNum type="arabicPeriod"/>
            </a:pPr>
            <a:r>
              <a:rPr b="1" lang="en-US" sz="2400">
                <a:solidFill>
                  <a:schemeClr val="dk1"/>
                </a:solidFill>
                <a:latin typeface="Cambria"/>
                <a:ea typeface="Cambria"/>
                <a:cs typeface="Cambria"/>
                <a:sym typeface="Cambria"/>
              </a:rPr>
              <a:t>Scientists often build on, and improve, the work of other scientists. This process may cover a long period of time. Explain how advances in technology affect this process of building scientific knowledge.</a:t>
            </a:r>
            <a:endParaRPr/>
          </a:p>
          <a:p>
            <a:pPr indent="0" lvl="0" marL="0" marR="0" rtl="0" algn="l">
              <a:spcBef>
                <a:spcPts val="0"/>
              </a:spcBef>
              <a:spcAft>
                <a:spcPts val="0"/>
              </a:spcAft>
              <a:buNone/>
            </a:pPr>
            <a:r>
              <a:t/>
            </a:r>
            <a:endParaRPr b="1" sz="2400">
              <a:solidFill>
                <a:schemeClr val="dk1"/>
              </a:solidFill>
              <a:latin typeface="Cambria"/>
              <a:ea typeface="Cambria"/>
              <a:cs typeface="Cambria"/>
              <a:sym typeface="Cambria"/>
            </a:endParaRPr>
          </a:p>
          <a:p>
            <a:pPr indent="0" lvl="0" marL="0" marR="0" rtl="0" algn="l">
              <a:spcBef>
                <a:spcPts val="0"/>
              </a:spcBef>
              <a:spcAft>
                <a:spcPts val="0"/>
              </a:spcAft>
              <a:buNone/>
            </a:pPr>
            <a:r>
              <a:t/>
            </a:r>
            <a:endParaRPr b="1" sz="2400">
              <a:solidFill>
                <a:schemeClr val="dk1"/>
              </a:solidFill>
              <a:latin typeface="Cambria"/>
              <a:ea typeface="Cambria"/>
              <a:cs typeface="Cambria"/>
              <a:sym typeface="Cambria"/>
            </a:endParaRPr>
          </a:p>
        </p:txBody>
      </p:sp>
      <p:pic>
        <p:nvPicPr>
          <p:cNvPr descr="A drawing of a person&#10;&#10;Description automatically generated" id="96" name="Google Shape;96;p13"/>
          <p:cNvPicPr preferRelativeResize="0"/>
          <p:nvPr/>
        </p:nvPicPr>
        <p:blipFill rotWithShape="1">
          <a:blip r:embed="rId3">
            <a:alphaModFix/>
          </a:blip>
          <a:srcRect b="0" l="0" r="0" t="0"/>
          <a:stretch/>
        </p:blipFill>
        <p:spPr>
          <a:xfrm>
            <a:off x="8457361" y="286314"/>
            <a:ext cx="474345" cy="52641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4"/>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104" name="Google Shape;104;p14"/>
          <p:cNvSpPr txBox="1"/>
          <p:nvPr>
            <p:ph type="title"/>
          </p:nvPr>
        </p:nvSpPr>
        <p:spPr>
          <a:xfrm>
            <a:off x="457200" y="318213"/>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solidFill>
                  <a:srgbClr val="F2A900"/>
                </a:solidFill>
                <a:latin typeface="Cambria"/>
                <a:ea typeface="Cambria"/>
                <a:cs typeface="Cambria"/>
                <a:sym typeface="Cambria"/>
              </a:rPr>
              <a:t>The Structure of DNA</a:t>
            </a:r>
            <a:endParaRPr/>
          </a:p>
        </p:txBody>
      </p:sp>
      <p:sp>
        <p:nvSpPr>
          <p:cNvPr id="105" name="Google Shape;105;p14"/>
          <p:cNvSpPr txBox="1"/>
          <p:nvPr/>
        </p:nvSpPr>
        <p:spPr>
          <a:xfrm>
            <a:off x="7298064" y="-55968"/>
            <a:ext cx="130195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6 Lesson 1</a:t>
            </a:r>
            <a:endParaRPr/>
          </a:p>
        </p:txBody>
      </p:sp>
      <p:sp>
        <p:nvSpPr>
          <p:cNvPr id="106" name="Google Shape;106;p14"/>
          <p:cNvSpPr txBox="1"/>
          <p:nvPr/>
        </p:nvSpPr>
        <p:spPr>
          <a:xfrm>
            <a:off x="263106" y="5248208"/>
            <a:ext cx="8423694"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dk1"/>
                </a:solidFill>
                <a:latin typeface="Cambria"/>
                <a:ea typeface="Cambria"/>
                <a:cs typeface="Cambria"/>
                <a:sym typeface="Cambria"/>
              </a:rPr>
              <a:t>The subunit, or monomer, that makes up DNA is called a </a:t>
            </a:r>
            <a:r>
              <a:rPr b="1" lang="en-US" sz="2400" u="sng">
                <a:solidFill>
                  <a:schemeClr val="dk2"/>
                </a:solidFill>
                <a:latin typeface="Cambria"/>
                <a:ea typeface="Cambria"/>
                <a:cs typeface="Cambria"/>
                <a:sym typeface="Cambria"/>
                <a:hlinkClick r:id="rId3">
                  <a:extLst>
                    <a:ext uri="{A12FA001-AC4F-418D-AE19-62706E023703}">
                      <ahyp:hlinkClr val="tx"/>
                    </a:ext>
                  </a:extLst>
                </a:hlinkClick>
              </a:rPr>
              <a:t>nucleotide</a:t>
            </a:r>
            <a:r>
              <a:rPr lang="en-US" sz="2400">
                <a:solidFill>
                  <a:schemeClr val="dk1"/>
                </a:solidFill>
                <a:latin typeface="Cambria"/>
                <a:ea typeface="Cambria"/>
                <a:cs typeface="Cambria"/>
                <a:sym typeface="Cambria"/>
              </a:rPr>
              <a:t>.</a:t>
            </a:r>
            <a:endParaRPr/>
          </a:p>
        </p:txBody>
      </p:sp>
      <p:pic>
        <p:nvPicPr>
          <p:cNvPr id="107" name="Google Shape;107;p14"/>
          <p:cNvPicPr preferRelativeResize="0"/>
          <p:nvPr/>
        </p:nvPicPr>
        <p:blipFill rotWithShape="1">
          <a:blip r:embed="rId4">
            <a:alphaModFix/>
          </a:blip>
          <a:srcRect b="0" l="0" r="0" t="0"/>
          <a:stretch/>
        </p:blipFill>
        <p:spPr>
          <a:xfrm>
            <a:off x="1996042" y="1165262"/>
            <a:ext cx="5151916" cy="3863937"/>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5"/>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115" name="Google Shape;115;p15"/>
          <p:cNvSpPr txBox="1"/>
          <p:nvPr>
            <p:ph type="title"/>
          </p:nvPr>
        </p:nvSpPr>
        <p:spPr>
          <a:xfrm>
            <a:off x="457200" y="318213"/>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solidFill>
                  <a:srgbClr val="F2A900"/>
                </a:solidFill>
                <a:latin typeface="Cambria"/>
                <a:ea typeface="Cambria"/>
                <a:cs typeface="Cambria"/>
                <a:sym typeface="Cambria"/>
              </a:rPr>
              <a:t>The Structure of DNA</a:t>
            </a:r>
            <a:endParaRPr/>
          </a:p>
        </p:txBody>
      </p:sp>
      <p:sp>
        <p:nvSpPr>
          <p:cNvPr id="116" name="Google Shape;116;p15"/>
          <p:cNvSpPr txBox="1"/>
          <p:nvPr/>
        </p:nvSpPr>
        <p:spPr>
          <a:xfrm>
            <a:off x="7298064" y="-55968"/>
            <a:ext cx="130195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6 Lesson 1</a:t>
            </a:r>
            <a:endParaRPr/>
          </a:p>
        </p:txBody>
      </p:sp>
      <p:pic>
        <p:nvPicPr>
          <p:cNvPr id="117" name="Google Shape;117;p15"/>
          <p:cNvPicPr preferRelativeResize="0"/>
          <p:nvPr/>
        </p:nvPicPr>
        <p:blipFill rotWithShape="1">
          <a:blip r:embed="rId3">
            <a:alphaModFix/>
          </a:blip>
          <a:srcRect b="0" l="0" r="0" t="0"/>
          <a:stretch/>
        </p:blipFill>
        <p:spPr>
          <a:xfrm>
            <a:off x="457200" y="1442596"/>
            <a:ext cx="8229600" cy="4207207"/>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6"/>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125" name="Google Shape;125;p16"/>
          <p:cNvSpPr txBox="1"/>
          <p:nvPr>
            <p:ph type="title"/>
          </p:nvPr>
        </p:nvSpPr>
        <p:spPr>
          <a:xfrm>
            <a:off x="457200" y="318213"/>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solidFill>
                  <a:srgbClr val="F2A900"/>
                </a:solidFill>
                <a:latin typeface="Cambria"/>
                <a:ea typeface="Cambria"/>
                <a:cs typeface="Cambria"/>
                <a:sym typeface="Cambria"/>
              </a:rPr>
              <a:t>The Structure of DNA</a:t>
            </a:r>
            <a:endParaRPr/>
          </a:p>
        </p:txBody>
      </p:sp>
      <p:sp>
        <p:nvSpPr>
          <p:cNvPr id="126" name="Google Shape;126;p16"/>
          <p:cNvSpPr txBox="1"/>
          <p:nvPr/>
        </p:nvSpPr>
        <p:spPr>
          <a:xfrm>
            <a:off x="7298064" y="-55968"/>
            <a:ext cx="130195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6 Lesson 1</a:t>
            </a:r>
            <a:endParaRPr/>
          </a:p>
        </p:txBody>
      </p:sp>
      <p:pic>
        <p:nvPicPr>
          <p:cNvPr id="127" name="Google Shape;127;p16"/>
          <p:cNvPicPr preferRelativeResize="0"/>
          <p:nvPr/>
        </p:nvPicPr>
        <p:blipFill rotWithShape="1">
          <a:blip r:embed="rId3">
            <a:alphaModFix/>
          </a:blip>
          <a:srcRect b="0" l="0" r="0" t="0"/>
          <a:stretch/>
        </p:blipFill>
        <p:spPr>
          <a:xfrm>
            <a:off x="798250" y="946253"/>
            <a:ext cx="7340600" cy="3555928"/>
          </a:xfrm>
          <a:prstGeom prst="rect">
            <a:avLst/>
          </a:prstGeom>
          <a:noFill/>
          <a:ln>
            <a:noFill/>
          </a:ln>
        </p:spPr>
      </p:pic>
      <p:sp>
        <p:nvSpPr>
          <p:cNvPr id="128" name="Google Shape;128;p16"/>
          <p:cNvSpPr txBox="1"/>
          <p:nvPr/>
        </p:nvSpPr>
        <p:spPr>
          <a:xfrm>
            <a:off x="798250" y="4653773"/>
            <a:ext cx="7681650" cy="15696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mbria"/>
                <a:ea typeface="Cambria"/>
                <a:cs typeface="Cambria"/>
                <a:sym typeface="Cambria"/>
              </a:rPr>
              <a:t>Chargaff found that the proportion of adenine, guanine, cytosine, and thymine varied from organism to organism. How does Chargaff's work support the idea that DNA is the molecule of inheritance?</a:t>
            </a:r>
            <a:endParaRPr/>
          </a:p>
        </p:txBody>
      </p:sp>
      <p:pic>
        <p:nvPicPr>
          <p:cNvPr descr="A drawing of a person&#10;&#10;Description automatically generated" id="129" name="Google Shape;129;p16"/>
          <p:cNvPicPr preferRelativeResize="0"/>
          <p:nvPr/>
        </p:nvPicPr>
        <p:blipFill rotWithShape="1">
          <a:blip r:embed="rId4">
            <a:alphaModFix/>
          </a:blip>
          <a:srcRect b="0" l="0" r="0" t="0"/>
          <a:stretch/>
        </p:blipFill>
        <p:spPr>
          <a:xfrm>
            <a:off x="8457361" y="286314"/>
            <a:ext cx="474345" cy="52641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7"/>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137" name="Google Shape;137;p17"/>
          <p:cNvSpPr txBox="1"/>
          <p:nvPr>
            <p:ph type="title"/>
          </p:nvPr>
        </p:nvSpPr>
        <p:spPr>
          <a:xfrm>
            <a:off x="457200" y="318213"/>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solidFill>
                  <a:srgbClr val="F2A900"/>
                </a:solidFill>
                <a:latin typeface="Cambria"/>
                <a:ea typeface="Cambria"/>
                <a:cs typeface="Cambria"/>
                <a:sym typeface="Cambria"/>
              </a:rPr>
              <a:t>The Structure of DNA</a:t>
            </a:r>
            <a:endParaRPr/>
          </a:p>
        </p:txBody>
      </p:sp>
      <p:sp>
        <p:nvSpPr>
          <p:cNvPr id="138" name="Google Shape;138;p17"/>
          <p:cNvSpPr txBox="1"/>
          <p:nvPr/>
        </p:nvSpPr>
        <p:spPr>
          <a:xfrm>
            <a:off x="7298064" y="-55968"/>
            <a:ext cx="130195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6 Lesson 1</a:t>
            </a:r>
            <a:endParaRPr/>
          </a:p>
        </p:txBody>
      </p:sp>
      <p:pic>
        <p:nvPicPr>
          <p:cNvPr id="139" name="Google Shape;139;p17"/>
          <p:cNvPicPr preferRelativeResize="0"/>
          <p:nvPr/>
        </p:nvPicPr>
        <p:blipFill rotWithShape="1">
          <a:blip r:embed="rId3">
            <a:alphaModFix/>
          </a:blip>
          <a:srcRect b="0" l="0" r="0" t="0"/>
          <a:stretch/>
        </p:blipFill>
        <p:spPr>
          <a:xfrm>
            <a:off x="505378" y="1043435"/>
            <a:ext cx="8229600" cy="3477986"/>
          </a:xfrm>
          <a:prstGeom prst="rect">
            <a:avLst/>
          </a:prstGeom>
          <a:noFill/>
          <a:ln>
            <a:noFill/>
          </a:ln>
        </p:spPr>
      </p:pic>
      <p:sp>
        <p:nvSpPr>
          <p:cNvPr id="140" name="Google Shape;140;p17"/>
          <p:cNvSpPr txBox="1"/>
          <p:nvPr/>
        </p:nvSpPr>
        <p:spPr>
          <a:xfrm>
            <a:off x="798251" y="4718957"/>
            <a:ext cx="7496663" cy="15696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mbria"/>
                <a:ea typeface="Cambria"/>
                <a:cs typeface="Cambria"/>
                <a:sym typeface="Cambria"/>
              </a:rPr>
              <a:t>The current model represents DNA nucleotides of a single strand joined together by covalent bonds that connect the sugar of one nucleotide to the phosphate of the next nucleotide.</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8"/>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148" name="Google Shape;148;p18"/>
          <p:cNvSpPr txBox="1"/>
          <p:nvPr>
            <p:ph type="title"/>
          </p:nvPr>
        </p:nvSpPr>
        <p:spPr>
          <a:xfrm>
            <a:off x="457200" y="318213"/>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solidFill>
                  <a:srgbClr val="F2A900"/>
                </a:solidFill>
                <a:latin typeface="Cambria"/>
                <a:ea typeface="Cambria"/>
                <a:cs typeface="Cambria"/>
                <a:sym typeface="Cambria"/>
              </a:rPr>
              <a:t>The Structure of DNA</a:t>
            </a:r>
            <a:endParaRPr/>
          </a:p>
        </p:txBody>
      </p:sp>
      <p:sp>
        <p:nvSpPr>
          <p:cNvPr id="149" name="Google Shape;149;p18"/>
          <p:cNvSpPr txBox="1"/>
          <p:nvPr/>
        </p:nvSpPr>
        <p:spPr>
          <a:xfrm>
            <a:off x="7298064" y="-55968"/>
            <a:ext cx="130195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6 Lesson 1</a:t>
            </a:r>
            <a:endParaRPr/>
          </a:p>
        </p:txBody>
      </p:sp>
      <p:sp>
        <p:nvSpPr>
          <p:cNvPr id="150" name="Google Shape;150;p18"/>
          <p:cNvSpPr txBox="1"/>
          <p:nvPr/>
        </p:nvSpPr>
        <p:spPr>
          <a:xfrm>
            <a:off x="798251" y="2090979"/>
            <a:ext cx="7496663" cy="26776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mbria"/>
                <a:ea typeface="Cambria"/>
                <a:cs typeface="Cambria"/>
                <a:sym typeface="Cambria"/>
              </a:rPr>
              <a:t>EXPLAIN</a:t>
            </a:r>
            <a:endParaRPr/>
          </a:p>
          <a:p>
            <a:pPr indent="0" lvl="0" marL="0" marR="0" rtl="0" algn="l">
              <a:spcBef>
                <a:spcPts val="0"/>
              </a:spcBef>
              <a:spcAft>
                <a:spcPts val="0"/>
              </a:spcAft>
              <a:buNone/>
            </a:pPr>
            <a:r>
              <a:t/>
            </a:r>
            <a:endParaRPr b="1" sz="2400">
              <a:solidFill>
                <a:schemeClr val="dk1"/>
              </a:solidFill>
              <a:latin typeface="Cambria"/>
              <a:ea typeface="Cambria"/>
              <a:cs typeface="Cambria"/>
              <a:sym typeface="Cambria"/>
            </a:endParaRPr>
          </a:p>
          <a:p>
            <a:pPr indent="0" lvl="0" marL="0" marR="0" rtl="0" algn="l">
              <a:spcBef>
                <a:spcPts val="0"/>
              </a:spcBef>
              <a:spcAft>
                <a:spcPts val="0"/>
              </a:spcAft>
              <a:buNone/>
            </a:pPr>
            <a:r>
              <a:t/>
            </a:r>
            <a:endParaRPr b="1" sz="2400">
              <a:solidFill>
                <a:schemeClr val="dk1"/>
              </a:solidFill>
              <a:latin typeface="Cambria"/>
              <a:ea typeface="Cambria"/>
              <a:cs typeface="Cambria"/>
              <a:sym typeface="Cambria"/>
            </a:endParaRPr>
          </a:p>
          <a:p>
            <a:pPr indent="0" lvl="0" marL="0" marR="0" rtl="0" algn="l">
              <a:spcBef>
                <a:spcPts val="0"/>
              </a:spcBef>
              <a:spcAft>
                <a:spcPts val="0"/>
              </a:spcAft>
              <a:buNone/>
            </a:pPr>
            <a:r>
              <a:rPr b="1" lang="en-US" sz="2400">
                <a:solidFill>
                  <a:schemeClr val="dk1"/>
                </a:solidFill>
                <a:latin typeface="Cambria"/>
                <a:ea typeface="Cambria"/>
                <a:cs typeface="Cambria"/>
                <a:sym typeface="Cambria"/>
              </a:rPr>
              <a:t>The current model represents DNA nucleotides of a single strand joined together by covalent bonds that connect the sugar of one nucleotide to the phosphate of the next nucleotide.</a:t>
            </a:r>
            <a:endParaRPr/>
          </a:p>
        </p:txBody>
      </p:sp>
      <p:pic>
        <p:nvPicPr>
          <p:cNvPr descr="A drawing of a person&#10;&#10;Description automatically generated" id="151" name="Google Shape;151;p18"/>
          <p:cNvPicPr preferRelativeResize="0"/>
          <p:nvPr/>
        </p:nvPicPr>
        <p:blipFill rotWithShape="1">
          <a:blip r:embed="rId3">
            <a:alphaModFix/>
          </a:blip>
          <a:srcRect b="0" l="0" r="0" t="0"/>
          <a:stretch/>
        </p:blipFill>
        <p:spPr>
          <a:xfrm>
            <a:off x="8457361" y="286314"/>
            <a:ext cx="474345" cy="52641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9"/>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159" name="Google Shape;159;p19"/>
          <p:cNvSpPr txBox="1"/>
          <p:nvPr>
            <p:ph type="title"/>
          </p:nvPr>
        </p:nvSpPr>
        <p:spPr>
          <a:xfrm>
            <a:off x="457200" y="318213"/>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solidFill>
                  <a:srgbClr val="F2A900"/>
                </a:solidFill>
                <a:latin typeface="Cambria"/>
                <a:ea typeface="Cambria"/>
                <a:cs typeface="Cambria"/>
                <a:sym typeface="Cambria"/>
              </a:rPr>
              <a:t>DNA Replication </a:t>
            </a:r>
            <a:endParaRPr/>
          </a:p>
        </p:txBody>
      </p:sp>
      <p:sp>
        <p:nvSpPr>
          <p:cNvPr id="160" name="Google Shape;160;p19"/>
          <p:cNvSpPr txBox="1"/>
          <p:nvPr/>
        </p:nvSpPr>
        <p:spPr>
          <a:xfrm>
            <a:off x="7298064" y="-55968"/>
            <a:ext cx="130195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6 Lesson 1</a:t>
            </a:r>
            <a:endParaRPr/>
          </a:p>
        </p:txBody>
      </p:sp>
      <p:pic>
        <p:nvPicPr>
          <p:cNvPr id="161" name="Google Shape;161;p19"/>
          <p:cNvPicPr preferRelativeResize="0"/>
          <p:nvPr/>
        </p:nvPicPr>
        <p:blipFill rotWithShape="1">
          <a:blip r:embed="rId3">
            <a:alphaModFix/>
          </a:blip>
          <a:srcRect b="0" l="0" r="0" t="0"/>
          <a:stretch/>
        </p:blipFill>
        <p:spPr>
          <a:xfrm>
            <a:off x="1686994" y="1043435"/>
            <a:ext cx="5770012" cy="4325397"/>
          </a:xfrm>
          <a:prstGeom prst="rect">
            <a:avLst/>
          </a:prstGeom>
          <a:noFill/>
          <a:ln>
            <a:noFill/>
          </a:ln>
        </p:spPr>
      </p:pic>
      <p:sp>
        <p:nvSpPr>
          <p:cNvPr id="162" name="Google Shape;162;p19"/>
          <p:cNvSpPr txBox="1"/>
          <p:nvPr/>
        </p:nvSpPr>
        <p:spPr>
          <a:xfrm>
            <a:off x="1961591" y="5430878"/>
            <a:ext cx="5987452"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dk1"/>
                </a:solidFill>
                <a:latin typeface="Cambria"/>
                <a:ea typeface="Cambria"/>
                <a:cs typeface="Cambria"/>
                <a:sym typeface="Cambria"/>
              </a:rPr>
              <a:t>The process by which DNA is copied </a:t>
            </a:r>
            <a:br>
              <a:rPr lang="en-US" sz="2400">
                <a:solidFill>
                  <a:schemeClr val="dk1"/>
                </a:solidFill>
                <a:latin typeface="Cambria"/>
                <a:ea typeface="Cambria"/>
                <a:cs typeface="Cambria"/>
                <a:sym typeface="Cambria"/>
              </a:rPr>
            </a:br>
            <a:r>
              <a:rPr lang="en-US" sz="2400">
                <a:solidFill>
                  <a:schemeClr val="dk1"/>
                </a:solidFill>
                <a:latin typeface="Cambria"/>
                <a:ea typeface="Cambria"/>
                <a:cs typeface="Cambria"/>
                <a:sym typeface="Cambria"/>
              </a:rPr>
              <a:t>during the cell cycle is called </a:t>
            </a:r>
            <a:r>
              <a:rPr b="1" lang="en-US" sz="2400" u="sng">
                <a:solidFill>
                  <a:schemeClr val="dk2"/>
                </a:solidFill>
                <a:latin typeface="Cambria"/>
                <a:ea typeface="Cambria"/>
                <a:cs typeface="Cambria"/>
                <a:sym typeface="Cambria"/>
                <a:hlinkClick r:id="rId4">
                  <a:extLst>
                    <a:ext uri="{A12FA001-AC4F-418D-AE19-62706E023703}">
                      <ahyp:hlinkClr val="tx"/>
                    </a:ext>
                  </a:extLst>
                </a:hlinkClick>
              </a:rPr>
              <a:t>replication</a:t>
            </a:r>
            <a:r>
              <a:rPr lang="en-US" sz="2400">
                <a:solidFill>
                  <a:schemeClr val="dk1"/>
                </a:solidFill>
                <a:latin typeface="Cambria"/>
                <a:ea typeface="Cambria"/>
                <a:cs typeface="Cambria"/>
                <a:sym typeface="Cambria"/>
              </a:rPr>
              <a:t>.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pic>
        <p:nvPicPr>
          <p:cNvPr id="169" name="Google Shape;169;p20"/>
          <p:cNvPicPr preferRelativeResize="0"/>
          <p:nvPr/>
        </p:nvPicPr>
        <p:blipFill rotWithShape="1">
          <a:blip r:embed="rId3">
            <a:alphaModFix/>
          </a:blip>
          <a:srcRect b="0" l="0" r="0" t="0"/>
          <a:stretch/>
        </p:blipFill>
        <p:spPr>
          <a:xfrm>
            <a:off x="0" y="3827767"/>
            <a:ext cx="9144000" cy="2547258"/>
          </a:xfrm>
          <a:prstGeom prst="rect">
            <a:avLst/>
          </a:prstGeom>
          <a:noFill/>
          <a:ln>
            <a:noFill/>
          </a:ln>
        </p:spPr>
      </p:pic>
      <p:sp>
        <p:nvSpPr>
          <p:cNvPr id="170" name="Google Shape;170;p20"/>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171" name="Google Shape;171;p20"/>
          <p:cNvSpPr txBox="1"/>
          <p:nvPr>
            <p:ph type="title"/>
          </p:nvPr>
        </p:nvSpPr>
        <p:spPr>
          <a:xfrm>
            <a:off x="457200" y="318213"/>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solidFill>
                  <a:srgbClr val="F2A900"/>
                </a:solidFill>
                <a:latin typeface="Cambria"/>
                <a:ea typeface="Cambria"/>
                <a:cs typeface="Cambria"/>
                <a:sym typeface="Cambria"/>
              </a:rPr>
              <a:t>DNA Replication </a:t>
            </a:r>
            <a:endParaRPr/>
          </a:p>
        </p:txBody>
      </p:sp>
      <p:sp>
        <p:nvSpPr>
          <p:cNvPr id="172" name="Google Shape;172;p20"/>
          <p:cNvSpPr txBox="1"/>
          <p:nvPr/>
        </p:nvSpPr>
        <p:spPr>
          <a:xfrm>
            <a:off x="7298064" y="-55968"/>
            <a:ext cx="130195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6 Lesson 1</a:t>
            </a:r>
            <a:endParaRPr/>
          </a:p>
        </p:txBody>
      </p:sp>
      <p:sp>
        <p:nvSpPr>
          <p:cNvPr id="173" name="Google Shape;173;p20"/>
          <p:cNvSpPr txBox="1"/>
          <p:nvPr/>
        </p:nvSpPr>
        <p:spPr>
          <a:xfrm>
            <a:off x="308003" y="678850"/>
            <a:ext cx="8496900" cy="3417000"/>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Some enzymes start the process by breaking the weak hydrogen bonds that hold the base pairs together. </a:t>
            </a:r>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mbria"/>
              <a:ea typeface="Cambria"/>
              <a:cs typeface="Cambria"/>
              <a:sym typeface="Cambria"/>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A group of enzymes called </a:t>
            </a:r>
            <a:r>
              <a:rPr b="1" lang="en-US" sz="2400" u="sng">
                <a:solidFill>
                  <a:schemeClr val="dk2"/>
                </a:solidFill>
                <a:latin typeface="Cambria"/>
                <a:ea typeface="Cambria"/>
                <a:cs typeface="Cambria"/>
                <a:sym typeface="Cambria"/>
                <a:hlinkClick r:id="rId4">
                  <a:extLst>
                    <a:ext uri="{A12FA001-AC4F-418D-AE19-62706E023703}">
                      <ahyp:hlinkClr val="tx"/>
                    </a:ext>
                  </a:extLst>
                </a:hlinkClick>
              </a:rPr>
              <a:t>DNA polymerases</a:t>
            </a:r>
            <a:r>
              <a:rPr lang="en-US" sz="2400">
                <a:solidFill>
                  <a:schemeClr val="dk1"/>
                </a:solidFill>
                <a:latin typeface="Cambria"/>
                <a:ea typeface="Cambria"/>
                <a:cs typeface="Cambria"/>
                <a:sym typeface="Cambria"/>
              </a:rPr>
              <a:t> are involved in this process.</a:t>
            </a:r>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mbria"/>
              <a:ea typeface="Cambria"/>
              <a:cs typeface="Cambria"/>
              <a:sym typeface="Cambria"/>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At the beginning of replication, an enzyme called </a:t>
            </a:r>
            <a:r>
              <a:rPr b="1" lang="en-US" sz="2400" u="sng">
                <a:solidFill>
                  <a:schemeClr val="dk2"/>
                </a:solidFill>
                <a:latin typeface="Cambria"/>
                <a:ea typeface="Cambria"/>
                <a:cs typeface="Cambria"/>
                <a:sym typeface="Cambria"/>
                <a:hlinkClick r:id="rId5">
                  <a:extLst>
                    <a:ext uri="{A12FA001-AC4F-418D-AE19-62706E023703}">
                      <ahyp:hlinkClr val="tx"/>
                    </a:ext>
                  </a:extLst>
                </a:hlinkClick>
              </a:rPr>
              <a:t>helicase</a:t>
            </a:r>
            <a:r>
              <a:rPr lang="en-US" sz="2400">
                <a:solidFill>
                  <a:schemeClr val="dk1"/>
                </a:solidFill>
                <a:latin typeface="Cambria"/>
                <a:ea typeface="Cambria"/>
                <a:cs typeface="Cambria"/>
                <a:sym typeface="Cambria"/>
              </a:rPr>
              <a:t> binds to the DNA molecule and unzips the strands.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1"/>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181" name="Google Shape;181;p21"/>
          <p:cNvSpPr txBox="1"/>
          <p:nvPr>
            <p:ph type="title"/>
          </p:nvPr>
        </p:nvSpPr>
        <p:spPr>
          <a:xfrm>
            <a:off x="457200" y="318213"/>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solidFill>
                  <a:srgbClr val="F2A900"/>
                </a:solidFill>
                <a:latin typeface="Cambria"/>
                <a:ea typeface="Cambria"/>
                <a:cs typeface="Cambria"/>
                <a:sym typeface="Cambria"/>
              </a:rPr>
              <a:t>DNA Replication </a:t>
            </a:r>
            <a:endParaRPr/>
          </a:p>
        </p:txBody>
      </p:sp>
      <p:sp>
        <p:nvSpPr>
          <p:cNvPr id="182" name="Google Shape;182;p21"/>
          <p:cNvSpPr txBox="1"/>
          <p:nvPr/>
        </p:nvSpPr>
        <p:spPr>
          <a:xfrm>
            <a:off x="7298064" y="-55968"/>
            <a:ext cx="130195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6 Lesson 1</a:t>
            </a:r>
            <a:endParaRPr/>
          </a:p>
        </p:txBody>
      </p:sp>
      <p:pic>
        <p:nvPicPr>
          <p:cNvPr descr="A drawing of a person&#10;&#10;Description automatically generated" id="183" name="Google Shape;183;p21"/>
          <p:cNvPicPr preferRelativeResize="0"/>
          <p:nvPr/>
        </p:nvPicPr>
        <p:blipFill rotWithShape="1">
          <a:blip r:embed="rId3">
            <a:alphaModFix/>
          </a:blip>
          <a:srcRect b="0" l="0" r="0" t="0"/>
          <a:stretch/>
        </p:blipFill>
        <p:spPr>
          <a:xfrm>
            <a:off x="8449627" y="419838"/>
            <a:ext cx="474345" cy="526415"/>
          </a:xfrm>
          <a:prstGeom prst="rect">
            <a:avLst/>
          </a:prstGeom>
          <a:noFill/>
          <a:ln>
            <a:noFill/>
          </a:ln>
        </p:spPr>
      </p:pic>
      <p:sp>
        <p:nvSpPr>
          <p:cNvPr id="184" name="Google Shape;184;p21"/>
          <p:cNvSpPr txBox="1"/>
          <p:nvPr/>
        </p:nvSpPr>
        <p:spPr>
          <a:xfrm>
            <a:off x="693964" y="2090172"/>
            <a:ext cx="7756071" cy="26776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mbria"/>
                <a:ea typeface="Cambria"/>
                <a:cs typeface="Cambria"/>
                <a:sym typeface="Cambria"/>
              </a:rPr>
              <a:t>EXPLAIN</a:t>
            </a:r>
            <a:endParaRPr/>
          </a:p>
          <a:p>
            <a:pPr indent="0" lvl="0" marL="0" marR="0" rtl="0" algn="l">
              <a:spcBef>
                <a:spcPts val="0"/>
              </a:spcBef>
              <a:spcAft>
                <a:spcPts val="0"/>
              </a:spcAft>
              <a:buNone/>
            </a:pPr>
            <a:r>
              <a:t/>
            </a:r>
            <a:endParaRPr b="1" sz="2400">
              <a:solidFill>
                <a:schemeClr val="dk1"/>
              </a:solidFill>
              <a:latin typeface="Cambria"/>
              <a:ea typeface="Cambria"/>
              <a:cs typeface="Cambria"/>
              <a:sym typeface="Cambria"/>
            </a:endParaRPr>
          </a:p>
          <a:p>
            <a:pPr indent="0" lvl="0" marL="0" marR="0" rtl="0" algn="l">
              <a:spcBef>
                <a:spcPts val="0"/>
              </a:spcBef>
              <a:spcAft>
                <a:spcPts val="0"/>
              </a:spcAft>
              <a:buNone/>
            </a:pPr>
            <a:r>
              <a:t/>
            </a:r>
            <a:endParaRPr b="1" sz="2400">
              <a:solidFill>
                <a:schemeClr val="dk1"/>
              </a:solidFill>
              <a:latin typeface="Cambria"/>
              <a:ea typeface="Cambria"/>
              <a:cs typeface="Cambria"/>
              <a:sym typeface="Cambria"/>
            </a:endParaRPr>
          </a:p>
          <a:p>
            <a:pPr indent="0" lvl="0" marL="0" marR="0" rtl="0" algn="l">
              <a:spcBef>
                <a:spcPts val="0"/>
              </a:spcBef>
              <a:spcAft>
                <a:spcPts val="0"/>
              </a:spcAft>
              <a:buNone/>
            </a:pPr>
            <a:r>
              <a:rPr b="1" lang="en-US" sz="2400">
                <a:solidFill>
                  <a:schemeClr val="dk1"/>
                </a:solidFill>
                <a:latin typeface="Cambria"/>
                <a:ea typeface="Cambria"/>
                <a:cs typeface="Cambria"/>
                <a:sym typeface="Cambria"/>
              </a:rPr>
              <a:t>Use an analogy to explain the sequence of events in the replication of DNA. Cite evidence from the diagram of DNA replication in detail to support your explanation.</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2"/>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192" name="Google Shape;192;p22"/>
          <p:cNvSpPr/>
          <p:nvPr/>
        </p:nvSpPr>
        <p:spPr>
          <a:xfrm>
            <a:off x="5005888" y="1905506"/>
            <a:ext cx="3594135" cy="304698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00">
                <a:solidFill>
                  <a:schemeClr val="dk1"/>
                </a:solidFill>
                <a:latin typeface="Cambria"/>
                <a:ea typeface="Cambria"/>
                <a:cs typeface="Cambria"/>
                <a:sym typeface="Cambria"/>
              </a:rPr>
              <a:t>The Art of DNA Folding</a:t>
            </a:r>
            <a:endParaRPr/>
          </a:p>
          <a:p>
            <a:pPr indent="0" lvl="0" marL="0" marR="0" rtl="0" algn="l">
              <a:spcBef>
                <a:spcPts val="0"/>
              </a:spcBef>
              <a:spcAft>
                <a:spcPts val="0"/>
              </a:spcAft>
              <a:buNone/>
            </a:pPr>
            <a:r>
              <a:t/>
            </a:r>
            <a:endParaRPr b="1" sz="2400">
              <a:solidFill>
                <a:schemeClr val="dk1"/>
              </a:solidFill>
              <a:latin typeface="Cambria"/>
              <a:ea typeface="Cambria"/>
              <a:cs typeface="Cambria"/>
              <a:sym typeface="Cambria"/>
            </a:endParaRPr>
          </a:p>
          <a:p>
            <a:pPr indent="0" lvl="0" marL="0" marR="0" rtl="0" algn="l">
              <a:spcBef>
                <a:spcPts val="0"/>
              </a:spcBef>
              <a:spcAft>
                <a:spcPts val="0"/>
              </a:spcAft>
              <a:buNone/>
            </a:pPr>
            <a:r>
              <a:rPr lang="en-US" sz="2400">
                <a:solidFill>
                  <a:schemeClr val="dk1"/>
                </a:solidFill>
                <a:latin typeface="Cambria"/>
                <a:ea typeface="Cambria"/>
                <a:cs typeface="Cambria"/>
                <a:sym typeface="Cambria"/>
              </a:rPr>
              <a:t>Explain how advances in simulation technology have influenced scientists' understanding of DNA folding.</a:t>
            </a:r>
            <a:br>
              <a:rPr b="1" lang="en-US" sz="2400">
                <a:solidFill>
                  <a:schemeClr val="dk1"/>
                </a:solidFill>
                <a:latin typeface="Cambria"/>
                <a:ea typeface="Cambria"/>
                <a:cs typeface="Cambria"/>
                <a:sym typeface="Cambria"/>
              </a:rPr>
            </a:br>
            <a:endParaRPr b="1" sz="2400">
              <a:solidFill>
                <a:schemeClr val="dk1"/>
              </a:solidFill>
              <a:latin typeface="Cambria"/>
              <a:ea typeface="Cambria"/>
              <a:cs typeface="Cambria"/>
              <a:sym typeface="Cambria"/>
            </a:endParaRPr>
          </a:p>
        </p:txBody>
      </p:sp>
      <p:pic>
        <p:nvPicPr>
          <p:cNvPr descr="A drawing of a person&#10;&#10;Description automatically generated" id="193" name="Google Shape;193;p22"/>
          <p:cNvPicPr preferRelativeResize="0"/>
          <p:nvPr/>
        </p:nvPicPr>
        <p:blipFill rotWithShape="1">
          <a:blip r:embed="rId3">
            <a:alphaModFix/>
          </a:blip>
          <a:srcRect b="0" l="0" r="0" t="0"/>
          <a:stretch/>
        </p:blipFill>
        <p:spPr>
          <a:xfrm>
            <a:off x="8457361" y="286314"/>
            <a:ext cx="474345" cy="526415"/>
          </a:xfrm>
          <a:prstGeom prst="rect">
            <a:avLst/>
          </a:prstGeom>
          <a:noFill/>
          <a:ln>
            <a:noFill/>
          </a:ln>
        </p:spPr>
      </p:pic>
      <p:sp>
        <p:nvSpPr>
          <p:cNvPr id="194" name="Google Shape;194;p22"/>
          <p:cNvSpPr txBox="1"/>
          <p:nvPr>
            <p:ph type="title"/>
          </p:nvPr>
        </p:nvSpPr>
        <p:spPr>
          <a:xfrm>
            <a:off x="457200" y="318213"/>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solidFill>
                  <a:srgbClr val="F2A900"/>
                </a:solidFill>
                <a:latin typeface="Cambria"/>
                <a:ea typeface="Cambria"/>
                <a:cs typeface="Cambria"/>
                <a:sym typeface="Cambria"/>
              </a:rPr>
              <a:t>DNA Replication</a:t>
            </a:r>
            <a:br>
              <a:rPr lang="en-US">
                <a:solidFill>
                  <a:srgbClr val="F2A900"/>
                </a:solidFill>
                <a:latin typeface="Cambria"/>
                <a:ea typeface="Cambria"/>
                <a:cs typeface="Cambria"/>
                <a:sym typeface="Cambria"/>
              </a:rPr>
            </a:br>
            <a:r>
              <a:rPr lang="en-US">
                <a:solidFill>
                  <a:srgbClr val="C00000"/>
                </a:solidFill>
                <a:latin typeface="Cambria"/>
                <a:ea typeface="Cambria"/>
                <a:cs typeface="Cambria"/>
                <a:sym typeface="Cambria"/>
              </a:rPr>
              <a:t>Engineering</a:t>
            </a:r>
            <a:br>
              <a:rPr lang="en-US">
                <a:solidFill>
                  <a:srgbClr val="F2A900"/>
                </a:solidFill>
                <a:latin typeface="Cambria"/>
                <a:ea typeface="Cambria"/>
                <a:cs typeface="Cambria"/>
                <a:sym typeface="Cambria"/>
              </a:rPr>
            </a:br>
            <a:endParaRPr>
              <a:solidFill>
                <a:srgbClr val="F2A900"/>
              </a:solidFill>
              <a:latin typeface="Cambria"/>
              <a:ea typeface="Cambria"/>
              <a:cs typeface="Cambria"/>
              <a:sym typeface="Cambria"/>
            </a:endParaRPr>
          </a:p>
        </p:txBody>
      </p:sp>
      <p:sp>
        <p:nvSpPr>
          <p:cNvPr id="195" name="Google Shape;195;p22"/>
          <p:cNvSpPr txBox="1"/>
          <p:nvPr/>
        </p:nvSpPr>
        <p:spPr>
          <a:xfrm>
            <a:off x="7298064" y="-55968"/>
            <a:ext cx="130195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6 Lesson 1</a:t>
            </a:r>
            <a:endParaRPr/>
          </a:p>
        </p:txBody>
      </p:sp>
      <p:pic>
        <p:nvPicPr>
          <p:cNvPr id="196" name="Google Shape;196;p22"/>
          <p:cNvPicPr preferRelativeResize="0"/>
          <p:nvPr/>
        </p:nvPicPr>
        <p:blipFill rotWithShape="1">
          <a:blip r:embed="rId4">
            <a:alphaModFix/>
          </a:blip>
          <a:srcRect b="0" l="0" r="0" t="0"/>
          <a:stretch/>
        </p:blipFill>
        <p:spPr>
          <a:xfrm>
            <a:off x="103239" y="1715337"/>
            <a:ext cx="4571999" cy="342732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3"/>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204" name="Google Shape;204;p23"/>
          <p:cNvSpPr txBox="1"/>
          <p:nvPr>
            <p:ph type="title"/>
          </p:nvPr>
        </p:nvSpPr>
        <p:spPr>
          <a:xfrm>
            <a:off x="457200" y="318213"/>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solidFill>
                  <a:srgbClr val="F2A900"/>
                </a:solidFill>
                <a:latin typeface="Cambria"/>
                <a:ea typeface="Cambria"/>
                <a:cs typeface="Cambria"/>
                <a:sym typeface="Cambria"/>
              </a:rPr>
              <a:t>DNA Replication</a:t>
            </a:r>
            <a:br>
              <a:rPr lang="en-US">
                <a:solidFill>
                  <a:srgbClr val="F2A900"/>
                </a:solidFill>
                <a:latin typeface="Cambria"/>
                <a:ea typeface="Cambria"/>
                <a:cs typeface="Cambria"/>
                <a:sym typeface="Cambria"/>
              </a:rPr>
            </a:br>
            <a:br>
              <a:rPr lang="en-US">
                <a:solidFill>
                  <a:srgbClr val="F2A900"/>
                </a:solidFill>
                <a:latin typeface="Cambria"/>
                <a:ea typeface="Cambria"/>
                <a:cs typeface="Cambria"/>
                <a:sym typeface="Cambria"/>
              </a:rPr>
            </a:br>
            <a:endParaRPr>
              <a:solidFill>
                <a:srgbClr val="F2A900"/>
              </a:solidFill>
              <a:latin typeface="Cambria"/>
              <a:ea typeface="Cambria"/>
              <a:cs typeface="Cambria"/>
              <a:sym typeface="Cambria"/>
            </a:endParaRPr>
          </a:p>
        </p:txBody>
      </p:sp>
      <p:sp>
        <p:nvSpPr>
          <p:cNvPr id="205" name="Google Shape;205;p23"/>
          <p:cNvSpPr txBox="1"/>
          <p:nvPr/>
        </p:nvSpPr>
        <p:spPr>
          <a:xfrm>
            <a:off x="7298064" y="-55968"/>
            <a:ext cx="130195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6 Lesson 1</a:t>
            </a:r>
            <a:endParaRPr/>
          </a:p>
        </p:txBody>
      </p:sp>
      <p:pic>
        <p:nvPicPr>
          <p:cNvPr descr="A drawing of a person&#10;&#10;Description automatically generated" id="206" name="Google Shape;206;p23"/>
          <p:cNvPicPr preferRelativeResize="0"/>
          <p:nvPr/>
        </p:nvPicPr>
        <p:blipFill rotWithShape="1">
          <a:blip r:embed="rId3">
            <a:alphaModFix/>
          </a:blip>
          <a:srcRect b="0" l="0" r="0" t="0"/>
          <a:stretch/>
        </p:blipFill>
        <p:spPr>
          <a:xfrm>
            <a:off x="8457361" y="286314"/>
            <a:ext cx="474345" cy="526415"/>
          </a:xfrm>
          <a:prstGeom prst="rect">
            <a:avLst/>
          </a:prstGeom>
          <a:noFill/>
          <a:ln>
            <a:noFill/>
          </a:ln>
        </p:spPr>
      </p:pic>
      <p:sp>
        <p:nvSpPr>
          <p:cNvPr id="207" name="Google Shape;207;p23"/>
          <p:cNvSpPr/>
          <p:nvPr/>
        </p:nvSpPr>
        <p:spPr>
          <a:xfrm>
            <a:off x="742445" y="2459504"/>
            <a:ext cx="7659110" cy="193899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00">
                <a:solidFill>
                  <a:schemeClr val="dk1"/>
                </a:solidFill>
                <a:latin typeface="Cambria"/>
                <a:ea typeface="Cambria"/>
                <a:cs typeface="Cambria"/>
                <a:sym typeface="Cambria"/>
              </a:rPr>
              <a:t>EXPLAIN</a:t>
            </a:r>
            <a:br>
              <a:rPr b="1" lang="en-US" sz="2400">
                <a:solidFill>
                  <a:schemeClr val="dk1"/>
                </a:solidFill>
                <a:latin typeface="Cambria"/>
                <a:ea typeface="Cambria"/>
                <a:cs typeface="Cambria"/>
                <a:sym typeface="Cambria"/>
              </a:rPr>
            </a:br>
            <a:endParaRPr b="1" sz="2400">
              <a:solidFill>
                <a:schemeClr val="dk1"/>
              </a:solidFill>
              <a:latin typeface="Cambria"/>
              <a:ea typeface="Cambria"/>
              <a:cs typeface="Cambria"/>
              <a:sym typeface="Cambria"/>
            </a:endParaRPr>
          </a:p>
          <a:p>
            <a:pPr indent="0" lvl="0" marL="0" marR="0" rtl="0" algn="l">
              <a:spcBef>
                <a:spcPts val="0"/>
              </a:spcBef>
              <a:spcAft>
                <a:spcPts val="0"/>
              </a:spcAft>
              <a:buNone/>
            </a:pPr>
            <a:r>
              <a:t/>
            </a:r>
            <a:endParaRPr b="1" sz="2400">
              <a:solidFill>
                <a:schemeClr val="dk1"/>
              </a:solidFill>
              <a:latin typeface="Cambria"/>
              <a:ea typeface="Cambria"/>
              <a:cs typeface="Cambria"/>
              <a:sym typeface="Cambria"/>
            </a:endParaRPr>
          </a:p>
          <a:p>
            <a:pPr indent="0" lvl="0" marL="0" marR="0" rtl="0" algn="l">
              <a:spcBef>
                <a:spcPts val="0"/>
              </a:spcBef>
              <a:spcAft>
                <a:spcPts val="0"/>
              </a:spcAft>
              <a:buNone/>
            </a:pPr>
            <a:r>
              <a:rPr b="1" lang="en-US" sz="2400">
                <a:solidFill>
                  <a:schemeClr val="dk1"/>
                </a:solidFill>
                <a:latin typeface="Cambria"/>
                <a:ea typeface="Cambria"/>
                <a:cs typeface="Cambria"/>
                <a:sym typeface="Cambria"/>
              </a:rPr>
              <a:t>How does the structure of DNA aid in its replication?</a:t>
            </a:r>
            <a:br>
              <a:rPr b="1" lang="en-US" sz="2400">
                <a:solidFill>
                  <a:schemeClr val="dk1"/>
                </a:solidFill>
                <a:latin typeface="Cambria"/>
                <a:ea typeface="Cambria"/>
                <a:cs typeface="Cambria"/>
                <a:sym typeface="Cambria"/>
              </a:rPr>
            </a:br>
            <a:endParaRPr b="1" sz="2400">
              <a:solidFill>
                <a:schemeClr val="dk1"/>
              </a:solidFill>
              <a:latin typeface="Cambria"/>
              <a:ea typeface="Cambria"/>
              <a:cs typeface="Cambria"/>
              <a:sym typeface="Cambria"/>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4"/>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215" name="Google Shape;215;p24"/>
          <p:cNvSpPr txBox="1"/>
          <p:nvPr/>
        </p:nvSpPr>
        <p:spPr>
          <a:xfrm>
            <a:off x="311099" y="218582"/>
            <a:ext cx="8561967" cy="628040"/>
          </a:xfrm>
          <a:prstGeom prst="rect">
            <a:avLst/>
          </a:prstGeom>
          <a:noFill/>
          <a:ln>
            <a:noFill/>
          </a:ln>
        </p:spPr>
        <p:txBody>
          <a:bodyPr anchorCtr="0" anchor="t" bIns="45700" lIns="0" spcFirstLastPara="1" rIns="0" wrap="square" tIns="45700">
            <a:noAutofit/>
          </a:bodyPr>
          <a:lstStyle/>
          <a:p>
            <a:pPr indent="0" lvl="0" marL="0" marR="0" rtl="0" algn="l">
              <a:spcBef>
                <a:spcPts val="0"/>
              </a:spcBef>
              <a:spcAft>
                <a:spcPts val="0"/>
              </a:spcAft>
              <a:buClr>
                <a:srgbClr val="7030A0"/>
              </a:buClr>
              <a:buSzPts val="2800"/>
              <a:buFont typeface="Cambria"/>
              <a:buNone/>
            </a:pPr>
            <a:r>
              <a:rPr b="1" lang="en-US" sz="2800">
                <a:solidFill>
                  <a:srgbClr val="7030A0"/>
                </a:solidFill>
                <a:latin typeface="Cambria"/>
                <a:ea typeface="Cambria"/>
                <a:cs typeface="Cambria"/>
                <a:sym typeface="Cambria"/>
              </a:rPr>
              <a:t>Continue Your Exploration</a:t>
            </a:r>
            <a:endParaRPr/>
          </a:p>
        </p:txBody>
      </p:sp>
      <p:sp>
        <p:nvSpPr>
          <p:cNvPr id="216" name="Google Shape;216;p24"/>
          <p:cNvSpPr/>
          <p:nvPr/>
        </p:nvSpPr>
        <p:spPr>
          <a:xfrm>
            <a:off x="2286000" y="3013502"/>
            <a:ext cx="4572000" cy="83099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br>
              <a:rPr lang="en-US" sz="2400">
                <a:solidFill>
                  <a:schemeClr val="dk1"/>
                </a:solidFill>
                <a:latin typeface="Times New Roman"/>
                <a:ea typeface="Times New Roman"/>
                <a:cs typeface="Times New Roman"/>
                <a:sym typeface="Times New Roman"/>
              </a:rPr>
            </a:br>
            <a:endParaRPr sz="2400">
              <a:solidFill>
                <a:schemeClr val="dk1"/>
              </a:solidFill>
              <a:latin typeface="Times New Roman"/>
              <a:ea typeface="Times New Roman"/>
              <a:cs typeface="Times New Roman"/>
              <a:sym typeface="Times New Roman"/>
            </a:endParaRPr>
          </a:p>
        </p:txBody>
      </p:sp>
      <p:sp>
        <p:nvSpPr>
          <p:cNvPr id="217" name="Google Shape;217;p24"/>
          <p:cNvSpPr/>
          <p:nvPr/>
        </p:nvSpPr>
        <p:spPr>
          <a:xfrm>
            <a:off x="311099" y="1709619"/>
            <a:ext cx="8375701" cy="3108543"/>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2300">
                <a:solidFill>
                  <a:schemeClr val="dk1"/>
                </a:solidFill>
                <a:latin typeface="Cambria"/>
                <a:ea typeface="Cambria"/>
                <a:cs typeface="Cambria"/>
                <a:sym typeface="Cambria"/>
              </a:rPr>
              <a:t>Choose one of the paths below to continue your exploration:</a:t>
            </a:r>
            <a:endParaRPr/>
          </a:p>
          <a:p>
            <a:pPr indent="0" lvl="0" marL="0" marR="0" rtl="0" algn="ctr">
              <a:spcBef>
                <a:spcPts val="0"/>
              </a:spcBef>
              <a:spcAft>
                <a:spcPts val="0"/>
              </a:spcAft>
              <a:buNone/>
            </a:pPr>
            <a:r>
              <a:t/>
            </a:r>
            <a:endParaRPr b="1" sz="2300">
              <a:solidFill>
                <a:schemeClr val="dk1"/>
              </a:solidFill>
              <a:latin typeface="Cambria"/>
              <a:ea typeface="Cambria"/>
              <a:cs typeface="Cambria"/>
              <a:sym typeface="Cambria"/>
            </a:endParaRPr>
          </a:p>
          <a:p>
            <a:pPr indent="0" lvl="0" marL="0" marR="0" rtl="0" algn="l">
              <a:spcBef>
                <a:spcPts val="0"/>
              </a:spcBef>
              <a:spcAft>
                <a:spcPts val="0"/>
              </a:spcAft>
              <a:buNone/>
            </a:pPr>
            <a:r>
              <a:t/>
            </a:r>
            <a:endParaRPr b="1" sz="2500">
              <a:solidFill>
                <a:schemeClr val="dk1"/>
              </a:solidFill>
              <a:latin typeface="Cambria"/>
              <a:ea typeface="Cambria"/>
              <a:cs typeface="Cambria"/>
              <a:sym typeface="Cambria"/>
            </a:endParaRPr>
          </a:p>
          <a:p>
            <a:pPr indent="-342900" lvl="0" marL="342900" marR="0" rtl="0" algn="l">
              <a:spcBef>
                <a:spcPts val="0"/>
              </a:spcBef>
              <a:spcAft>
                <a:spcPts val="0"/>
              </a:spcAft>
              <a:buClr>
                <a:schemeClr val="dk1"/>
              </a:buClr>
              <a:buSzPts val="2500"/>
              <a:buFont typeface="Arial"/>
              <a:buChar char="•"/>
            </a:pPr>
            <a:r>
              <a:rPr b="1" lang="en-US" sz="2500">
                <a:solidFill>
                  <a:schemeClr val="dk1"/>
                </a:solidFill>
                <a:latin typeface="Cambria"/>
                <a:ea typeface="Cambria"/>
                <a:cs typeface="Cambria"/>
                <a:sym typeface="Cambria"/>
              </a:rPr>
              <a:t>Extracting DNA</a:t>
            </a:r>
            <a:endParaRPr/>
          </a:p>
          <a:p>
            <a:pPr indent="-184150" lvl="0" marL="342900" marR="0" rtl="0" algn="l">
              <a:spcBef>
                <a:spcPts val="0"/>
              </a:spcBef>
              <a:spcAft>
                <a:spcPts val="0"/>
              </a:spcAft>
              <a:buClr>
                <a:schemeClr val="dk1"/>
              </a:buClr>
              <a:buSzPts val="2500"/>
              <a:buFont typeface="Arial"/>
              <a:buNone/>
            </a:pPr>
            <a:r>
              <a:t/>
            </a:r>
            <a:endParaRPr b="1" sz="2500">
              <a:solidFill>
                <a:schemeClr val="dk1"/>
              </a:solidFill>
              <a:latin typeface="Cambria"/>
              <a:ea typeface="Cambria"/>
              <a:cs typeface="Cambria"/>
              <a:sym typeface="Cambria"/>
            </a:endParaRPr>
          </a:p>
          <a:p>
            <a:pPr indent="-342900" lvl="0" marL="342900" marR="0" rtl="0" algn="l">
              <a:spcBef>
                <a:spcPts val="0"/>
              </a:spcBef>
              <a:spcAft>
                <a:spcPts val="0"/>
              </a:spcAft>
              <a:buClr>
                <a:schemeClr val="dk1"/>
              </a:buClr>
              <a:buSzPts val="2500"/>
              <a:buFont typeface="Arial"/>
              <a:buChar char="•"/>
            </a:pPr>
            <a:r>
              <a:rPr b="1" lang="en-US" sz="2500">
                <a:solidFill>
                  <a:schemeClr val="dk1"/>
                </a:solidFill>
                <a:latin typeface="Cambria"/>
                <a:ea typeface="Cambria"/>
                <a:cs typeface="Cambria"/>
                <a:sym typeface="Cambria"/>
              </a:rPr>
              <a:t>Telomeres and Aging</a:t>
            </a:r>
            <a:endParaRPr/>
          </a:p>
          <a:p>
            <a:pPr indent="-184150" lvl="0" marL="342900" marR="0" rtl="0" algn="l">
              <a:spcBef>
                <a:spcPts val="0"/>
              </a:spcBef>
              <a:spcAft>
                <a:spcPts val="0"/>
              </a:spcAft>
              <a:buClr>
                <a:schemeClr val="dk1"/>
              </a:buClr>
              <a:buSzPts val="2500"/>
              <a:buFont typeface="Arial"/>
              <a:buNone/>
            </a:pPr>
            <a:r>
              <a:t/>
            </a:r>
            <a:endParaRPr b="1" sz="2500">
              <a:solidFill>
                <a:schemeClr val="dk1"/>
              </a:solidFill>
              <a:latin typeface="Cambria"/>
              <a:ea typeface="Cambria"/>
              <a:cs typeface="Cambria"/>
              <a:sym typeface="Cambria"/>
            </a:endParaRPr>
          </a:p>
          <a:p>
            <a:pPr indent="-342900" lvl="0" marL="342900" marR="0" rtl="0" algn="l">
              <a:spcBef>
                <a:spcPts val="0"/>
              </a:spcBef>
              <a:spcAft>
                <a:spcPts val="0"/>
              </a:spcAft>
              <a:buClr>
                <a:schemeClr val="dk1"/>
              </a:buClr>
              <a:buSzPts val="2500"/>
              <a:buFont typeface="Arial"/>
              <a:buChar char="•"/>
            </a:pPr>
            <a:r>
              <a:rPr b="1" lang="en-US" sz="2500">
                <a:solidFill>
                  <a:schemeClr val="dk1"/>
                </a:solidFill>
                <a:latin typeface="Cambria"/>
                <a:ea typeface="Cambria"/>
                <a:cs typeface="Cambria"/>
                <a:sym typeface="Cambria"/>
              </a:rPr>
              <a:t>Evidence for DNA Structure and Function</a:t>
            </a:r>
            <a:endParaRPr/>
          </a:p>
        </p:txBody>
      </p:sp>
      <p:sp>
        <p:nvSpPr>
          <p:cNvPr id="218" name="Google Shape;218;p24"/>
          <p:cNvSpPr txBox="1"/>
          <p:nvPr/>
        </p:nvSpPr>
        <p:spPr>
          <a:xfrm>
            <a:off x="7298064" y="-55968"/>
            <a:ext cx="130195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6 Lesson 1</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5"/>
          <p:cNvSpPr txBox="1"/>
          <p:nvPr>
            <p:ph type="title"/>
          </p:nvPr>
        </p:nvSpPr>
        <p:spPr>
          <a:xfrm>
            <a:off x="311100" y="286314"/>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solidFill>
                  <a:srgbClr val="F2A900"/>
                </a:solidFill>
                <a:latin typeface="Cambria"/>
                <a:ea typeface="Cambria"/>
                <a:cs typeface="Cambria"/>
                <a:sym typeface="Cambria"/>
              </a:rPr>
              <a:t>Can You Explain It?</a:t>
            </a:r>
            <a:endParaRPr/>
          </a:p>
        </p:txBody>
      </p:sp>
      <p:sp>
        <p:nvSpPr>
          <p:cNvPr id="226" name="Google Shape;226;p25"/>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227" name="Google Shape;227;p25"/>
          <p:cNvSpPr/>
          <p:nvPr/>
        </p:nvSpPr>
        <p:spPr>
          <a:xfrm>
            <a:off x="311100" y="1543001"/>
            <a:ext cx="8521800" cy="41549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dk1"/>
                </a:solidFill>
                <a:latin typeface="Cambria"/>
                <a:ea typeface="Cambria"/>
                <a:cs typeface="Cambria"/>
                <a:sym typeface="Cambria"/>
              </a:rPr>
              <a:t>Refer to the notes in your Evidence Notebook to explain how you would describe the structure of DNA. Use evidence and models to support your explanation, and address the following questions in your explanation:</a:t>
            </a:r>
            <a:br>
              <a:rPr lang="en-US" sz="2400">
                <a:solidFill>
                  <a:schemeClr val="dk1"/>
                </a:solidFill>
                <a:latin typeface="Cambria"/>
                <a:ea typeface="Cambria"/>
                <a:cs typeface="Cambria"/>
                <a:sym typeface="Cambria"/>
              </a:rPr>
            </a:br>
            <a:endParaRPr sz="2400">
              <a:solidFill>
                <a:schemeClr val="dk1"/>
              </a:solidFill>
              <a:latin typeface="Cambria"/>
              <a:ea typeface="Cambria"/>
              <a:cs typeface="Cambria"/>
              <a:sym typeface="Cambria"/>
            </a:endParaRPr>
          </a:p>
          <a:p>
            <a:pPr indent="-457200" lvl="0" marL="457200" marR="0" rtl="0" algn="l">
              <a:spcBef>
                <a:spcPts val="0"/>
              </a:spcBef>
              <a:spcAft>
                <a:spcPts val="0"/>
              </a:spcAft>
              <a:buClr>
                <a:schemeClr val="dk1"/>
              </a:buClr>
              <a:buSzPts val="2400"/>
              <a:buFont typeface="Cambria"/>
              <a:buAutoNum type="arabicPeriod"/>
            </a:pPr>
            <a:r>
              <a:rPr b="1" lang="en-US" sz="2400">
                <a:solidFill>
                  <a:schemeClr val="dk1"/>
                </a:solidFill>
                <a:latin typeface="Cambria"/>
                <a:ea typeface="Cambria"/>
                <a:cs typeface="Cambria"/>
                <a:sym typeface="Cambria"/>
              </a:rPr>
              <a:t>How did the research of scientists such as Chargaff, Franklin, Watson, and Crick help advance our understanding of the structure of DNA?</a:t>
            </a:r>
            <a:br>
              <a:rPr b="1" lang="en-US" sz="2400">
                <a:solidFill>
                  <a:schemeClr val="dk1"/>
                </a:solidFill>
                <a:latin typeface="Cambria"/>
                <a:ea typeface="Cambria"/>
                <a:cs typeface="Cambria"/>
                <a:sym typeface="Cambria"/>
              </a:rPr>
            </a:br>
            <a:endParaRPr b="1" sz="2400">
              <a:solidFill>
                <a:schemeClr val="dk1"/>
              </a:solidFill>
              <a:latin typeface="Cambria"/>
              <a:ea typeface="Cambria"/>
              <a:cs typeface="Cambria"/>
              <a:sym typeface="Cambria"/>
            </a:endParaRPr>
          </a:p>
          <a:p>
            <a:pPr indent="-457200" lvl="0" marL="457200" marR="0" rtl="0" algn="l">
              <a:spcBef>
                <a:spcPts val="0"/>
              </a:spcBef>
              <a:spcAft>
                <a:spcPts val="0"/>
              </a:spcAft>
              <a:buClr>
                <a:schemeClr val="dk1"/>
              </a:buClr>
              <a:buSzPts val="2400"/>
              <a:buFont typeface="Cambria"/>
              <a:buAutoNum type="arabicPeriod"/>
            </a:pPr>
            <a:r>
              <a:rPr b="1" lang="en-US" sz="2400">
                <a:solidFill>
                  <a:schemeClr val="dk1"/>
                </a:solidFill>
                <a:latin typeface="Cambria"/>
                <a:ea typeface="Cambria"/>
                <a:cs typeface="Cambria"/>
                <a:sym typeface="Cambria"/>
              </a:rPr>
              <a:t>What other methods can you think of that could be used to further study the structure of an object, such as DNA?</a:t>
            </a:r>
            <a:endParaRPr/>
          </a:p>
        </p:txBody>
      </p:sp>
      <p:pic>
        <p:nvPicPr>
          <p:cNvPr descr="A drawing of a person&#10;&#10;Description automatically generated" id="228" name="Google Shape;228;p25"/>
          <p:cNvPicPr preferRelativeResize="0"/>
          <p:nvPr/>
        </p:nvPicPr>
        <p:blipFill rotWithShape="1">
          <a:blip r:embed="rId3">
            <a:alphaModFix/>
          </a:blip>
          <a:srcRect b="0" l="0" r="0" t="0"/>
          <a:stretch/>
        </p:blipFill>
        <p:spPr>
          <a:xfrm>
            <a:off x="8457361" y="286314"/>
            <a:ext cx="474345" cy="526415"/>
          </a:xfrm>
          <a:prstGeom prst="rect">
            <a:avLst/>
          </a:prstGeom>
          <a:noFill/>
          <a:ln>
            <a:noFill/>
          </a:ln>
        </p:spPr>
      </p:pic>
      <p:sp>
        <p:nvSpPr>
          <p:cNvPr id="229" name="Google Shape;229;p25"/>
          <p:cNvSpPr txBox="1"/>
          <p:nvPr/>
        </p:nvSpPr>
        <p:spPr>
          <a:xfrm>
            <a:off x="7298064" y="-55968"/>
            <a:ext cx="130195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6 Lesson 1</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26"/>
          <p:cNvSpPr txBox="1"/>
          <p:nvPr>
            <p:ph type="title"/>
          </p:nvPr>
        </p:nvSpPr>
        <p:spPr>
          <a:xfrm>
            <a:off x="457200" y="318213"/>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t>Image Credits</a:t>
            </a:r>
            <a:endParaRPr/>
          </a:p>
        </p:txBody>
      </p:sp>
      <p:sp>
        <p:nvSpPr>
          <p:cNvPr id="235" name="Google Shape;235;p26"/>
          <p:cNvSpPr txBox="1"/>
          <p:nvPr>
            <p:ph idx="1" type="body"/>
          </p:nvPr>
        </p:nvSpPr>
        <p:spPr>
          <a:xfrm>
            <a:off x="457200" y="1151692"/>
            <a:ext cx="8229600" cy="4799741"/>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chemeClr val="dk1"/>
              </a:buClr>
              <a:buSzPts val="2880"/>
              <a:buNone/>
            </a:pPr>
            <a:r>
              <a:rPr b="1" lang="en-US"/>
              <a:t>Unit 6 Lesson 1</a:t>
            </a:r>
            <a:endParaRPr/>
          </a:p>
          <a:p>
            <a:pPr indent="0" lvl="0" marL="0" rtl="0" algn="l">
              <a:spcBef>
                <a:spcPts val="0"/>
              </a:spcBef>
              <a:spcAft>
                <a:spcPts val="0"/>
              </a:spcAft>
              <a:buClr>
                <a:schemeClr val="dk1"/>
              </a:buClr>
              <a:buSzPts val="2880"/>
              <a:buNone/>
            </a:pPr>
            <a:r>
              <a:t/>
            </a:r>
            <a:endParaRPr b="1"/>
          </a:p>
          <a:p>
            <a:pPr indent="0" lvl="0" marL="0" rtl="0" algn="l">
              <a:spcBef>
                <a:spcPts val="0"/>
              </a:spcBef>
              <a:spcAft>
                <a:spcPts val="0"/>
              </a:spcAft>
              <a:buClr>
                <a:schemeClr val="dk1"/>
              </a:buClr>
              <a:buSzPts val="2880"/>
              <a:buNone/>
            </a:pPr>
            <a:r>
              <a:rPr i="1" lang="en-US"/>
              <a:t>Hooke's compound microscope</a:t>
            </a:r>
            <a:r>
              <a:rPr lang="en-US"/>
              <a:t> ©Photo by SSPL/Getty Images; </a:t>
            </a:r>
            <a:r>
              <a:rPr i="1" lang="en-US"/>
              <a:t>Hooke's sketches of cork cells</a:t>
            </a:r>
            <a:r>
              <a:rPr lang="en-US"/>
              <a:t> ©Omikron/Science Source; </a:t>
            </a:r>
            <a:r>
              <a:rPr i="1" lang="en-US"/>
              <a:t>fluorescent microscope</a:t>
            </a:r>
            <a:r>
              <a:rPr lang="en-US"/>
              <a:t> ©Ted Kinsman/Science Source; </a:t>
            </a:r>
            <a:r>
              <a:rPr i="1" lang="en-US"/>
              <a:t>telophase of mitosis</a:t>
            </a:r>
            <a:r>
              <a:rPr lang="en-US"/>
              <a:t> ©University of Dundee/Dr. Paul Andrews/Science Source; </a:t>
            </a:r>
            <a:r>
              <a:rPr i="1" lang="en-US"/>
              <a:t>melanoma</a:t>
            </a:r>
            <a:r>
              <a:rPr lang="en-US"/>
              <a:t> ©Girand/Science Source; </a:t>
            </a:r>
            <a:r>
              <a:rPr i="1" lang="en-US"/>
              <a:t>DNA sample</a:t>
            </a:r>
            <a:r>
              <a:rPr lang="en-US"/>
              <a:t> ©Volker Steger/Science Source; </a:t>
            </a:r>
            <a:r>
              <a:rPr i="1" lang="en-US"/>
              <a:t>DNA folding</a:t>
            </a:r>
            <a:r>
              <a:rPr lang="en-US"/>
              <a:t> ©A. Sanborn and E.L. Aiden</a:t>
            </a:r>
            <a:endParaRPr/>
          </a:p>
          <a:p>
            <a:pPr indent="0" lvl="0" marL="0" rtl="0" algn="l">
              <a:spcBef>
                <a:spcPts val="0"/>
              </a:spcBef>
              <a:spcAft>
                <a:spcPts val="0"/>
              </a:spcAft>
              <a:buClr>
                <a:schemeClr val="dk1"/>
              </a:buClr>
              <a:buSzPts val="2880"/>
              <a:buNone/>
            </a:pPr>
            <a:r>
              <a:t/>
            </a:r>
            <a:endParaRPr b="1"/>
          </a:p>
          <a:p>
            <a:pPr indent="0" lvl="0" marL="0" rtl="0" algn="l">
              <a:spcBef>
                <a:spcPts val="0"/>
              </a:spcBef>
              <a:spcAft>
                <a:spcPts val="0"/>
              </a:spcAft>
              <a:buClr>
                <a:schemeClr val="dk1"/>
              </a:buClr>
              <a:buSzPts val="2880"/>
              <a:buNone/>
            </a:pPr>
            <a:r>
              <a:t/>
            </a:r>
            <a:endParaRPr b="1" i="1"/>
          </a:p>
        </p:txBody>
      </p:sp>
      <p:sp>
        <p:nvSpPr>
          <p:cNvPr id="236" name="Google Shape;236;p26"/>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HMH_PPT_TemplateF">
  <a:themeElements>
    <a:clrScheme name="HMH">
      <a:dk1>
        <a:srgbClr val="54585A"/>
      </a:dk1>
      <a:lt1>
        <a:srgbClr val="FFFFFF"/>
      </a:lt1>
      <a:dk2>
        <a:srgbClr val="F2A900"/>
      </a:dk2>
      <a:lt2>
        <a:srgbClr val="898D8D"/>
      </a:lt2>
      <a:accent1>
        <a:srgbClr val="6F83C1"/>
      </a:accent1>
      <a:accent2>
        <a:srgbClr val="CE3D95"/>
      </a:accent2>
      <a:accent3>
        <a:srgbClr val="00A8C8"/>
      </a:accent3>
      <a:accent4>
        <a:srgbClr val="EF4E45"/>
      </a:accent4>
      <a:accent5>
        <a:srgbClr val="B2B935"/>
      </a:accent5>
      <a:accent6>
        <a:srgbClr val="ED2C67"/>
      </a:accent6>
      <a:hlink>
        <a:srgbClr val="F48132"/>
      </a:hlink>
      <a:folHlink>
        <a:srgbClr val="72BE4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