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4"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Lst>
  <p:sldSz cy="6858000" cx="9144000"/>
  <p:notesSz cx="7010400" cy="92360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68625" y="692700"/>
            <a:ext cx="4673825" cy="34635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701025" y="4387125"/>
            <a:ext cx="5608300" cy="4156225"/>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3: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 name="Google Shape;37;p3: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rPr b="1" i="0" lang="en-US" sz="1200">
                <a:solidFill>
                  <a:schemeClr val="dk1"/>
                </a:solidFill>
                <a:latin typeface="Times New Roman"/>
                <a:ea typeface="Times New Roman"/>
                <a:cs typeface="Times New Roman"/>
                <a:sym typeface="Times New Roman"/>
              </a:rPr>
              <a:t>Lesson Objective: </a:t>
            </a:r>
            <a:endParaRPr/>
          </a:p>
          <a:p>
            <a:pPr indent="0" lvl="0" marL="0" rtl="0" algn="l">
              <a:spcBef>
                <a:spcPts val="360"/>
              </a:spcBef>
              <a:spcAft>
                <a:spcPts val="0"/>
              </a:spcAft>
              <a:buNone/>
            </a:pPr>
            <a:r>
              <a:rPr b="0" i="0" lang="en-US" sz="1200">
                <a:solidFill>
                  <a:schemeClr val="dk1"/>
                </a:solidFill>
                <a:latin typeface="Times New Roman"/>
                <a:ea typeface="Times New Roman"/>
                <a:cs typeface="Times New Roman"/>
                <a:sym typeface="Times New Roman"/>
              </a:rPr>
              <a:t>Ask questions and explore benefits and risks of genetic testing, cloning and genetic engineering. </a:t>
            </a:r>
            <a:endParaRPr/>
          </a:p>
        </p:txBody>
      </p:sp>
      <p:sp>
        <p:nvSpPr>
          <p:cNvPr id="38" name="Google Shape;38;p3: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39" name="Google Shape;39;p3: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4: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 name="Google Shape;44;p4: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marR="0" rtl="0" algn="l">
              <a:lnSpc>
                <a:spcPct val="100000"/>
              </a:lnSpc>
              <a:spcBef>
                <a:spcPts val="0"/>
              </a:spcBef>
              <a:spcAft>
                <a:spcPts val="0"/>
              </a:spcAft>
              <a:buClr>
                <a:schemeClr val="dk1"/>
              </a:buClr>
              <a:buSzPts val="1200"/>
              <a:buFont typeface="Times New Roman"/>
              <a:buNone/>
            </a:pPr>
            <a:r>
              <a:rPr b="1" i="0" lang="en-US" sz="1200">
                <a:solidFill>
                  <a:schemeClr val="dk1"/>
                </a:solidFill>
                <a:latin typeface="Times New Roman"/>
                <a:ea typeface="Times New Roman"/>
                <a:cs typeface="Times New Roman"/>
                <a:sym typeface="Times New Roman"/>
              </a:rPr>
              <a:t>Lesson Objective</a:t>
            </a:r>
            <a:br>
              <a:rPr b="1" i="0" lang="en-US" sz="1200">
                <a:solidFill>
                  <a:schemeClr val="dk1"/>
                </a:solidFill>
                <a:latin typeface="Times New Roman"/>
                <a:ea typeface="Times New Roman"/>
                <a:cs typeface="Times New Roman"/>
                <a:sym typeface="Times New Roman"/>
              </a:rPr>
            </a:br>
            <a:r>
              <a:rPr b="0" i="0" lang="en-US" sz="1200">
                <a:solidFill>
                  <a:schemeClr val="dk1"/>
                </a:solidFill>
                <a:latin typeface="Times New Roman"/>
                <a:ea typeface="Times New Roman"/>
                <a:cs typeface="Times New Roman"/>
                <a:sym typeface="Times New Roman"/>
              </a:rPr>
              <a:t>Use models to draw conclusions about the properties of atoms, ions, and molecules and the breaking and forming of bonds between these particles in chemical reactions.</a:t>
            </a:r>
            <a:endParaRPr b="1" i="0" sz="1200">
              <a:solidFill>
                <a:schemeClr val="dk1"/>
              </a:solidFill>
              <a:latin typeface="Times New Roman"/>
              <a:ea typeface="Times New Roman"/>
              <a:cs typeface="Times New Roman"/>
              <a:sym typeface="Times New Roman"/>
            </a:endParaRPr>
          </a:p>
          <a:p>
            <a:pPr indent="0" lvl="0" marL="0" marR="0" rtl="0" algn="l">
              <a:lnSpc>
                <a:spcPct val="100000"/>
              </a:lnSpc>
              <a:spcBef>
                <a:spcPts val="360"/>
              </a:spcBef>
              <a:spcAft>
                <a:spcPts val="0"/>
              </a:spcAft>
              <a:buClr>
                <a:schemeClr val="dk1"/>
              </a:buClr>
              <a:buSzPts val="1200"/>
              <a:buFont typeface="Times New Roman"/>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a:p>
        </p:txBody>
      </p:sp>
      <p:sp>
        <p:nvSpPr>
          <p:cNvPr id="45" name="Google Shape;45;p4: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46" name="Google Shape;46;p4: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5: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 name="Google Shape;57;p5: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marR="0" rtl="0" algn="l">
              <a:lnSpc>
                <a:spcPct val="100000"/>
              </a:lnSpc>
              <a:spcBef>
                <a:spcPts val="0"/>
              </a:spcBef>
              <a:spcAft>
                <a:spcPts val="0"/>
              </a:spcAft>
              <a:buClr>
                <a:schemeClr val="dk1"/>
              </a:buClr>
              <a:buSzPts val="1200"/>
              <a:buFont typeface="Times New Roman"/>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a:p>
        </p:txBody>
      </p:sp>
      <p:sp>
        <p:nvSpPr>
          <p:cNvPr id="58" name="Google Shape;58;p5: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59" name="Google Shape;59;p5: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6: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 name="Google Shape;68;p6: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a:p>
        </p:txBody>
      </p:sp>
      <p:sp>
        <p:nvSpPr>
          <p:cNvPr id="69" name="Google Shape;69;p6: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70" name="Google Shape;70;p6: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7: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79" name="Google Shape;79;p7: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marR="0" rtl="0" algn="l">
              <a:lnSpc>
                <a:spcPct val="100000"/>
              </a:lnSpc>
              <a:spcBef>
                <a:spcPts val="0"/>
              </a:spcBef>
              <a:spcAft>
                <a:spcPts val="0"/>
              </a:spcAft>
              <a:buClr>
                <a:schemeClr val="dk1"/>
              </a:buClr>
              <a:buSzPts val="1200"/>
              <a:buFont typeface="Times New Roman"/>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a:p>
        </p:txBody>
      </p:sp>
      <p:sp>
        <p:nvSpPr>
          <p:cNvPr id="80" name="Google Shape;80;p7: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81" name="Google Shape;81;p7: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8: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90" name="Google Shape;90;p8: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marR="0" rtl="0" algn="l">
              <a:lnSpc>
                <a:spcPct val="100000"/>
              </a:lnSpc>
              <a:spcBef>
                <a:spcPts val="0"/>
              </a:spcBef>
              <a:spcAft>
                <a:spcPts val="0"/>
              </a:spcAft>
              <a:buClr>
                <a:schemeClr val="dk1"/>
              </a:buClr>
              <a:buSzPts val="1200"/>
              <a:buFont typeface="Times New Roman"/>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a:p>
        </p:txBody>
      </p:sp>
      <p:sp>
        <p:nvSpPr>
          <p:cNvPr id="91" name="Google Shape;91;p8: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92" name="Google Shape;92;p8: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9: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2" name="Google Shape;102;p9: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marR="0" rtl="0" algn="l">
              <a:lnSpc>
                <a:spcPct val="100000"/>
              </a:lnSpc>
              <a:spcBef>
                <a:spcPts val="0"/>
              </a:spcBef>
              <a:spcAft>
                <a:spcPts val="0"/>
              </a:spcAft>
              <a:buClr>
                <a:schemeClr val="dk1"/>
              </a:buClr>
              <a:buSzPts val="1200"/>
              <a:buFont typeface="Times New Roman"/>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a:p>
        </p:txBody>
      </p:sp>
      <p:sp>
        <p:nvSpPr>
          <p:cNvPr id="103" name="Google Shape;103;p9: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104" name="Google Shape;104;p9: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10: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3" name="Google Shape;113;p10: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marR="0" rtl="0" algn="l">
              <a:lnSpc>
                <a:spcPct val="100000"/>
              </a:lnSpc>
              <a:spcBef>
                <a:spcPts val="0"/>
              </a:spcBef>
              <a:spcAft>
                <a:spcPts val="0"/>
              </a:spcAft>
              <a:buClr>
                <a:schemeClr val="dk1"/>
              </a:buClr>
              <a:buSzPts val="1200"/>
              <a:buFont typeface="Times New Roman"/>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a:p>
        </p:txBody>
      </p:sp>
      <p:sp>
        <p:nvSpPr>
          <p:cNvPr id="114" name="Google Shape;114;p10: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115" name="Google Shape;115;p10: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11: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4" name="Google Shape;124;p11: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marR="0" rtl="0" algn="l">
              <a:lnSpc>
                <a:spcPct val="100000"/>
              </a:lnSpc>
              <a:spcBef>
                <a:spcPts val="0"/>
              </a:spcBef>
              <a:spcAft>
                <a:spcPts val="0"/>
              </a:spcAft>
              <a:buClr>
                <a:schemeClr val="dk1"/>
              </a:buClr>
              <a:buSzPts val="1200"/>
              <a:buFont typeface="Times New Roman"/>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a:p>
        </p:txBody>
      </p:sp>
      <p:sp>
        <p:nvSpPr>
          <p:cNvPr id="125" name="Google Shape;125;p11: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126" name="Google Shape;126;p11: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12: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5" name="Google Shape;135;p12: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marR="0" rtl="0" algn="l">
              <a:lnSpc>
                <a:spcPct val="100000"/>
              </a:lnSpc>
              <a:spcBef>
                <a:spcPts val="0"/>
              </a:spcBef>
              <a:spcAft>
                <a:spcPts val="0"/>
              </a:spcAft>
              <a:buClr>
                <a:schemeClr val="dk1"/>
              </a:buClr>
              <a:buSzPts val="1200"/>
              <a:buFont typeface="Times New Roman"/>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a:p>
        </p:txBody>
      </p:sp>
      <p:sp>
        <p:nvSpPr>
          <p:cNvPr id="136" name="Google Shape;136;p12: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137" name="Google Shape;137;p12: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3: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5" name="Google Shape;145;p13: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marR="0" rtl="0" algn="l">
              <a:lnSpc>
                <a:spcPct val="100000"/>
              </a:lnSpc>
              <a:spcBef>
                <a:spcPts val="0"/>
              </a:spcBef>
              <a:spcAft>
                <a:spcPts val="0"/>
              </a:spcAft>
              <a:buClr>
                <a:schemeClr val="dk1"/>
              </a:buClr>
              <a:buSzPts val="1200"/>
              <a:buFont typeface="Times New Roman"/>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a:p>
        </p:txBody>
      </p:sp>
      <p:sp>
        <p:nvSpPr>
          <p:cNvPr id="146" name="Google Shape;146;p13: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147" name="Google Shape;147;p13: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4: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7" name="Google Shape;157;p14: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marR="0" rtl="0" algn="l">
              <a:lnSpc>
                <a:spcPct val="100000"/>
              </a:lnSpc>
              <a:spcBef>
                <a:spcPts val="0"/>
              </a:spcBef>
              <a:spcAft>
                <a:spcPts val="0"/>
              </a:spcAft>
              <a:buClr>
                <a:schemeClr val="dk1"/>
              </a:buClr>
              <a:buSzPts val="1200"/>
              <a:buFont typeface="Times New Roman"/>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a:p>
        </p:txBody>
      </p:sp>
      <p:sp>
        <p:nvSpPr>
          <p:cNvPr id="158" name="Google Shape;158;p14: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159" name="Google Shape;159;p14: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5: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8" name="Google Shape;168;p15: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marR="0" rtl="0" algn="l">
              <a:lnSpc>
                <a:spcPct val="100000"/>
              </a:lnSpc>
              <a:spcBef>
                <a:spcPts val="0"/>
              </a:spcBef>
              <a:spcAft>
                <a:spcPts val="0"/>
              </a:spcAft>
              <a:buClr>
                <a:schemeClr val="dk1"/>
              </a:buClr>
              <a:buSzPts val="1200"/>
              <a:buFont typeface="Times New Roman"/>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a:p>
        </p:txBody>
      </p:sp>
      <p:sp>
        <p:nvSpPr>
          <p:cNvPr id="169" name="Google Shape;169;p15: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170" name="Google Shape;170;p15: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6: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9" name="Google Shape;179;p16: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marR="0" rtl="0" algn="l">
              <a:lnSpc>
                <a:spcPct val="100000"/>
              </a:lnSpc>
              <a:spcBef>
                <a:spcPts val="0"/>
              </a:spcBef>
              <a:spcAft>
                <a:spcPts val="0"/>
              </a:spcAft>
              <a:buClr>
                <a:schemeClr val="dk1"/>
              </a:buClr>
              <a:buSzPts val="1200"/>
              <a:buFont typeface="Times New Roman"/>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a:p>
        </p:txBody>
      </p:sp>
      <p:sp>
        <p:nvSpPr>
          <p:cNvPr id="180" name="Google Shape;180;p16: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181" name="Google Shape;181;p16: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7: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0" name="Google Shape;190;p17: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marR="0" rtl="0" algn="l">
              <a:lnSpc>
                <a:spcPct val="100000"/>
              </a:lnSpc>
              <a:spcBef>
                <a:spcPts val="0"/>
              </a:spcBef>
              <a:spcAft>
                <a:spcPts val="0"/>
              </a:spcAft>
              <a:buClr>
                <a:schemeClr val="dk1"/>
              </a:buClr>
              <a:buSzPts val="1200"/>
              <a:buFont typeface="Times New Roman"/>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a:p>
        </p:txBody>
      </p:sp>
      <p:sp>
        <p:nvSpPr>
          <p:cNvPr id="191" name="Google Shape;191;p17: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192" name="Google Shape;192;p17: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8: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1" name="Google Shape;201;p18: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marR="0" rtl="0" algn="l">
              <a:lnSpc>
                <a:spcPct val="100000"/>
              </a:lnSpc>
              <a:spcBef>
                <a:spcPts val="0"/>
              </a:spcBef>
              <a:spcAft>
                <a:spcPts val="0"/>
              </a:spcAft>
              <a:buClr>
                <a:schemeClr val="dk1"/>
              </a:buClr>
              <a:buSzPts val="1200"/>
              <a:buFont typeface="Times New Roman"/>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a:p>
        </p:txBody>
      </p:sp>
      <p:sp>
        <p:nvSpPr>
          <p:cNvPr id="202" name="Google Shape;202;p18: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203" name="Google Shape;203;p18: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9: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2" name="Google Shape;212;p19: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marR="0" rtl="0" algn="l">
              <a:lnSpc>
                <a:spcPct val="100000"/>
              </a:lnSpc>
              <a:spcBef>
                <a:spcPts val="0"/>
              </a:spcBef>
              <a:spcAft>
                <a:spcPts val="0"/>
              </a:spcAft>
              <a:buClr>
                <a:schemeClr val="dk1"/>
              </a:buClr>
              <a:buSzPts val="1200"/>
              <a:buFont typeface="Times New Roman"/>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a:p>
        </p:txBody>
      </p:sp>
      <p:sp>
        <p:nvSpPr>
          <p:cNvPr id="213" name="Google Shape;213;p19: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214" name="Google Shape;214;p19: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20: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3" name="Google Shape;223;p20: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marR="0" rtl="0" algn="l">
              <a:lnSpc>
                <a:spcPct val="100000"/>
              </a:lnSpc>
              <a:spcBef>
                <a:spcPts val="0"/>
              </a:spcBef>
              <a:spcAft>
                <a:spcPts val="0"/>
              </a:spcAft>
              <a:buClr>
                <a:schemeClr val="dk1"/>
              </a:buClr>
              <a:buSzPts val="1200"/>
              <a:buFont typeface="Times New Roman"/>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a:p>
        </p:txBody>
      </p:sp>
      <p:sp>
        <p:nvSpPr>
          <p:cNvPr id="224" name="Google Shape;224;p20: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225" name="Google Shape;225;p20: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21: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3" name="Google Shape;233;p21: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marR="0" rtl="0" algn="l">
              <a:lnSpc>
                <a:spcPct val="100000"/>
              </a:lnSpc>
              <a:spcBef>
                <a:spcPts val="0"/>
              </a:spcBef>
              <a:spcAft>
                <a:spcPts val="0"/>
              </a:spcAft>
              <a:buClr>
                <a:schemeClr val="dk1"/>
              </a:buClr>
              <a:buSzPts val="1200"/>
              <a:buFont typeface="Times New Roman"/>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a:p>
        </p:txBody>
      </p:sp>
      <p:sp>
        <p:nvSpPr>
          <p:cNvPr id="234" name="Google Shape;234;p21: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235" name="Google Shape;235;p21: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2: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3" name="Google Shape;243;p22: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b="0" i="0" sz="1200">
              <a:solidFill>
                <a:schemeClr val="dk1"/>
              </a:solidFill>
              <a:latin typeface="Times New Roman"/>
              <a:ea typeface="Times New Roman"/>
              <a:cs typeface="Times New Roman"/>
              <a:sym typeface="Times New Roman"/>
            </a:endParaRPr>
          </a:p>
        </p:txBody>
      </p:sp>
      <p:sp>
        <p:nvSpPr>
          <p:cNvPr id="244" name="Google Shape;244;p22: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245" name="Google Shape;245;p22: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23: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4" name="Google Shape;254;p23: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a:p>
        </p:txBody>
      </p:sp>
      <p:sp>
        <p:nvSpPr>
          <p:cNvPr id="255" name="Google Shape;255;p23: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256" name="Google Shape;256;p23: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4:notes"/>
          <p:cNvSpPr txBox="1"/>
          <p:nvPr>
            <p:ph idx="1" type="body"/>
          </p:nvPr>
        </p:nvSpPr>
        <p:spPr>
          <a:xfrm>
            <a:off x="701025" y="4387125"/>
            <a:ext cx="5608300" cy="41562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4:notes"/>
          <p:cNvSpPr/>
          <p:nvPr>
            <p:ph idx="2" type="sldImg"/>
          </p:nvPr>
        </p:nvSpPr>
        <p:spPr>
          <a:xfrm>
            <a:off x="1168625" y="692700"/>
            <a:ext cx="4673825" cy="34635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 name="Shape 12"/>
        <p:cNvGrpSpPr/>
        <p:nvPr/>
      </p:nvGrpSpPr>
      <p:grpSpPr>
        <a:xfrm>
          <a:off x="0" y="0"/>
          <a:ext cx="0" cy="0"/>
          <a:chOff x="0" y="0"/>
          <a:chExt cx="0" cy="0"/>
        </a:xfrm>
      </p:grpSpPr>
      <p:sp>
        <p:nvSpPr>
          <p:cNvPr id="13" name="Google Shape;13;p2"/>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2A900"/>
              </a:buClr>
              <a:buSzPts val="2800"/>
              <a:buFont typeface="Cambria"/>
              <a:buNone/>
              <a:defRPr>
                <a:solidFill>
                  <a:srgbClr val="F2A900"/>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2"/>
          <p:cNvSpPr txBox="1"/>
          <p:nvPr>
            <p:ph idx="1" type="body"/>
          </p:nvPr>
        </p:nvSpPr>
        <p:spPr>
          <a:xfrm>
            <a:off x="457200" y="1151692"/>
            <a:ext cx="8229600" cy="4799741"/>
          </a:xfrm>
          <a:prstGeom prst="rect">
            <a:avLst/>
          </a:prstGeom>
          <a:noFill/>
          <a:ln>
            <a:noFill/>
          </a:ln>
        </p:spPr>
        <p:txBody>
          <a:bodyPr anchorCtr="0" anchor="t" bIns="45700" lIns="0" spcFirstLastPara="1" rIns="0" wrap="square" tIns="45700">
            <a:noAutofit/>
          </a:bodyPr>
          <a:lstStyle>
            <a:lvl1pPr indent="-411480" lvl="0" marL="457200" algn="l">
              <a:spcBef>
                <a:spcPts val="0"/>
              </a:spcBef>
              <a:spcAft>
                <a:spcPts val="0"/>
              </a:spcAft>
              <a:buClr>
                <a:schemeClr val="dk1"/>
              </a:buClr>
              <a:buSzPts val="2880"/>
              <a:buChar char="•"/>
              <a:defRPr sz="2400">
                <a:latin typeface="Cambria"/>
                <a:ea typeface="Cambria"/>
                <a:cs typeface="Cambria"/>
                <a:sym typeface="Cambria"/>
              </a:defRPr>
            </a:lvl1pPr>
            <a:lvl2pPr indent="-381000" lvl="1" marL="914400" algn="l">
              <a:spcBef>
                <a:spcPts val="0"/>
              </a:spcBef>
              <a:spcAft>
                <a:spcPts val="0"/>
              </a:spcAft>
              <a:buClr>
                <a:schemeClr val="dk1"/>
              </a:buClr>
              <a:buSzPts val="2400"/>
              <a:buChar char="–"/>
              <a:defRPr sz="2400">
                <a:latin typeface="Cambria"/>
                <a:ea typeface="Cambria"/>
                <a:cs typeface="Cambria"/>
                <a:sym typeface="Cambria"/>
              </a:defRPr>
            </a:lvl2pPr>
            <a:lvl3pPr indent="-381000" lvl="2" marL="1371600" algn="l">
              <a:spcBef>
                <a:spcPts val="0"/>
              </a:spcBef>
              <a:spcAft>
                <a:spcPts val="0"/>
              </a:spcAft>
              <a:buClr>
                <a:schemeClr val="dk1"/>
              </a:buClr>
              <a:buSzPts val="2400"/>
              <a:buChar char="•"/>
              <a:defRPr sz="2400">
                <a:latin typeface="Cambria"/>
                <a:ea typeface="Cambria"/>
                <a:cs typeface="Cambria"/>
                <a:sym typeface="Cambria"/>
              </a:defRPr>
            </a:lvl3pPr>
            <a:lvl4pPr indent="-381000" lvl="3" marL="1828800" algn="l">
              <a:spcBef>
                <a:spcPts val="0"/>
              </a:spcBef>
              <a:spcAft>
                <a:spcPts val="0"/>
              </a:spcAft>
              <a:buClr>
                <a:schemeClr val="dk1"/>
              </a:buClr>
              <a:buSzPts val="2400"/>
              <a:buChar char="-"/>
              <a:defRPr sz="2400">
                <a:latin typeface="Cambria"/>
                <a:ea typeface="Cambria"/>
                <a:cs typeface="Cambria"/>
                <a:sym typeface="Cambria"/>
              </a:defRPr>
            </a:lvl4pPr>
            <a:lvl5pPr indent="-381000" lvl="4" marL="2286000" algn="l">
              <a:spcBef>
                <a:spcPts val="0"/>
              </a:spcBef>
              <a:spcAft>
                <a:spcPts val="0"/>
              </a:spcAft>
              <a:buClr>
                <a:schemeClr val="dk1"/>
              </a:buClr>
              <a:buSzPts val="2400"/>
              <a:buChar char="»"/>
              <a:defRPr sz="2400">
                <a:latin typeface="Cambria"/>
                <a:ea typeface="Cambria"/>
                <a:cs typeface="Cambria"/>
                <a:sym typeface="Cambria"/>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5" name="Google Shape;15;p2"/>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lvl1pPr indent="0" lvl="0" marL="0" algn="l">
              <a:spcBef>
                <a:spcPts val="0"/>
              </a:spcBef>
              <a:spcAft>
                <a:spcPts val="0"/>
              </a:spcAft>
              <a:buNone/>
              <a:defRPr/>
            </a:lvl1pPr>
            <a:lvl2pPr indent="0" lvl="1" marL="0" algn="l">
              <a:spcBef>
                <a:spcPts val="0"/>
              </a:spcBef>
              <a:spcAft>
                <a:spcPts val="0"/>
              </a:spcAft>
              <a:buNone/>
              <a:defRPr/>
            </a:lvl2pPr>
            <a:lvl3pPr indent="0" lvl="2" marL="0" algn="l">
              <a:spcBef>
                <a:spcPts val="0"/>
              </a:spcBef>
              <a:spcAft>
                <a:spcPts val="0"/>
              </a:spcAft>
              <a:buNone/>
              <a:defRPr/>
            </a:lvl3pPr>
            <a:lvl4pPr indent="0" lvl="3" marL="0" algn="l">
              <a:spcBef>
                <a:spcPts val="0"/>
              </a:spcBef>
              <a:spcAft>
                <a:spcPts val="0"/>
              </a:spcAft>
              <a:buNone/>
              <a:defRPr/>
            </a:lvl4pPr>
            <a:lvl5pPr indent="0" lvl="4" marL="0" algn="l">
              <a:spcBef>
                <a:spcPts val="0"/>
              </a:spcBef>
              <a:spcAft>
                <a:spcPts val="0"/>
              </a:spcAft>
              <a:buNone/>
              <a:defRPr/>
            </a:lvl5pPr>
            <a:lvl6pPr indent="0" lvl="5" marL="0" algn="l">
              <a:spcBef>
                <a:spcPts val="0"/>
              </a:spcBef>
              <a:spcAft>
                <a:spcPts val="0"/>
              </a:spcAft>
              <a:buNone/>
              <a:defRPr/>
            </a:lvl6pPr>
            <a:lvl7pPr indent="0" lvl="6" marL="0" algn="l">
              <a:spcBef>
                <a:spcPts val="0"/>
              </a:spcBef>
              <a:spcAft>
                <a:spcPts val="0"/>
              </a:spcAft>
              <a:buNone/>
              <a:defRPr/>
            </a:lvl7pPr>
            <a:lvl8pPr indent="0" lvl="7" marL="0" algn="l">
              <a:spcBef>
                <a:spcPts val="0"/>
              </a:spcBef>
              <a:spcAft>
                <a:spcPts val="0"/>
              </a:spcAft>
              <a:buNone/>
              <a:defRPr/>
            </a:lvl8pPr>
            <a:lvl9pPr indent="0" lvl="8" marL="0" algn="l">
              <a:spcBef>
                <a:spcPts val="0"/>
              </a:spcBef>
              <a:spcAft>
                <a:spcPts val="0"/>
              </a:spcAft>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16" name="Shape 16"/>
        <p:cNvGrpSpPr/>
        <p:nvPr/>
      </p:nvGrpSpPr>
      <p:grpSpPr>
        <a:xfrm>
          <a:off x="0" y="0"/>
          <a:ext cx="0" cy="0"/>
          <a:chOff x="0" y="0"/>
          <a:chExt cx="0" cy="0"/>
        </a:xfrm>
      </p:grpSpPr>
      <p:grpSp>
        <p:nvGrpSpPr>
          <p:cNvPr id="17" name="Google Shape;17;p3"/>
          <p:cNvGrpSpPr/>
          <p:nvPr/>
        </p:nvGrpSpPr>
        <p:grpSpPr>
          <a:xfrm>
            <a:off x="457200" y="442000"/>
            <a:ext cx="8235757" cy="5504790"/>
            <a:chOff x="457200" y="442000"/>
            <a:chExt cx="8235757" cy="5504790"/>
          </a:xfrm>
        </p:grpSpPr>
        <p:sp>
          <p:nvSpPr>
            <p:cNvPr id="18" name="Google Shape;18;p3"/>
            <p:cNvSpPr/>
            <p:nvPr/>
          </p:nvSpPr>
          <p:spPr>
            <a:xfrm>
              <a:off x="457200" y="1603390"/>
              <a:ext cx="7251192" cy="43434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Times New Roman"/>
                <a:ea typeface="Times New Roman"/>
                <a:cs typeface="Times New Roman"/>
                <a:sym typeface="Times New Roman"/>
              </a:endParaRPr>
            </a:p>
          </p:txBody>
        </p:sp>
        <p:pic>
          <p:nvPicPr>
            <p:cNvPr descr="HMH_vertical logo.png" id="19" name="Google Shape;19;p3"/>
            <p:cNvPicPr preferRelativeResize="0"/>
            <p:nvPr/>
          </p:nvPicPr>
          <p:blipFill rotWithShape="1">
            <a:blip r:embed="rId2">
              <a:alphaModFix/>
            </a:blip>
            <a:srcRect b="0" l="0" r="0" t="0"/>
            <a:stretch/>
          </p:blipFill>
          <p:spPr>
            <a:xfrm>
              <a:off x="7042912" y="442000"/>
              <a:ext cx="1650045" cy="1039328"/>
            </a:xfrm>
            <a:prstGeom prst="rect">
              <a:avLst/>
            </a:prstGeom>
            <a:noFill/>
            <a:ln>
              <a:noFill/>
            </a:ln>
          </p:spPr>
        </p:pic>
      </p:grpSp>
      <p:sp>
        <p:nvSpPr>
          <p:cNvPr id="20" name="Google Shape;20;p3"/>
          <p:cNvSpPr txBox="1"/>
          <p:nvPr>
            <p:ph type="ctrTitle"/>
          </p:nvPr>
        </p:nvSpPr>
        <p:spPr>
          <a:xfrm>
            <a:off x="706001" y="1662793"/>
            <a:ext cx="6400022" cy="73459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FFFFF"/>
              </a:buClr>
              <a:buSzPts val="4000"/>
              <a:buFont typeface="Cambria"/>
              <a:buNone/>
              <a:defRPr b="1" sz="4000">
                <a:solidFill>
                  <a:srgbClr val="FFFFFF"/>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1" name="Shape 21"/>
        <p:cNvGrpSpPr/>
        <p:nvPr/>
      </p:nvGrpSpPr>
      <p:grpSpPr>
        <a:xfrm>
          <a:off x="0" y="0"/>
          <a:ext cx="0" cy="0"/>
          <a:chOff x="0" y="0"/>
          <a:chExt cx="0" cy="0"/>
        </a:xfrm>
      </p:grpSpPr>
      <p:sp>
        <p:nvSpPr>
          <p:cNvPr id="22" name="Google Shape;22;p4"/>
          <p:cNvSpPr txBox="1"/>
          <p:nvPr>
            <p:ph idx="1" type="body"/>
          </p:nvPr>
        </p:nvSpPr>
        <p:spPr>
          <a:xfrm>
            <a:off x="457200" y="1146175"/>
            <a:ext cx="3994150" cy="4525963"/>
          </a:xfrm>
          <a:prstGeom prst="rect">
            <a:avLst/>
          </a:prstGeom>
          <a:noFill/>
          <a:ln>
            <a:noFill/>
          </a:ln>
        </p:spPr>
        <p:txBody>
          <a:bodyPr anchorCtr="0" anchor="t" bIns="45700" lIns="0" spcFirstLastPara="1" rIns="0" wrap="square" tIns="45700">
            <a:noAutofit/>
          </a:bodyPr>
          <a:lstStyle>
            <a:lvl1pPr indent="-411480" lvl="0" marL="457200" algn="l">
              <a:spcBef>
                <a:spcPts val="0"/>
              </a:spcBef>
              <a:spcAft>
                <a:spcPts val="0"/>
              </a:spcAft>
              <a:buClr>
                <a:schemeClr val="dk1"/>
              </a:buClr>
              <a:buSzPts val="2880"/>
              <a:buChar char="•"/>
              <a:defRPr sz="2400">
                <a:latin typeface="Cambria"/>
                <a:ea typeface="Cambria"/>
                <a:cs typeface="Cambria"/>
                <a:sym typeface="Cambria"/>
              </a:defRPr>
            </a:lvl1pPr>
            <a:lvl2pPr indent="-381000" lvl="1" marL="914400" algn="l">
              <a:spcBef>
                <a:spcPts val="0"/>
              </a:spcBef>
              <a:spcAft>
                <a:spcPts val="0"/>
              </a:spcAft>
              <a:buClr>
                <a:schemeClr val="dk1"/>
              </a:buClr>
              <a:buSzPts val="2400"/>
              <a:buChar char="–"/>
              <a:defRPr sz="2400">
                <a:latin typeface="Cambria"/>
                <a:ea typeface="Cambria"/>
                <a:cs typeface="Cambria"/>
                <a:sym typeface="Cambria"/>
              </a:defRPr>
            </a:lvl2pPr>
            <a:lvl3pPr indent="-381000" lvl="2" marL="1371600" algn="l">
              <a:spcBef>
                <a:spcPts val="0"/>
              </a:spcBef>
              <a:spcAft>
                <a:spcPts val="0"/>
              </a:spcAft>
              <a:buClr>
                <a:schemeClr val="dk1"/>
              </a:buClr>
              <a:buSzPts val="2400"/>
              <a:buChar char="•"/>
              <a:defRPr sz="2400">
                <a:latin typeface="Cambria"/>
                <a:ea typeface="Cambria"/>
                <a:cs typeface="Cambria"/>
                <a:sym typeface="Cambria"/>
              </a:defRPr>
            </a:lvl3pPr>
            <a:lvl4pPr indent="-381000" lvl="3" marL="1828800" algn="l">
              <a:spcBef>
                <a:spcPts val="0"/>
              </a:spcBef>
              <a:spcAft>
                <a:spcPts val="0"/>
              </a:spcAft>
              <a:buClr>
                <a:schemeClr val="dk1"/>
              </a:buClr>
              <a:buSzPts val="2400"/>
              <a:buChar char="-"/>
              <a:defRPr sz="2400">
                <a:latin typeface="Cambria"/>
                <a:ea typeface="Cambria"/>
                <a:cs typeface="Cambria"/>
                <a:sym typeface="Cambria"/>
              </a:defRPr>
            </a:lvl4pPr>
            <a:lvl5pPr indent="-381000" lvl="4" marL="2286000" algn="l">
              <a:spcBef>
                <a:spcPts val="0"/>
              </a:spcBef>
              <a:spcAft>
                <a:spcPts val="0"/>
              </a:spcAft>
              <a:buClr>
                <a:schemeClr val="dk1"/>
              </a:buClr>
              <a:buSzPts val="2400"/>
              <a:buChar char="»"/>
              <a:defRPr sz="2400">
                <a:latin typeface="Cambria"/>
                <a:ea typeface="Cambria"/>
                <a:cs typeface="Cambria"/>
                <a:sym typeface="Cambria"/>
              </a:defRPr>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23" name="Google Shape;23;p4"/>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lvl1pPr indent="0" lvl="0" marL="0" algn="l">
              <a:spcBef>
                <a:spcPts val="0"/>
              </a:spcBef>
              <a:spcAft>
                <a:spcPts val="0"/>
              </a:spcAft>
              <a:buNone/>
              <a:defRPr/>
            </a:lvl1pPr>
            <a:lvl2pPr indent="0" lvl="1" marL="0" algn="l">
              <a:spcBef>
                <a:spcPts val="0"/>
              </a:spcBef>
              <a:spcAft>
                <a:spcPts val="0"/>
              </a:spcAft>
              <a:buNone/>
              <a:defRPr/>
            </a:lvl2pPr>
            <a:lvl3pPr indent="0" lvl="2" marL="0" algn="l">
              <a:spcBef>
                <a:spcPts val="0"/>
              </a:spcBef>
              <a:spcAft>
                <a:spcPts val="0"/>
              </a:spcAft>
              <a:buNone/>
              <a:defRPr/>
            </a:lvl3pPr>
            <a:lvl4pPr indent="0" lvl="3" marL="0" algn="l">
              <a:spcBef>
                <a:spcPts val="0"/>
              </a:spcBef>
              <a:spcAft>
                <a:spcPts val="0"/>
              </a:spcAft>
              <a:buNone/>
              <a:defRPr/>
            </a:lvl4pPr>
            <a:lvl5pPr indent="0" lvl="4" marL="0" algn="l">
              <a:spcBef>
                <a:spcPts val="0"/>
              </a:spcBef>
              <a:spcAft>
                <a:spcPts val="0"/>
              </a:spcAft>
              <a:buNone/>
              <a:defRPr/>
            </a:lvl5pPr>
            <a:lvl6pPr indent="0" lvl="5" marL="0" algn="l">
              <a:spcBef>
                <a:spcPts val="0"/>
              </a:spcBef>
              <a:spcAft>
                <a:spcPts val="0"/>
              </a:spcAft>
              <a:buNone/>
              <a:defRPr/>
            </a:lvl6pPr>
            <a:lvl7pPr indent="0" lvl="6" marL="0" algn="l">
              <a:spcBef>
                <a:spcPts val="0"/>
              </a:spcBef>
              <a:spcAft>
                <a:spcPts val="0"/>
              </a:spcAft>
              <a:buNone/>
              <a:defRPr/>
            </a:lvl7pPr>
            <a:lvl8pPr indent="0" lvl="7" marL="0" algn="l">
              <a:spcBef>
                <a:spcPts val="0"/>
              </a:spcBef>
              <a:spcAft>
                <a:spcPts val="0"/>
              </a:spcAft>
              <a:buNone/>
              <a:defRPr/>
            </a:lvl8pPr>
            <a:lvl9pPr indent="0" lvl="8" marL="0" algn="l">
              <a:spcBef>
                <a:spcPts val="0"/>
              </a:spcBef>
              <a:spcAft>
                <a:spcPts val="0"/>
              </a:spcAft>
              <a:buNone/>
              <a:defRPr/>
            </a:lvl9pPr>
          </a:lstStyle>
          <a:p>
            <a:pPr indent="0" lvl="0" marL="0" rtl="0" algn="l">
              <a:spcBef>
                <a:spcPts val="0"/>
              </a:spcBef>
              <a:spcAft>
                <a:spcPts val="0"/>
              </a:spcAft>
              <a:buNone/>
            </a:pPr>
            <a:fld id="{00000000-1234-1234-1234-123412341234}" type="slidenum">
              <a:rPr lang="en-US"/>
              <a:t>‹#›</a:t>
            </a:fld>
            <a:endParaRPr/>
          </a:p>
        </p:txBody>
      </p:sp>
      <p:sp>
        <p:nvSpPr>
          <p:cNvPr id="24" name="Google Shape;24;p4"/>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chemeClr val="dk2"/>
              </a:buClr>
              <a:buSzPts val="2800"/>
              <a:buFont typeface="Cambria"/>
              <a:buNone/>
              <a:defRPr b="1" sz="2800">
                <a:solidFill>
                  <a:schemeClr val="dk2"/>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25" name="Shape 25"/>
        <p:cNvGrpSpPr/>
        <p:nvPr/>
      </p:nvGrpSpPr>
      <p:grpSpPr>
        <a:xfrm>
          <a:off x="0" y="0"/>
          <a:ext cx="0" cy="0"/>
          <a:chOff x="0" y="0"/>
          <a:chExt cx="0" cy="0"/>
        </a:xfrm>
      </p:grpSpPr>
      <p:sp>
        <p:nvSpPr>
          <p:cNvPr id="26" name="Google Shape;26;p5"/>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chemeClr val="dk2"/>
              </a:buClr>
              <a:buSzPts val="2800"/>
              <a:buFont typeface="Cambria"/>
              <a:buNone/>
              <a:defRPr b="1" sz="2800">
                <a:solidFill>
                  <a:schemeClr val="dk2"/>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5"/>
          <p:cNvSpPr txBox="1"/>
          <p:nvPr>
            <p:ph idx="1" type="body"/>
          </p:nvPr>
        </p:nvSpPr>
        <p:spPr>
          <a:xfrm>
            <a:off x="457200" y="1146175"/>
            <a:ext cx="3994150" cy="639762"/>
          </a:xfrm>
          <a:prstGeom prst="rect">
            <a:avLst/>
          </a:prstGeom>
          <a:noFill/>
          <a:ln>
            <a:noFill/>
          </a:ln>
        </p:spPr>
        <p:txBody>
          <a:bodyPr anchorCtr="0" anchor="b" bIns="45700" lIns="0" spcFirstLastPara="1" rIns="0" wrap="square" tIns="45700">
            <a:noAutofit/>
          </a:bodyPr>
          <a:lstStyle>
            <a:lvl1pPr indent="-228600" lvl="0" marL="457200" algn="l">
              <a:spcBef>
                <a:spcPts val="0"/>
              </a:spcBef>
              <a:spcAft>
                <a:spcPts val="0"/>
              </a:spcAft>
              <a:buClr>
                <a:schemeClr val="dk1"/>
              </a:buClr>
              <a:buSzPts val="2160"/>
              <a:buNone/>
              <a:defRPr b="1" sz="1800">
                <a:latin typeface="Cambria"/>
                <a:ea typeface="Cambria"/>
                <a:cs typeface="Cambria"/>
                <a:sym typeface="Cambria"/>
              </a:defRPr>
            </a:lvl1pPr>
            <a:lvl2pPr indent="-228600" lvl="1" marL="914400" algn="l">
              <a:spcBef>
                <a:spcPts val="0"/>
              </a:spcBef>
              <a:spcAft>
                <a:spcPts val="0"/>
              </a:spcAft>
              <a:buClr>
                <a:schemeClr val="dk1"/>
              </a:buClr>
              <a:buSzPts val="2000"/>
              <a:buNone/>
              <a:defRPr b="1" sz="2000"/>
            </a:lvl2pPr>
            <a:lvl3pPr indent="-228600" lvl="2" marL="1371600" algn="l">
              <a:spcBef>
                <a:spcPts val="0"/>
              </a:spcBef>
              <a:spcAft>
                <a:spcPts val="0"/>
              </a:spcAft>
              <a:buClr>
                <a:schemeClr val="dk1"/>
              </a:buClr>
              <a:buSzPts val="1800"/>
              <a:buNone/>
              <a:defRPr b="1" sz="1800"/>
            </a:lvl3pPr>
            <a:lvl4pPr indent="-228600" lvl="3" marL="1828800" algn="l">
              <a:spcBef>
                <a:spcPts val="0"/>
              </a:spcBef>
              <a:spcAft>
                <a:spcPts val="0"/>
              </a:spcAft>
              <a:buClr>
                <a:schemeClr val="dk1"/>
              </a:buClr>
              <a:buSzPts val="1600"/>
              <a:buNone/>
              <a:defRPr b="1" sz="1600"/>
            </a:lvl4pPr>
            <a:lvl5pPr indent="-228600" lvl="4" marL="2286000" algn="l">
              <a:spcBef>
                <a:spcPts val="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28" name="Google Shape;28;p5"/>
          <p:cNvSpPr txBox="1"/>
          <p:nvPr>
            <p:ph idx="2" type="body"/>
          </p:nvPr>
        </p:nvSpPr>
        <p:spPr>
          <a:xfrm>
            <a:off x="457200" y="1785937"/>
            <a:ext cx="3994150" cy="3951288"/>
          </a:xfrm>
          <a:prstGeom prst="rect">
            <a:avLst/>
          </a:prstGeom>
          <a:noFill/>
          <a:ln>
            <a:noFill/>
          </a:ln>
        </p:spPr>
        <p:txBody>
          <a:bodyPr anchorCtr="0" anchor="t" bIns="45700" lIns="0" spcFirstLastPara="1" rIns="0" wrap="square" tIns="45700">
            <a:noAutofit/>
          </a:bodyPr>
          <a:lstStyle>
            <a:lvl1pPr indent="-365760" lvl="0" marL="457200" algn="l">
              <a:spcBef>
                <a:spcPts val="0"/>
              </a:spcBef>
              <a:spcAft>
                <a:spcPts val="0"/>
              </a:spcAft>
              <a:buClr>
                <a:schemeClr val="dk1"/>
              </a:buClr>
              <a:buSzPts val="2160"/>
              <a:buChar char="•"/>
              <a:defRPr sz="1800">
                <a:latin typeface="Cambria"/>
                <a:ea typeface="Cambria"/>
                <a:cs typeface="Cambria"/>
                <a:sym typeface="Cambria"/>
              </a:defRPr>
            </a:lvl1pPr>
            <a:lvl2pPr indent="-342900" lvl="1" marL="914400" algn="l">
              <a:spcBef>
                <a:spcPts val="0"/>
              </a:spcBef>
              <a:spcAft>
                <a:spcPts val="0"/>
              </a:spcAft>
              <a:buClr>
                <a:schemeClr val="dk1"/>
              </a:buClr>
              <a:buSzPts val="1800"/>
              <a:buChar char="–"/>
              <a:defRPr sz="1800">
                <a:latin typeface="Cambria"/>
                <a:ea typeface="Cambria"/>
                <a:cs typeface="Cambria"/>
                <a:sym typeface="Cambria"/>
              </a:defRPr>
            </a:lvl2pPr>
            <a:lvl3pPr indent="-342900" lvl="2" marL="1371600" algn="l">
              <a:spcBef>
                <a:spcPts val="0"/>
              </a:spcBef>
              <a:spcAft>
                <a:spcPts val="0"/>
              </a:spcAft>
              <a:buClr>
                <a:schemeClr val="dk1"/>
              </a:buClr>
              <a:buSzPts val="1800"/>
              <a:buChar char="•"/>
              <a:defRPr sz="1800">
                <a:latin typeface="Cambria"/>
                <a:ea typeface="Cambria"/>
                <a:cs typeface="Cambria"/>
                <a:sym typeface="Cambria"/>
              </a:defRPr>
            </a:lvl3pPr>
            <a:lvl4pPr indent="-342900" lvl="3" marL="1828800" algn="l">
              <a:spcBef>
                <a:spcPts val="0"/>
              </a:spcBef>
              <a:spcAft>
                <a:spcPts val="0"/>
              </a:spcAft>
              <a:buClr>
                <a:schemeClr val="dk1"/>
              </a:buClr>
              <a:buSzPts val="1800"/>
              <a:buChar char="-"/>
              <a:defRPr sz="1800">
                <a:latin typeface="Cambria"/>
                <a:ea typeface="Cambria"/>
                <a:cs typeface="Cambria"/>
                <a:sym typeface="Cambria"/>
              </a:defRPr>
            </a:lvl4pPr>
            <a:lvl5pPr indent="-342900" lvl="4" marL="2286000" algn="l">
              <a:spcBef>
                <a:spcPts val="0"/>
              </a:spcBef>
              <a:spcAft>
                <a:spcPts val="0"/>
              </a:spcAft>
              <a:buClr>
                <a:schemeClr val="dk1"/>
              </a:buClr>
              <a:buSzPts val="1800"/>
              <a:buChar char="»"/>
              <a:defRPr sz="1800">
                <a:latin typeface="Cambria"/>
                <a:ea typeface="Cambria"/>
                <a:cs typeface="Cambria"/>
                <a:sym typeface="Cambria"/>
              </a:defRPr>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29" name="Google Shape;29;p5"/>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lvl1pPr indent="0" lvl="0" marL="0" algn="l">
              <a:spcBef>
                <a:spcPts val="0"/>
              </a:spcBef>
              <a:spcAft>
                <a:spcPts val="0"/>
              </a:spcAft>
              <a:buNone/>
              <a:defRPr/>
            </a:lvl1pPr>
            <a:lvl2pPr indent="0" lvl="1" marL="0" algn="l">
              <a:spcBef>
                <a:spcPts val="0"/>
              </a:spcBef>
              <a:spcAft>
                <a:spcPts val="0"/>
              </a:spcAft>
              <a:buNone/>
              <a:defRPr/>
            </a:lvl2pPr>
            <a:lvl3pPr indent="0" lvl="2" marL="0" algn="l">
              <a:spcBef>
                <a:spcPts val="0"/>
              </a:spcBef>
              <a:spcAft>
                <a:spcPts val="0"/>
              </a:spcAft>
              <a:buNone/>
              <a:defRPr/>
            </a:lvl3pPr>
            <a:lvl4pPr indent="0" lvl="3" marL="0" algn="l">
              <a:spcBef>
                <a:spcPts val="0"/>
              </a:spcBef>
              <a:spcAft>
                <a:spcPts val="0"/>
              </a:spcAft>
              <a:buNone/>
              <a:defRPr/>
            </a:lvl4pPr>
            <a:lvl5pPr indent="0" lvl="4" marL="0" algn="l">
              <a:spcBef>
                <a:spcPts val="0"/>
              </a:spcBef>
              <a:spcAft>
                <a:spcPts val="0"/>
              </a:spcAft>
              <a:buNone/>
              <a:defRPr/>
            </a:lvl5pPr>
            <a:lvl6pPr indent="0" lvl="5" marL="0" algn="l">
              <a:spcBef>
                <a:spcPts val="0"/>
              </a:spcBef>
              <a:spcAft>
                <a:spcPts val="0"/>
              </a:spcAft>
              <a:buNone/>
              <a:defRPr/>
            </a:lvl6pPr>
            <a:lvl7pPr indent="0" lvl="6" marL="0" algn="l">
              <a:spcBef>
                <a:spcPts val="0"/>
              </a:spcBef>
              <a:spcAft>
                <a:spcPts val="0"/>
              </a:spcAft>
              <a:buNone/>
              <a:defRPr/>
            </a:lvl7pPr>
            <a:lvl8pPr indent="0" lvl="7" marL="0" algn="l">
              <a:spcBef>
                <a:spcPts val="0"/>
              </a:spcBef>
              <a:spcAft>
                <a:spcPts val="0"/>
              </a:spcAft>
              <a:buNone/>
              <a:defRPr/>
            </a:lvl8pPr>
            <a:lvl9pPr indent="0" lvl="8" marL="0" algn="l">
              <a:spcBef>
                <a:spcPts val="0"/>
              </a:spcBef>
              <a:spcAft>
                <a:spcPts val="0"/>
              </a:spcAft>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chemeClr val="dk2"/>
              </a:buClr>
              <a:buSzPts val="2800"/>
              <a:buFont typeface="Cambria"/>
              <a:buNone/>
              <a:defRPr>
                <a:solidFill>
                  <a:schemeClr val="dk2"/>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6"/>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lvl1pPr indent="0" lvl="0" marL="0" algn="l">
              <a:spcBef>
                <a:spcPts val="0"/>
              </a:spcBef>
              <a:spcAft>
                <a:spcPts val="0"/>
              </a:spcAft>
              <a:buNone/>
              <a:defRPr/>
            </a:lvl1pPr>
            <a:lvl2pPr indent="0" lvl="1" marL="0" algn="l">
              <a:spcBef>
                <a:spcPts val="0"/>
              </a:spcBef>
              <a:spcAft>
                <a:spcPts val="0"/>
              </a:spcAft>
              <a:buNone/>
              <a:defRPr/>
            </a:lvl2pPr>
            <a:lvl3pPr indent="0" lvl="2" marL="0" algn="l">
              <a:spcBef>
                <a:spcPts val="0"/>
              </a:spcBef>
              <a:spcAft>
                <a:spcPts val="0"/>
              </a:spcAft>
              <a:buNone/>
              <a:defRPr/>
            </a:lvl3pPr>
            <a:lvl4pPr indent="0" lvl="3" marL="0" algn="l">
              <a:spcBef>
                <a:spcPts val="0"/>
              </a:spcBef>
              <a:spcAft>
                <a:spcPts val="0"/>
              </a:spcAft>
              <a:buNone/>
              <a:defRPr/>
            </a:lvl4pPr>
            <a:lvl5pPr indent="0" lvl="4" marL="0" algn="l">
              <a:spcBef>
                <a:spcPts val="0"/>
              </a:spcBef>
              <a:spcAft>
                <a:spcPts val="0"/>
              </a:spcAft>
              <a:buNone/>
              <a:defRPr/>
            </a:lvl5pPr>
            <a:lvl6pPr indent="0" lvl="5" marL="0" algn="l">
              <a:spcBef>
                <a:spcPts val="0"/>
              </a:spcBef>
              <a:spcAft>
                <a:spcPts val="0"/>
              </a:spcAft>
              <a:buNone/>
              <a:defRPr/>
            </a:lvl6pPr>
            <a:lvl7pPr indent="0" lvl="6" marL="0" algn="l">
              <a:spcBef>
                <a:spcPts val="0"/>
              </a:spcBef>
              <a:spcAft>
                <a:spcPts val="0"/>
              </a:spcAft>
              <a:buNone/>
              <a:defRPr/>
            </a:lvl7pPr>
            <a:lvl8pPr indent="0" lvl="7" marL="0" algn="l">
              <a:spcBef>
                <a:spcPts val="0"/>
              </a:spcBef>
              <a:spcAft>
                <a:spcPts val="0"/>
              </a:spcAft>
              <a:buNone/>
              <a:defRPr/>
            </a:lvl8pPr>
            <a:lvl9pPr indent="0" lvl="8" marL="0" algn="l">
              <a:spcBef>
                <a:spcPts val="0"/>
              </a:spcBef>
              <a:spcAft>
                <a:spcPts val="0"/>
              </a:spcAft>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3" name="Shape 33"/>
        <p:cNvGrpSpPr/>
        <p:nvPr/>
      </p:nvGrpSpPr>
      <p:grpSpPr>
        <a:xfrm>
          <a:off x="0" y="0"/>
          <a:ext cx="0" cy="0"/>
          <a:chOff x="0" y="0"/>
          <a:chExt cx="0" cy="0"/>
        </a:xfrm>
      </p:grpSpPr>
      <p:sp>
        <p:nvSpPr>
          <p:cNvPr id="34" name="Google Shape;34;p7"/>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lvl1pPr indent="0" lvl="0" marL="0" algn="l">
              <a:spcBef>
                <a:spcPts val="0"/>
              </a:spcBef>
              <a:spcAft>
                <a:spcPts val="0"/>
              </a:spcAft>
              <a:buNone/>
              <a:defRPr/>
            </a:lvl1pPr>
            <a:lvl2pPr indent="0" lvl="1" marL="0" algn="l">
              <a:spcBef>
                <a:spcPts val="0"/>
              </a:spcBef>
              <a:spcAft>
                <a:spcPts val="0"/>
              </a:spcAft>
              <a:buNone/>
              <a:defRPr/>
            </a:lvl2pPr>
            <a:lvl3pPr indent="0" lvl="2" marL="0" algn="l">
              <a:spcBef>
                <a:spcPts val="0"/>
              </a:spcBef>
              <a:spcAft>
                <a:spcPts val="0"/>
              </a:spcAft>
              <a:buNone/>
              <a:defRPr/>
            </a:lvl3pPr>
            <a:lvl4pPr indent="0" lvl="3" marL="0" algn="l">
              <a:spcBef>
                <a:spcPts val="0"/>
              </a:spcBef>
              <a:spcAft>
                <a:spcPts val="0"/>
              </a:spcAft>
              <a:buNone/>
              <a:defRPr/>
            </a:lvl4pPr>
            <a:lvl5pPr indent="0" lvl="4" marL="0" algn="l">
              <a:spcBef>
                <a:spcPts val="0"/>
              </a:spcBef>
              <a:spcAft>
                <a:spcPts val="0"/>
              </a:spcAft>
              <a:buNone/>
              <a:defRPr/>
            </a:lvl5pPr>
            <a:lvl6pPr indent="0" lvl="5" marL="0" algn="l">
              <a:spcBef>
                <a:spcPts val="0"/>
              </a:spcBef>
              <a:spcAft>
                <a:spcPts val="0"/>
              </a:spcAft>
              <a:buNone/>
              <a:defRPr/>
            </a:lvl6pPr>
            <a:lvl7pPr indent="0" lvl="6" marL="0" algn="l">
              <a:spcBef>
                <a:spcPts val="0"/>
              </a:spcBef>
              <a:spcAft>
                <a:spcPts val="0"/>
              </a:spcAft>
              <a:buNone/>
              <a:defRPr/>
            </a:lvl7pPr>
            <a:lvl8pPr indent="0" lvl="7" marL="0" algn="l">
              <a:spcBef>
                <a:spcPts val="0"/>
              </a:spcBef>
              <a:spcAft>
                <a:spcPts val="0"/>
              </a:spcAft>
              <a:buNone/>
              <a:defRPr/>
            </a:lvl8pPr>
            <a:lvl9pPr indent="0" lvl="8" marL="0" algn="l">
              <a:spcBef>
                <a:spcPts val="0"/>
              </a:spcBef>
              <a:spcAft>
                <a:spcPts val="0"/>
              </a:spcAft>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lvl1pPr lvl="0" marR="0" rtl="0" algn="l">
              <a:spcBef>
                <a:spcPts val="0"/>
              </a:spcBef>
              <a:spcAft>
                <a:spcPts val="0"/>
              </a:spcAft>
              <a:buClr>
                <a:schemeClr val="dk2"/>
              </a:buClr>
              <a:buSzPts val="2800"/>
              <a:buFont typeface="Cambria"/>
              <a:buNone/>
              <a:defRPr b="1" i="0" sz="2800" u="none" cap="none" strike="noStrike">
                <a:solidFill>
                  <a:schemeClr val="dk2"/>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151692"/>
            <a:ext cx="8229600" cy="4799741"/>
          </a:xfrm>
          <a:prstGeom prst="rect">
            <a:avLst/>
          </a:prstGeom>
          <a:noFill/>
          <a:ln>
            <a:noFill/>
          </a:ln>
        </p:spPr>
        <p:txBody>
          <a:bodyPr anchorCtr="0" anchor="t" bIns="45700" lIns="0" spcFirstLastPara="1" rIns="0" wrap="square" tIns="45700">
            <a:noAutofit/>
          </a:bodyPr>
          <a:lstStyle>
            <a:lvl1pPr indent="-411480" lvl="0" marL="457200" marR="0" rtl="0" algn="l">
              <a:spcBef>
                <a:spcPts val="0"/>
              </a:spcBef>
              <a:spcAft>
                <a:spcPts val="0"/>
              </a:spcAft>
              <a:buClr>
                <a:schemeClr val="dk1"/>
              </a:buClr>
              <a:buSzPts val="2880"/>
              <a:buFont typeface="Arial"/>
              <a:buChar char="•"/>
              <a:defRPr b="0" i="0" sz="2400" u="none" cap="none" strike="noStrike">
                <a:solidFill>
                  <a:schemeClr val="dk1"/>
                </a:solidFill>
                <a:latin typeface="Cambria"/>
                <a:ea typeface="Cambria"/>
                <a:cs typeface="Cambria"/>
                <a:sym typeface="Cambria"/>
              </a:defRPr>
            </a:lvl1pPr>
            <a:lvl2pPr indent="-381000" lvl="1" marL="914400" marR="0" rtl="0" algn="l">
              <a:spcBef>
                <a:spcPts val="0"/>
              </a:spcBef>
              <a:spcAft>
                <a:spcPts val="0"/>
              </a:spcAft>
              <a:buClr>
                <a:schemeClr val="dk1"/>
              </a:buClr>
              <a:buSzPts val="2400"/>
              <a:buFont typeface="Arial"/>
              <a:buChar char="–"/>
              <a:defRPr b="0" i="0" sz="2400" u="none" cap="none" strike="noStrike">
                <a:solidFill>
                  <a:schemeClr val="dk1"/>
                </a:solidFill>
                <a:latin typeface="Cambria"/>
                <a:ea typeface="Cambria"/>
                <a:cs typeface="Cambria"/>
                <a:sym typeface="Cambria"/>
              </a:defRPr>
            </a:lvl2pPr>
            <a:lvl3pPr indent="-381000" lvl="2" marL="1371600" marR="0" rtl="0" algn="l">
              <a:spcBef>
                <a:spcPts val="0"/>
              </a:spcBef>
              <a:spcAft>
                <a:spcPts val="0"/>
              </a:spcAft>
              <a:buClr>
                <a:schemeClr val="dk1"/>
              </a:buClr>
              <a:buSzPts val="2400"/>
              <a:buFont typeface="Arial"/>
              <a:buChar char="•"/>
              <a:defRPr b="0" i="0" sz="2400" u="none" cap="none" strike="noStrike">
                <a:solidFill>
                  <a:schemeClr val="dk1"/>
                </a:solidFill>
                <a:latin typeface="Cambria"/>
                <a:ea typeface="Cambria"/>
                <a:cs typeface="Cambria"/>
                <a:sym typeface="Cambria"/>
              </a:defRPr>
            </a:lvl3pPr>
            <a:lvl4pPr indent="-381000" lvl="3" marL="1828800" marR="0" rtl="0" algn="l">
              <a:spcBef>
                <a:spcPts val="0"/>
              </a:spcBef>
              <a:spcAft>
                <a:spcPts val="0"/>
              </a:spcAft>
              <a:buClr>
                <a:schemeClr val="dk1"/>
              </a:buClr>
              <a:buSzPts val="2400"/>
              <a:buFont typeface="Merriweather Sans"/>
              <a:buChar char="-"/>
              <a:defRPr b="0" i="0" sz="2400" u="none" cap="none" strike="noStrike">
                <a:solidFill>
                  <a:schemeClr val="dk1"/>
                </a:solidFill>
                <a:latin typeface="Cambria"/>
                <a:ea typeface="Cambria"/>
                <a:cs typeface="Cambria"/>
                <a:sym typeface="Cambria"/>
              </a:defRPr>
            </a:lvl4pPr>
            <a:lvl5pPr indent="-381000" lvl="4" marL="2286000" marR="0" rtl="0" algn="l">
              <a:spcBef>
                <a:spcPts val="0"/>
              </a:spcBef>
              <a:spcAft>
                <a:spcPts val="0"/>
              </a:spcAft>
              <a:buClr>
                <a:schemeClr val="dk1"/>
              </a:buClr>
              <a:buSzPts val="2400"/>
              <a:buFont typeface="Merriweather Sans"/>
              <a:buChar char="»"/>
              <a:defRPr b="0" i="0" sz="2400" u="none" cap="none" strike="noStrike">
                <a:solidFill>
                  <a:schemeClr val="dk1"/>
                </a:solidFill>
                <a:latin typeface="Cambria"/>
                <a:ea typeface="Cambria"/>
                <a:cs typeface="Cambria"/>
                <a:sym typeface="Cambria"/>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mbria"/>
                <a:ea typeface="Cambria"/>
                <a:cs typeface="Cambria"/>
                <a:sym typeface="Cambria"/>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mbria"/>
                <a:ea typeface="Cambria"/>
                <a:cs typeface="Cambria"/>
                <a:sym typeface="Cambria"/>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mbria"/>
                <a:ea typeface="Cambria"/>
                <a:cs typeface="Cambria"/>
                <a:sym typeface="Cambria"/>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mbria"/>
                <a:ea typeface="Cambria"/>
                <a:cs typeface="Cambria"/>
                <a:sym typeface="Cambria"/>
              </a:defRPr>
            </a:lvl9pPr>
          </a:lstStyle>
          <a:p/>
        </p:txBody>
      </p:sp>
      <p:sp>
        <p:nvSpPr>
          <p:cNvPr id="8" name="Google Shape;8;p1"/>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lvl1pPr indent="0" lvl="0" marL="0" marR="0" rtl="0" algn="l">
              <a:spcBef>
                <a:spcPts val="0"/>
              </a:spcBef>
              <a:spcAft>
                <a:spcPts val="0"/>
              </a:spcAft>
              <a:buNone/>
              <a:defRPr b="0" i="0" sz="1200" u="none" cap="none" strike="noStrike">
                <a:solidFill>
                  <a:srgbClr val="54585A"/>
                </a:solidFill>
                <a:latin typeface="Arial"/>
                <a:ea typeface="Arial"/>
                <a:cs typeface="Arial"/>
                <a:sym typeface="Arial"/>
              </a:defRPr>
            </a:lvl1pPr>
            <a:lvl2pPr indent="0" lvl="1" marL="0" marR="0" rtl="0" algn="l">
              <a:spcBef>
                <a:spcPts val="0"/>
              </a:spcBef>
              <a:spcAft>
                <a:spcPts val="0"/>
              </a:spcAft>
              <a:buNone/>
              <a:defRPr b="0" i="0" sz="1200" u="none" cap="none" strike="noStrike">
                <a:solidFill>
                  <a:srgbClr val="54585A"/>
                </a:solidFill>
                <a:latin typeface="Arial"/>
                <a:ea typeface="Arial"/>
                <a:cs typeface="Arial"/>
                <a:sym typeface="Arial"/>
              </a:defRPr>
            </a:lvl2pPr>
            <a:lvl3pPr indent="0" lvl="2" marL="0" marR="0" rtl="0" algn="l">
              <a:spcBef>
                <a:spcPts val="0"/>
              </a:spcBef>
              <a:spcAft>
                <a:spcPts val="0"/>
              </a:spcAft>
              <a:buNone/>
              <a:defRPr b="0" i="0" sz="1200" u="none" cap="none" strike="noStrike">
                <a:solidFill>
                  <a:srgbClr val="54585A"/>
                </a:solidFill>
                <a:latin typeface="Arial"/>
                <a:ea typeface="Arial"/>
                <a:cs typeface="Arial"/>
                <a:sym typeface="Arial"/>
              </a:defRPr>
            </a:lvl3pPr>
            <a:lvl4pPr indent="0" lvl="3" marL="0" marR="0" rtl="0" algn="l">
              <a:spcBef>
                <a:spcPts val="0"/>
              </a:spcBef>
              <a:spcAft>
                <a:spcPts val="0"/>
              </a:spcAft>
              <a:buNone/>
              <a:defRPr b="0" i="0" sz="1200" u="none" cap="none" strike="noStrike">
                <a:solidFill>
                  <a:srgbClr val="54585A"/>
                </a:solidFill>
                <a:latin typeface="Arial"/>
                <a:ea typeface="Arial"/>
                <a:cs typeface="Arial"/>
                <a:sym typeface="Arial"/>
              </a:defRPr>
            </a:lvl4pPr>
            <a:lvl5pPr indent="0" lvl="4" marL="0" marR="0" rtl="0" algn="l">
              <a:spcBef>
                <a:spcPts val="0"/>
              </a:spcBef>
              <a:spcAft>
                <a:spcPts val="0"/>
              </a:spcAft>
              <a:buNone/>
              <a:defRPr b="0" i="0" sz="1200" u="none" cap="none" strike="noStrike">
                <a:solidFill>
                  <a:srgbClr val="54585A"/>
                </a:solidFill>
                <a:latin typeface="Arial"/>
                <a:ea typeface="Arial"/>
                <a:cs typeface="Arial"/>
                <a:sym typeface="Arial"/>
              </a:defRPr>
            </a:lvl5pPr>
            <a:lvl6pPr indent="0" lvl="5" marL="0" marR="0" rtl="0" algn="l">
              <a:spcBef>
                <a:spcPts val="0"/>
              </a:spcBef>
              <a:spcAft>
                <a:spcPts val="0"/>
              </a:spcAft>
              <a:buNone/>
              <a:defRPr b="0" i="0" sz="1200" u="none" cap="none" strike="noStrike">
                <a:solidFill>
                  <a:srgbClr val="54585A"/>
                </a:solidFill>
                <a:latin typeface="Arial"/>
                <a:ea typeface="Arial"/>
                <a:cs typeface="Arial"/>
                <a:sym typeface="Arial"/>
              </a:defRPr>
            </a:lvl6pPr>
            <a:lvl7pPr indent="0" lvl="6" marL="0" marR="0" rtl="0" algn="l">
              <a:spcBef>
                <a:spcPts val="0"/>
              </a:spcBef>
              <a:spcAft>
                <a:spcPts val="0"/>
              </a:spcAft>
              <a:buNone/>
              <a:defRPr b="0" i="0" sz="1200" u="none" cap="none" strike="noStrike">
                <a:solidFill>
                  <a:srgbClr val="54585A"/>
                </a:solidFill>
                <a:latin typeface="Arial"/>
                <a:ea typeface="Arial"/>
                <a:cs typeface="Arial"/>
                <a:sym typeface="Arial"/>
              </a:defRPr>
            </a:lvl7pPr>
            <a:lvl8pPr indent="0" lvl="7" marL="0" marR="0" rtl="0" algn="l">
              <a:spcBef>
                <a:spcPts val="0"/>
              </a:spcBef>
              <a:spcAft>
                <a:spcPts val="0"/>
              </a:spcAft>
              <a:buNone/>
              <a:defRPr b="0" i="0" sz="1200" u="none" cap="none" strike="noStrike">
                <a:solidFill>
                  <a:srgbClr val="54585A"/>
                </a:solidFill>
                <a:latin typeface="Arial"/>
                <a:ea typeface="Arial"/>
                <a:cs typeface="Arial"/>
                <a:sym typeface="Arial"/>
              </a:defRPr>
            </a:lvl8pPr>
            <a:lvl9pPr indent="0" lvl="8" marL="0" marR="0" rtl="0" algn="l">
              <a:spcBef>
                <a:spcPts val="0"/>
              </a:spcBef>
              <a:spcAft>
                <a:spcPts val="0"/>
              </a:spcAft>
              <a:buNone/>
              <a:defRPr b="0" i="0" sz="1200" u="none" cap="none" strike="noStrike">
                <a:solidFill>
                  <a:srgbClr val="54585A"/>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pic>
        <p:nvPicPr>
          <p:cNvPr descr="HMH_horizontal logo.png" id="9" name="Google Shape;9;p1"/>
          <p:cNvPicPr preferRelativeResize="0"/>
          <p:nvPr/>
        </p:nvPicPr>
        <p:blipFill rotWithShape="1">
          <a:blip r:embed="rId1">
            <a:alphaModFix/>
          </a:blip>
          <a:srcRect b="0" l="0" r="0" t="0"/>
          <a:stretch/>
        </p:blipFill>
        <p:spPr>
          <a:xfrm>
            <a:off x="6824799" y="6399660"/>
            <a:ext cx="1912424" cy="348185"/>
          </a:xfrm>
          <a:prstGeom prst="rect">
            <a:avLst/>
          </a:prstGeom>
          <a:noFill/>
          <a:ln>
            <a:noFill/>
          </a:ln>
        </p:spPr>
      </p:pic>
      <p:sp>
        <p:nvSpPr>
          <p:cNvPr id="10" name="Google Shape;10;p1"/>
          <p:cNvSpPr/>
          <p:nvPr/>
        </p:nvSpPr>
        <p:spPr>
          <a:xfrm>
            <a:off x="0" y="0"/>
            <a:ext cx="6775704" cy="173736"/>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Times New Roman"/>
              <a:ea typeface="Times New Roman"/>
              <a:cs typeface="Times New Roman"/>
              <a:sym typeface="Times New Roman"/>
            </a:endParaRPr>
          </a:p>
        </p:txBody>
      </p:sp>
      <p:sp>
        <p:nvSpPr>
          <p:cNvPr id="11" name="Google Shape;11;p1"/>
          <p:cNvSpPr/>
          <p:nvPr/>
        </p:nvSpPr>
        <p:spPr>
          <a:xfrm>
            <a:off x="6821424" y="0"/>
            <a:ext cx="2340864" cy="174171"/>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hyperlink" Target="https://www.hmhco.com/content/science/sciencedimensions/na/gr9-12/ete_biology_9780544535855_/book_pages/OPS/s9ml/glossary.xhtml#key-bbvgfgetyju7wtrwretyhtnetuyk5jeytn" TargetMode="External"/><Relationship Id="rId4" Type="http://schemas.openxmlformats.org/officeDocument/2006/relationships/hyperlink" Target="https://www.hmhco.com/content/science/sciencedimensions/na/gr9-12/ete_biology_9780544535855_/book_pages/OPS/s9ml/glossary.xhtml#key-polymerasechainreactionPCR" TargetMode="External"/><Relationship Id="rId5" Type="http://schemas.openxmlformats.org/officeDocument/2006/relationships/image" Target="../media/image1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https://www.hmhco.com/content/science/sciencedimensions/na/gr9-12/ete_biology_9780544535855_/book_pages/OPS/s9ml/glossary.xhtml#key-3498t9048t920ghrgvrjghoeir" TargetMode="Externa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hyperlink" Target="https://www.hmhco.com/content/science/sciencedimensions/na/gr9-12/ete_biology_9780544535855_/book_pages/OPS/s9ml/glossary.xhtml#key-111000ssiiirjfjcncvnxjsieo6868tifjsohdfiohe9rtgheruitbhvikv" TargetMode="External"/><Relationship Id="rId4" Type="http://schemas.openxmlformats.org/officeDocument/2006/relationships/hyperlink" Target="https://www.hmhco.com/content/science/sciencedimensions/na/gr9-12/ete_biology_9780544535855_/book_pages/OPS/s9ml/glossary.xhtml#key-transgenic"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hyperlink" Target="https://www.hmhco.com/content/science/sciencedimensions/na/gr9-12/ete_biology_9780544535855_/book_pages/OPS/s9ml/glossary.xhtml#key-recombinantDNA" TargetMode="External"/><Relationship Id="rId4" Type="http://schemas.openxmlformats.org/officeDocument/2006/relationships/hyperlink" Target="https://www.hmhco.com/content/science/sciencedimensions/na/gr9-12/ete_biology_9780544535855_/book_pages/OPS/s9ml/glossary.xhtml#key-plasmid" TargetMode="External"/><Relationship Id="rId5" Type="http://schemas.openxmlformats.org/officeDocument/2006/relationships/image" Target="../media/image7.png"/><Relationship Id="rId6"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hyperlink" Target="https://www.hmhco.com/content/science/sciencedimensions/na/gr9-12/ete_biology_9780544535855_/book_pages/OPS/s9ml/glossary.xhtml#key-33f129oogf1j0pw22f415fogrtr66bs1j7sg1m8z6h" TargetMode="External"/><Relationship Id="rId4" Type="http://schemas.openxmlformats.org/officeDocument/2006/relationships/image" Target="../media/image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hyperlink" Target="https://www.hmhco.com/content/science/sciencedimensions/na/gr9-12/ete_biology_9780544535855_/book_pages/OPS/s9ml/glossary.xhtml#key-vv66555ss999llkkbngfdedee4567u8jugfree"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 name="Shape 40"/>
        <p:cNvGrpSpPr/>
        <p:nvPr/>
      </p:nvGrpSpPr>
      <p:grpSpPr>
        <a:xfrm>
          <a:off x="0" y="0"/>
          <a:ext cx="0" cy="0"/>
          <a:chOff x="0" y="0"/>
          <a:chExt cx="0" cy="0"/>
        </a:xfrm>
      </p:grpSpPr>
      <p:sp>
        <p:nvSpPr>
          <p:cNvPr id="41" name="Google Shape;41;p8"/>
          <p:cNvSpPr txBox="1"/>
          <p:nvPr>
            <p:ph idx="4294967295" type="subTitle"/>
          </p:nvPr>
        </p:nvSpPr>
        <p:spPr>
          <a:xfrm>
            <a:off x="696995" y="1840108"/>
            <a:ext cx="6928755" cy="1752600"/>
          </a:xfrm>
          <a:prstGeom prst="rect">
            <a:avLst/>
          </a:prstGeom>
          <a:noFill/>
          <a:ln>
            <a:noFill/>
          </a:ln>
        </p:spPr>
        <p:txBody>
          <a:bodyPr anchorCtr="0" anchor="t" bIns="45700" lIns="0" spcFirstLastPara="1" rIns="0" wrap="square" tIns="45700">
            <a:noAutofit/>
          </a:bodyPr>
          <a:lstStyle/>
          <a:p>
            <a:pPr indent="0" lvl="0" marL="0" marR="0" rtl="0" algn="l">
              <a:spcBef>
                <a:spcPts val="0"/>
              </a:spcBef>
              <a:spcAft>
                <a:spcPts val="0"/>
              </a:spcAft>
              <a:buClr>
                <a:srgbClr val="F2F2F2"/>
              </a:buClr>
              <a:buSzPts val="3840"/>
              <a:buFont typeface="Arial"/>
              <a:buNone/>
            </a:pPr>
            <a:r>
              <a:rPr b="1" i="0" lang="en-US" sz="3200" u="none" cap="none" strike="noStrike">
                <a:solidFill>
                  <a:srgbClr val="F2F2F2"/>
                </a:solidFill>
                <a:latin typeface="Cambria"/>
                <a:ea typeface="Cambria"/>
                <a:cs typeface="Cambria"/>
                <a:sym typeface="Cambria"/>
              </a:rPr>
              <a:t>Biology</a:t>
            </a:r>
            <a:endParaRPr/>
          </a:p>
          <a:p>
            <a:pPr indent="0" lvl="0" marL="0" marR="0" rtl="0" algn="l">
              <a:spcBef>
                <a:spcPts val="0"/>
              </a:spcBef>
              <a:spcAft>
                <a:spcPts val="0"/>
              </a:spcAft>
              <a:buClr>
                <a:srgbClr val="F2F2F2"/>
              </a:buClr>
              <a:buSzPts val="3840"/>
              <a:buFont typeface="Arial"/>
              <a:buNone/>
            </a:pPr>
            <a:r>
              <a:rPr b="1" i="0" lang="en-US" sz="3200" u="none" cap="none" strike="noStrike">
                <a:solidFill>
                  <a:srgbClr val="F2F2F2"/>
                </a:solidFill>
                <a:latin typeface="Cambria"/>
                <a:ea typeface="Cambria"/>
                <a:cs typeface="Cambria"/>
                <a:sym typeface="Cambria"/>
              </a:rPr>
              <a:t>Unit 7: Genetics and Heredity</a:t>
            </a:r>
            <a:endParaRPr/>
          </a:p>
          <a:p>
            <a:pPr indent="0" lvl="0" marL="0" marR="0" rtl="0" algn="l">
              <a:spcBef>
                <a:spcPts val="0"/>
              </a:spcBef>
              <a:spcAft>
                <a:spcPts val="0"/>
              </a:spcAft>
              <a:buClr>
                <a:srgbClr val="F2F2F2"/>
              </a:buClr>
              <a:buSzPts val="3840"/>
              <a:buFont typeface="Arial"/>
              <a:buNone/>
            </a:pPr>
            <a:r>
              <a:rPr b="1" i="0" lang="en-US" sz="3200" u="none" cap="none" strike="noStrike">
                <a:solidFill>
                  <a:srgbClr val="F2F2F2"/>
                </a:solidFill>
                <a:latin typeface="Cambria"/>
                <a:ea typeface="Cambria"/>
                <a:cs typeface="Cambria"/>
                <a:sym typeface="Cambria"/>
              </a:rPr>
              <a:t>Lesson 5: Genetic Engineering</a:t>
            </a:r>
            <a:endParaRPr b="0" i="0" sz="3200" u="none" cap="none" strike="noStrike">
              <a:solidFill>
                <a:schemeClr val="dk1"/>
              </a:solidFill>
              <a:latin typeface="Cambria"/>
              <a:ea typeface="Cambria"/>
              <a:cs typeface="Cambria"/>
              <a:sym typeface="Cambria"/>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 name="Shape 47"/>
        <p:cNvGrpSpPr/>
        <p:nvPr/>
      </p:nvGrpSpPr>
      <p:grpSpPr>
        <a:xfrm>
          <a:off x="0" y="0"/>
          <a:ext cx="0" cy="0"/>
          <a:chOff x="0" y="0"/>
          <a:chExt cx="0" cy="0"/>
        </a:xfrm>
      </p:grpSpPr>
      <p:sp>
        <p:nvSpPr>
          <p:cNvPr id="48" name="Google Shape;48;p9"/>
          <p:cNvSpPr txBox="1"/>
          <p:nvPr>
            <p:ph type="title"/>
          </p:nvPr>
        </p:nvSpPr>
        <p:spPr>
          <a:xfrm>
            <a:off x="311100" y="286314"/>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Can You Explain It?</a:t>
            </a:r>
            <a:endParaRPr/>
          </a:p>
        </p:txBody>
      </p:sp>
      <p:sp>
        <p:nvSpPr>
          <p:cNvPr id="49" name="Google Shape;49;p9"/>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pic>
        <p:nvPicPr>
          <p:cNvPr descr="A drawing of a person&#10;&#10;Description automatically generated" id="50" name="Google Shape;50;p9"/>
          <p:cNvPicPr preferRelativeResize="0"/>
          <p:nvPr/>
        </p:nvPicPr>
        <p:blipFill rotWithShape="1">
          <a:blip r:embed="rId3">
            <a:alphaModFix/>
          </a:blip>
          <a:srcRect b="0" l="0" r="0" t="0"/>
          <a:stretch/>
        </p:blipFill>
        <p:spPr>
          <a:xfrm>
            <a:off x="8457361" y="286314"/>
            <a:ext cx="474345" cy="526415"/>
          </a:xfrm>
          <a:prstGeom prst="rect">
            <a:avLst/>
          </a:prstGeom>
          <a:noFill/>
          <a:ln>
            <a:noFill/>
          </a:ln>
        </p:spPr>
      </p:pic>
      <p:sp>
        <p:nvSpPr>
          <p:cNvPr id="51" name="Google Shape;51;p9"/>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7 Lesson 5</a:t>
            </a:r>
            <a:endParaRPr/>
          </a:p>
        </p:txBody>
      </p:sp>
      <p:pic>
        <p:nvPicPr>
          <p:cNvPr id="52" name="Google Shape;52;p9"/>
          <p:cNvPicPr preferRelativeResize="0"/>
          <p:nvPr/>
        </p:nvPicPr>
        <p:blipFill rotWithShape="1">
          <a:blip r:embed="rId4">
            <a:alphaModFix/>
          </a:blip>
          <a:srcRect b="0" l="0" r="0" t="0"/>
          <a:stretch/>
        </p:blipFill>
        <p:spPr>
          <a:xfrm>
            <a:off x="4619742" y="1195974"/>
            <a:ext cx="3937000" cy="2946400"/>
          </a:xfrm>
          <a:prstGeom prst="rect">
            <a:avLst/>
          </a:prstGeom>
          <a:noFill/>
          <a:ln>
            <a:noFill/>
          </a:ln>
        </p:spPr>
      </p:pic>
      <p:pic>
        <p:nvPicPr>
          <p:cNvPr id="53" name="Google Shape;53;p9"/>
          <p:cNvPicPr preferRelativeResize="0"/>
          <p:nvPr/>
        </p:nvPicPr>
        <p:blipFill rotWithShape="1">
          <a:blip r:embed="rId5">
            <a:alphaModFix/>
          </a:blip>
          <a:srcRect b="0" l="0" r="0" t="0"/>
          <a:stretch/>
        </p:blipFill>
        <p:spPr>
          <a:xfrm>
            <a:off x="545427" y="1195974"/>
            <a:ext cx="3934285" cy="2944368"/>
          </a:xfrm>
          <a:prstGeom prst="rect">
            <a:avLst/>
          </a:prstGeom>
          <a:noFill/>
          <a:ln>
            <a:noFill/>
          </a:ln>
        </p:spPr>
      </p:pic>
      <p:sp>
        <p:nvSpPr>
          <p:cNvPr id="54" name="Google Shape;54;p9"/>
          <p:cNvSpPr/>
          <p:nvPr/>
        </p:nvSpPr>
        <p:spPr>
          <a:xfrm>
            <a:off x="545426" y="4523745"/>
            <a:ext cx="7911935" cy="15696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a:solidFill>
                  <a:srgbClr val="4C4E50"/>
                </a:solidFill>
                <a:latin typeface="Cambria"/>
                <a:ea typeface="Cambria"/>
                <a:cs typeface="Cambria"/>
                <a:sym typeface="Cambria"/>
              </a:rPr>
              <a:t>What does it means to change the genome of an organism? </a:t>
            </a:r>
            <a:br>
              <a:rPr b="1" lang="en-US" sz="2400">
                <a:solidFill>
                  <a:srgbClr val="4C4E50"/>
                </a:solidFill>
                <a:latin typeface="Cambria"/>
                <a:ea typeface="Cambria"/>
                <a:cs typeface="Cambria"/>
                <a:sym typeface="Cambria"/>
              </a:rPr>
            </a:br>
            <a:br>
              <a:rPr b="1" lang="en-US" sz="2400">
                <a:solidFill>
                  <a:srgbClr val="4C4E50"/>
                </a:solidFill>
                <a:latin typeface="Cambria"/>
                <a:ea typeface="Cambria"/>
                <a:cs typeface="Cambria"/>
                <a:sym typeface="Cambria"/>
              </a:rPr>
            </a:br>
            <a:r>
              <a:rPr b="1" lang="en-US" sz="2400">
                <a:solidFill>
                  <a:srgbClr val="4C4E50"/>
                </a:solidFill>
                <a:latin typeface="Cambria"/>
                <a:ea typeface="Cambria"/>
                <a:cs typeface="Cambria"/>
                <a:sym typeface="Cambria"/>
              </a:rPr>
              <a:t>Is this fluorescent zebrafish a new type of animal? </a:t>
            </a:r>
            <a:endParaRPr b="1" sz="2400">
              <a:solidFill>
                <a:schemeClr val="dk1"/>
              </a:solidFill>
              <a:latin typeface="Cambria"/>
              <a:ea typeface="Cambria"/>
              <a:cs typeface="Cambria"/>
              <a:sym typeface="Cambria"/>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0"/>
          <p:cNvSpPr txBox="1"/>
          <p:nvPr>
            <p:ph type="title"/>
          </p:nvPr>
        </p:nvSpPr>
        <p:spPr>
          <a:xfrm>
            <a:off x="311100" y="286314"/>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Isolating Genes</a:t>
            </a:r>
            <a:endParaRPr/>
          </a:p>
        </p:txBody>
      </p:sp>
      <p:sp>
        <p:nvSpPr>
          <p:cNvPr id="62" name="Google Shape;62;p10"/>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63" name="Google Shape;63;p10"/>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7 Lesson 5</a:t>
            </a:r>
            <a:endParaRPr/>
          </a:p>
        </p:txBody>
      </p:sp>
      <p:sp>
        <p:nvSpPr>
          <p:cNvPr id="64" name="Google Shape;64;p10"/>
          <p:cNvSpPr/>
          <p:nvPr/>
        </p:nvSpPr>
        <p:spPr>
          <a:xfrm>
            <a:off x="4425900" y="600334"/>
            <a:ext cx="4572000" cy="5847755"/>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F38030"/>
              </a:buClr>
              <a:buSzPts val="2200"/>
              <a:buFont typeface="Arial"/>
              <a:buChar char="•"/>
            </a:pPr>
            <a:r>
              <a:rPr b="1" lang="en-US" sz="2200" u="sng">
                <a:solidFill>
                  <a:schemeClr val="dk2"/>
                </a:solidFill>
                <a:latin typeface="Cambria"/>
                <a:ea typeface="Cambria"/>
                <a:cs typeface="Cambria"/>
                <a:sym typeface="Cambria"/>
                <a:hlinkClick r:id="rId3">
                  <a:extLst>
                    <a:ext uri="{A12FA001-AC4F-418D-AE19-62706E023703}">
                      <ahyp:hlinkClr val="tx"/>
                    </a:ext>
                  </a:extLst>
                </a:hlinkClick>
              </a:rPr>
              <a:t>Genetic testing</a:t>
            </a:r>
            <a:r>
              <a:rPr lang="en-US" sz="2200">
                <a:solidFill>
                  <a:srgbClr val="393B3C"/>
                </a:solidFill>
                <a:latin typeface="Cambria"/>
                <a:ea typeface="Cambria"/>
                <a:cs typeface="Cambria"/>
                <a:sym typeface="Cambria"/>
              </a:rPr>
              <a:t> is the analysis of a person's DNA to determine the risk of having or passing on a genetic disorder. </a:t>
            </a:r>
            <a:br>
              <a:rPr lang="en-US" sz="2200">
                <a:solidFill>
                  <a:srgbClr val="393B3C"/>
                </a:solidFill>
                <a:latin typeface="Cambria"/>
                <a:ea typeface="Cambria"/>
                <a:cs typeface="Cambria"/>
                <a:sym typeface="Cambria"/>
              </a:rPr>
            </a:br>
            <a:endParaRPr sz="2200">
              <a:solidFill>
                <a:srgbClr val="393B3C"/>
              </a:solidFill>
              <a:latin typeface="Cambria"/>
              <a:ea typeface="Cambria"/>
              <a:cs typeface="Cambria"/>
              <a:sym typeface="Cambria"/>
            </a:endParaRPr>
          </a:p>
          <a:p>
            <a:pPr indent="-342900" lvl="0" marL="342900" marR="0" rtl="0" algn="l">
              <a:spcBef>
                <a:spcPts val="0"/>
              </a:spcBef>
              <a:spcAft>
                <a:spcPts val="0"/>
              </a:spcAft>
              <a:buClr>
                <a:srgbClr val="393B3C"/>
              </a:buClr>
              <a:buSzPts val="2200"/>
              <a:buFont typeface="Arial"/>
              <a:buChar char="•"/>
            </a:pPr>
            <a:r>
              <a:rPr lang="en-US" sz="2200">
                <a:solidFill>
                  <a:srgbClr val="393B3C"/>
                </a:solidFill>
                <a:latin typeface="Cambria"/>
                <a:ea typeface="Cambria"/>
                <a:cs typeface="Cambria"/>
                <a:sym typeface="Cambria"/>
              </a:rPr>
              <a:t>Geneticists test for abnormalities in genetic material, from entire chromosomes down to individual genes.</a:t>
            </a:r>
            <a:endParaRPr/>
          </a:p>
          <a:p>
            <a:pPr indent="-203200" lvl="0" marL="342900" marR="0" rtl="0" algn="l">
              <a:spcBef>
                <a:spcPts val="0"/>
              </a:spcBef>
              <a:spcAft>
                <a:spcPts val="0"/>
              </a:spcAft>
              <a:buClr>
                <a:schemeClr val="dk1"/>
              </a:buClr>
              <a:buSzPts val="2200"/>
              <a:buFont typeface="Arial"/>
              <a:buNone/>
            </a:pPr>
            <a:r>
              <a:t/>
            </a:r>
            <a:endParaRPr sz="2200">
              <a:solidFill>
                <a:srgbClr val="393B3C"/>
              </a:solidFill>
              <a:latin typeface="Cambria"/>
              <a:ea typeface="Cambria"/>
              <a:cs typeface="Cambria"/>
              <a:sym typeface="Cambria"/>
            </a:endParaRPr>
          </a:p>
          <a:p>
            <a:pPr indent="-342900" lvl="0" marL="342900" marR="0" rtl="0" algn="l">
              <a:spcBef>
                <a:spcPts val="0"/>
              </a:spcBef>
              <a:spcAft>
                <a:spcPts val="0"/>
              </a:spcAft>
              <a:buClr>
                <a:srgbClr val="393B3C"/>
              </a:buClr>
              <a:buSzPts val="2200"/>
              <a:buFont typeface="Arial"/>
              <a:buChar char="•"/>
            </a:pPr>
            <a:r>
              <a:rPr lang="en-US" sz="2200">
                <a:solidFill>
                  <a:srgbClr val="393B3C"/>
                </a:solidFill>
                <a:latin typeface="Cambria"/>
                <a:ea typeface="Cambria"/>
                <a:cs typeface="Cambria"/>
                <a:sym typeface="Cambria"/>
              </a:rPr>
              <a:t>The invention of the </a:t>
            </a:r>
            <a:r>
              <a:rPr b="1" lang="en-US" sz="2200" u="sng">
                <a:solidFill>
                  <a:schemeClr val="dk2"/>
                </a:solidFill>
                <a:latin typeface="Cambria"/>
                <a:ea typeface="Cambria"/>
                <a:cs typeface="Cambria"/>
                <a:sym typeface="Cambria"/>
                <a:hlinkClick r:id="rId4">
                  <a:extLst>
                    <a:ext uri="{A12FA001-AC4F-418D-AE19-62706E023703}">
                      <ahyp:hlinkClr val="tx"/>
                    </a:ext>
                  </a:extLst>
                </a:hlinkClick>
              </a:rPr>
              <a:t>polymerase chain reaction (PCR)</a:t>
            </a:r>
            <a:r>
              <a:rPr lang="en-US" sz="2200">
                <a:solidFill>
                  <a:srgbClr val="393B3C"/>
                </a:solidFill>
                <a:latin typeface="Cambria"/>
                <a:ea typeface="Cambria"/>
                <a:cs typeface="Cambria"/>
                <a:sym typeface="Cambria"/>
              </a:rPr>
              <a:t> was a turning point, making it possible to obtain the large amounts of DNA needed for genetic testing in hours instead of days.</a:t>
            </a:r>
            <a:endParaRPr sz="2200">
              <a:solidFill>
                <a:schemeClr val="dk1"/>
              </a:solidFill>
              <a:latin typeface="Cambria"/>
              <a:ea typeface="Cambria"/>
              <a:cs typeface="Cambria"/>
              <a:sym typeface="Cambria"/>
            </a:endParaRPr>
          </a:p>
          <a:p>
            <a:pPr indent="-203200" lvl="0" marL="342900" marR="0" rtl="0" algn="l">
              <a:spcBef>
                <a:spcPts val="0"/>
              </a:spcBef>
              <a:spcAft>
                <a:spcPts val="0"/>
              </a:spcAft>
              <a:buClr>
                <a:schemeClr val="dk1"/>
              </a:buClr>
              <a:buSzPts val="2200"/>
              <a:buFont typeface="Arial"/>
              <a:buNone/>
            </a:pPr>
            <a:r>
              <a:t/>
            </a:r>
            <a:endParaRPr sz="2200">
              <a:solidFill>
                <a:schemeClr val="dk1"/>
              </a:solidFill>
              <a:latin typeface="Cambria"/>
              <a:ea typeface="Cambria"/>
              <a:cs typeface="Cambria"/>
              <a:sym typeface="Cambria"/>
            </a:endParaRPr>
          </a:p>
        </p:txBody>
      </p:sp>
      <p:pic>
        <p:nvPicPr>
          <p:cNvPr id="65" name="Google Shape;65;p10"/>
          <p:cNvPicPr preferRelativeResize="0"/>
          <p:nvPr/>
        </p:nvPicPr>
        <p:blipFill rotWithShape="1">
          <a:blip r:embed="rId5">
            <a:alphaModFix/>
          </a:blip>
          <a:srcRect b="0" l="0" r="0" t="0"/>
          <a:stretch/>
        </p:blipFill>
        <p:spPr>
          <a:xfrm>
            <a:off x="457200" y="2028243"/>
            <a:ext cx="3737174" cy="280151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1"/>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73" name="Google Shape;73;p11"/>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7 Lesson 5</a:t>
            </a:r>
            <a:endParaRPr/>
          </a:p>
        </p:txBody>
      </p:sp>
      <p:sp>
        <p:nvSpPr>
          <p:cNvPr id="74" name="Google Shape;74;p11"/>
          <p:cNvSpPr txBox="1"/>
          <p:nvPr>
            <p:ph type="title"/>
          </p:nvPr>
        </p:nvSpPr>
        <p:spPr>
          <a:xfrm>
            <a:off x="311100" y="286314"/>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The Polymerase Chain Reaction</a:t>
            </a:r>
            <a:br>
              <a:rPr lang="en-US">
                <a:solidFill>
                  <a:srgbClr val="F2A900"/>
                </a:solidFill>
                <a:latin typeface="Cambria"/>
                <a:ea typeface="Cambria"/>
                <a:cs typeface="Cambria"/>
                <a:sym typeface="Cambria"/>
              </a:rPr>
            </a:br>
            <a:r>
              <a:rPr lang="en-US">
                <a:solidFill>
                  <a:srgbClr val="00B050"/>
                </a:solidFill>
                <a:latin typeface="Cambria"/>
                <a:ea typeface="Cambria"/>
                <a:cs typeface="Cambria"/>
                <a:sym typeface="Cambria"/>
              </a:rPr>
              <a:t>Patterns</a:t>
            </a:r>
            <a:endParaRPr/>
          </a:p>
        </p:txBody>
      </p:sp>
      <p:sp>
        <p:nvSpPr>
          <p:cNvPr id="75" name="Google Shape;75;p11"/>
          <p:cNvSpPr/>
          <p:nvPr/>
        </p:nvSpPr>
        <p:spPr>
          <a:xfrm>
            <a:off x="311100" y="2644170"/>
            <a:ext cx="8437789" cy="15696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a:solidFill>
                  <a:srgbClr val="393B3C"/>
                </a:solidFill>
                <a:latin typeface="Cambria"/>
                <a:ea typeface="Cambria"/>
                <a:cs typeface="Cambria"/>
                <a:sym typeface="Cambria"/>
              </a:rPr>
              <a:t>DNA replication produces a complementary strand of DNA, while PCR amplifies a target section of DNA by copying just that section. How else are DNA replication and PCR similar? How are they different?</a:t>
            </a:r>
            <a:endParaRPr b="1" sz="2400">
              <a:solidFill>
                <a:schemeClr val="dk1"/>
              </a:solidFill>
              <a:latin typeface="Cambria"/>
              <a:ea typeface="Cambria"/>
              <a:cs typeface="Cambria"/>
              <a:sym typeface="Cambria"/>
            </a:endParaRPr>
          </a:p>
        </p:txBody>
      </p:sp>
      <p:pic>
        <p:nvPicPr>
          <p:cNvPr descr="A drawing of a person&#10;&#10;Description automatically generated" id="76" name="Google Shape;76;p11"/>
          <p:cNvPicPr preferRelativeResize="0"/>
          <p:nvPr/>
        </p:nvPicPr>
        <p:blipFill rotWithShape="1">
          <a:blip r:embed="rId3">
            <a:alphaModFix/>
          </a:blip>
          <a:srcRect b="0" l="0" r="0" t="0"/>
          <a:stretch/>
        </p:blipFill>
        <p:spPr>
          <a:xfrm>
            <a:off x="8457361" y="286314"/>
            <a:ext cx="474345" cy="52641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2"/>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84" name="Google Shape;84;p12"/>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7 Lesson 5</a:t>
            </a:r>
            <a:endParaRPr/>
          </a:p>
        </p:txBody>
      </p:sp>
      <p:sp>
        <p:nvSpPr>
          <p:cNvPr id="85" name="Google Shape;85;p12"/>
          <p:cNvSpPr txBox="1"/>
          <p:nvPr>
            <p:ph type="title"/>
          </p:nvPr>
        </p:nvSpPr>
        <p:spPr>
          <a:xfrm>
            <a:off x="311100" y="286314"/>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The Polymerase Chain Reaction</a:t>
            </a:r>
            <a:br>
              <a:rPr lang="en-US">
                <a:solidFill>
                  <a:srgbClr val="F2A900"/>
                </a:solidFill>
                <a:latin typeface="Cambria"/>
                <a:ea typeface="Cambria"/>
                <a:cs typeface="Cambria"/>
                <a:sym typeface="Cambria"/>
              </a:rPr>
            </a:br>
            <a:endParaRPr>
              <a:solidFill>
                <a:srgbClr val="00B050"/>
              </a:solidFill>
              <a:latin typeface="Cambria"/>
              <a:ea typeface="Cambria"/>
              <a:cs typeface="Cambria"/>
              <a:sym typeface="Cambria"/>
            </a:endParaRPr>
          </a:p>
        </p:txBody>
      </p:sp>
      <p:sp>
        <p:nvSpPr>
          <p:cNvPr id="86" name="Google Shape;86;p12"/>
          <p:cNvSpPr/>
          <p:nvPr/>
        </p:nvSpPr>
        <p:spPr>
          <a:xfrm>
            <a:off x="311100" y="2274838"/>
            <a:ext cx="8229600" cy="193899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cap="none">
                <a:solidFill>
                  <a:srgbClr val="393B3C"/>
                </a:solidFill>
                <a:latin typeface="Cambria"/>
                <a:ea typeface="Cambria"/>
                <a:cs typeface="Cambria"/>
                <a:sym typeface="Cambria"/>
              </a:rPr>
              <a:t>EXPLAIN</a:t>
            </a:r>
            <a:br>
              <a:rPr b="1" lang="en-US" sz="2400" cap="none">
                <a:solidFill>
                  <a:srgbClr val="393B3C"/>
                </a:solidFill>
                <a:latin typeface="Cambria"/>
                <a:ea typeface="Cambria"/>
                <a:cs typeface="Cambria"/>
                <a:sym typeface="Cambria"/>
              </a:rPr>
            </a:br>
            <a:endParaRPr b="1" sz="2400" cap="none">
              <a:solidFill>
                <a:srgbClr val="393B3C"/>
              </a:solidFill>
              <a:latin typeface="Cambria"/>
              <a:ea typeface="Cambria"/>
              <a:cs typeface="Cambria"/>
              <a:sym typeface="Cambria"/>
            </a:endParaRPr>
          </a:p>
          <a:p>
            <a:pPr indent="0" lvl="0" marL="0" marR="0" rtl="0" algn="l">
              <a:spcBef>
                <a:spcPts val="0"/>
              </a:spcBef>
              <a:spcAft>
                <a:spcPts val="0"/>
              </a:spcAft>
              <a:buNone/>
            </a:pPr>
            <a:r>
              <a:rPr b="1" lang="en-US" sz="2400">
                <a:solidFill>
                  <a:srgbClr val="393B3C"/>
                </a:solidFill>
                <a:latin typeface="Cambria"/>
                <a:ea typeface="Cambria"/>
                <a:cs typeface="Cambria"/>
                <a:sym typeface="Cambria"/>
              </a:rPr>
              <a:t>Describe the relationship between genetic testing and the polymerase chain reaction. How has the PCR technique made genetic testing possible on a large scale?</a:t>
            </a:r>
            <a:endParaRPr b="1" i="0" sz="2400">
              <a:solidFill>
                <a:srgbClr val="393B3C"/>
              </a:solidFill>
              <a:latin typeface="Cambria"/>
              <a:ea typeface="Cambria"/>
              <a:cs typeface="Cambria"/>
              <a:sym typeface="Cambria"/>
            </a:endParaRPr>
          </a:p>
        </p:txBody>
      </p:sp>
      <p:pic>
        <p:nvPicPr>
          <p:cNvPr descr="A drawing of a person&#10;&#10;Description automatically generated" id="87" name="Google Shape;87;p12"/>
          <p:cNvPicPr preferRelativeResize="0"/>
          <p:nvPr/>
        </p:nvPicPr>
        <p:blipFill rotWithShape="1">
          <a:blip r:embed="rId3">
            <a:alphaModFix/>
          </a:blip>
          <a:srcRect b="0" l="0" r="0" t="0"/>
          <a:stretch/>
        </p:blipFill>
        <p:spPr>
          <a:xfrm>
            <a:off x="8457361" y="286314"/>
            <a:ext cx="474345" cy="52641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3"/>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95" name="Google Shape;95;p13"/>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7 Lesson 5</a:t>
            </a:r>
            <a:endParaRPr/>
          </a:p>
        </p:txBody>
      </p:sp>
      <p:sp>
        <p:nvSpPr>
          <p:cNvPr id="96" name="Google Shape;96;p13"/>
          <p:cNvSpPr txBox="1"/>
          <p:nvPr>
            <p:ph type="title"/>
          </p:nvPr>
        </p:nvSpPr>
        <p:spPr>
          <a:xfrm>
            <a:off x="311100" y="286314"/>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Cloning and Engineering</a:t>
            </a:r>
            <a:endParaRPr>
              <a:solidFill>
                <a:srgbClr val="00B050"/>
              </a:solidFill>
              <a:latin typeface="Cambria"/>
              <a:ea typeface="Cambria"/>
              <a:cs typeface="Cambria"/>
              <a:sym typeface="Cambria"/>
            </a:endParaRPr>
          </a:p>
        </p:txBody>
      </p:sp>
      <p:pic>
        <p:nvPicPr>
          <p:cNvPr id="97" name="Google Shape;97;p13"/>
          <p:cNvPicPr preferRelativeResize="0"/>
          <p:nvPr/>
        </p:nvPicPr>
        <p:blipFill rotWithShape="1">
          <a:blip r:embed="rId3">
            <a:alphaModFix/>
          </a:blip>
          <a:srcRect b="0" l="0" r="0" t="0"/>
          <a:stretch/>
        </p:blipFill>
        <p:spPr>
          <a:xfrm>
            <a:off x="2277639" y="2141561"/>
            <a:ext cx="4296521" cy="3220818"/>
          </a:xfrm>
          <a:prstGeom prst="rect">
            <a:avLst/>
          </a:prstGeom>
          <a:noFill/>
          <a:ln>
            <a:noFill/>
          </a:ln>
        </p:spPr>
      </p:pic>
      <p:sp>
        <p:nvSpPr>
          <p:cNvPr id="98" name="Google Shape;98;p13"/>
          <p:cNvSpPr/>
          <p:nvPr/>
        </p:nvSpPr>
        <p:spPr>
          <a:xfrm>
            <a:off x="398260" y="5454540"/>
            <a:ext cx="8347479" cy="83099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a:solidFill>
                  <a:srgbClr val="4C4E50"/>
                </a:solidFill>
                <a:latin typeface="Cambria"/>
                <a:ea typeface="Cambria"/>
                <a:cs typeface="Cambria"/>
                <a:sym typeface="Cambria"/>
              </a:rPr>
              <a:t>Make a list of possible criteria for evaluating drought-resistant crops along with the other solutions.</a:t>
            </a:r>
            <a:endParaRPr b="1" sz="2400">
              <a:solidFill>
                <a:schemeClr val="dk1"/>
              </a:solidFill>
              <a:latin typeface="Cambria"/>
              <a:ea typeface="Cambria"/>
              <a:cs typeface="Cambria"/>
              <a:sym typeface="Cambria"/>
            </a:endParaRPr>
          </a:p>
        </p:txBody>
      </p:sp>
      <p:sp>
        <p:nvSpPr>
          <p:cNvPr id="99" name="Google Shape;99;p13"/>
          <p:cNvSpPr/>
          <p:nvPr/>
        </p:nvSpPr>
        <p:spPr>
          <a:xfrm>
            <a:off x="311100" y="849071"/>
            <a:ext cx="8347479" cy="120032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Cambria"/>
                <a:ea typeface="Cambria"/>
                <a:cs typeface="Cambria"/>
                <a:sym typeface="Cambria"/>
              </a:rPr>
              <a:t>Long periods of drought in many areas of the world threaten food production because many commercial crops are not adapted to dry climates.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4"/>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107" name="Google Shape;107;p14"/>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7 Lesson 5</a:t>
            </a:r>
            <a:endParaRPr/>
          </a:p>
        </p:txBody>
      </p:sp>
      <p:sp>
        <p:nvSpPr>
          <p:cNvPr id="108" name="Google Shape;108;p14"/>
          <p:cNvSpPr txBox="1"/>
          <p:nvPr>
            <p:ph type="title"/>
          </p:nvPr>
        </p:nvSpPr>
        <p:spPr>
          <a:xfrm>
            <a:off x="311100" y="286314"/>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Cloning and Engineering</a:t>
            </a:r>
            <a:endParaRPr>
              <a:solidFill>
                <a:srgbClr val="00B050"/>
              </a:solidFill>
              <a:latin typeface="Cambria"/>
              <a:ea typeface="Cambria"/>
              <a:cs typeface="Cambria"/>
              <a:sym typeface="Cambria"/>
            </a:endParaRPr>
          </a:p>
        </p:txBody>
      </p:sp>
      <p:sp>
        <p:nvSpPr>
          <p:cNvPr id="109" name="Google Shape;109;p14"/>
          <p:cNvSpPr/>
          <p:nvPr/>
        </p:nvSpPr>
        <p:spPr>
          <a:xfrm>
            <a:off x="5192889" y="1382531"/>
            <a:ext cx="3225472" cy="4524315"/>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Many plants produce genetically identical offspring, or </a:t>
            </a:r>
            <a:r>
              <a:rPr b="1" lang="en-US" sz="2400" u="sng">
                <a:solidFill>
                  <a:schemeClr val="dk2"/>
                </a:solidFill>
                <a:latin typeface="Cambria"/>
                <a:ea typeface="Cambria"/>
                <a:cs typeface="Cambria"/>
                <a:sym typeface="Cambria"/>
                <a:hlinkClick r:id="rId3">
                  <a:extLst>
                    <a:ext uri="{A12FA001-AC4F-418D-AE19-62706E023703}">
                      <ahyp:hlinkClr val="tx"/>
                    </a:ext>
                  </a:extLst>
                </a:hlinkClick>
              </a:rPr>
              <a:t>clones</a:t>
            </a:r>
            <a:r>
              <a:rPr lang="en-US" sz="2400">
                <a:solidFill>
                  <a:schemeClr val="dk1"/>
                </a:solidFill>
                <a:latin typeface="Cambria"/>
                <a:ea typeface="Cambria"/>
                <a:cs typeface="Cambria"/>
                <a:sym typeface="Cambria"/>
              </a:rPr>
              <a:t>, through asexual reproduction.</a:t>
            </a:r>
            <a:br>
              <a:rPr lang="en-US" sz="2400">
                <a:solidFill>
                  <a:schemeClr val="dk1"/>
                </a:solidFill>
                <a:latin typeface="Cambria"/>
                <a:ea typeface="Cambria"/>
                <a:cs typeface="Cambria"/>
                <a:sym typeface="Cambria"/>
              </a:rPr>
            </a:br>
            <a:endParaRPr sz="2400">
              <a:solidFill>
                <a:schemeClr val="dk1"/>
              </a:solidFill>
              <a:latin typeface="Cambria"/>
              <a:ea typeface="Cambria"/>
              <a:cs typeface="Cambria"/>
              <a:sym typeface="Cambria"/>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Some plants, such as spider plants, produce "pups," or genetically identical offspring.</a:t>
            </a:r>
            <a:endParaRPr/>
          </a:p>
        </p:txBody>
      </p:sp>
      <p:pic>
        <p:nvPicPr>
          <p:cNvPr id="110" name="Google Shape;110;p14"/>
          <p:cNvPicPr preferRelativeResize="0"/>
          <p:nvPr/>
        </p:nvPicPr>
        <p:blipFill rotWithShape="1">
          <a:blip r:embed="rId4">
            <a:alphaModFix/>
          </a:blip>
          <a:srcRect b="0" l="0" r="0" t="0"/>
          <a:stretch/>
        </p:blipFill>
        <p:spPr>
          <a:xfrm>
            <a:off x="457200" y="1982336"/>
            <a:ext cx="4442495" cy="332470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5"/>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118" name="Google Shape;118;p15"/>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7 Lesson 5</a:t>
            </a:r>
            <a:endParaRPr/>
          </a:p>
        </p:txBody>
      </p:sp>
      <p:sp>
        <p:nvSpPr>
          <p:cNvPr id="119" name="Google Shape;119;p15"/>
          <p:cNvSpPr txBox="1"/>
          <p:nvPr>
            <p:ph type="title"/>
          </p:nvPr>
        </p:nvSpPr>
        <p:spPr>
          <a:xfrm>
            <a:off x="311100" y="286314"/>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Cloning and Engineering</a:t>
            </a:r>
            <a:endParaRPr>
              <a:solidFill>
                <a:srgbClr val="00B050"/>
              </a:solidFill>
              <a:latin typeface="Cambria"/>
              <a:ea typeface="Cambria"/>
              <a:cs typeface="Cambria"/>
              <a:sym typeface="Cambria"/>
            </a:endParaRPr>
          </a:p>
        </p:txBody>
      </p:sp>
      <p:pic>
        <p:nvPicPr>
          <p:cNvPr id="120" name="Google Shape;120;p15"/>
          <p:cNvPicPr preferRelativeResize="0"/>
          <p:nvPr/>
        </p:nvPicPr>
        <p:blipFill rotWithShape="1">
          <a:blip r:embed="rId3">
            <a:alphaModFix/>
          </a:blip>
          <a:srcRect b="0" l="0" r="0" t="0"/>
          <a:stretch/>
        </p:blipFill>
        <p:spPr>
          <a:xfrm>
            <a:off x="488900" y="2079978"/>
            <a:ext cx="3937000" cy="2946400"/>
          </a:xfrm>
          <a:prstGeom prst="rect">
            <a:avLst/>
          </a:prstGeom>
          <a:noFill/>
          <a:ln>
            <a:noFill/>
          </a:ln>
        </p:spPr>
      </p:pic>
      <p:sp>
        <p:nvSpPr>
          <p:cNvPr id="121" name="Google Shape;121;p15"/>
          <p:cNvSpPr/>
          <p:nvPr/>
        </p:nvSpPr>
        <p:spPr>
          <a:xfrm>
            <a:off x="4967531" y="1936529"/>
            <a:ext cx="3589211" cy="341632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93B3C"/>
              </a:buClr>
              <a:buSzPts val="2400"/>
              <a:buFont typeface="Arial"/>
              <a:buChar char="•"/>
            </a:pPr>
            <a:r>
              <a:rPr lang="en-US" sz="2400">
                <a:solidFill>
                  <a:srgbClr val="393B3C"/>
                </a:solidFill>
                <a:latin typeface="Cambria"/>
                <a:ea typeface="Cambria"/>
                <a:cs typeface="Cambria"/>
                <a:sym typeface="Cambria"/>
              </a:rPr>
              <a:t>Several companies offer pet cloning services that will produce an exact genetic copy of a pet.</a:t>
            </a:r>
            <a:endParaRPr/>
          </a:p>
          <a:p>
            <a:pPr indent="0" lvl="0" marL="0" marR="0" rtl="0" algn="l">
              <a:spcBef>
                <a:spcPts val="0"/>
              </a:spcBef>
              <a:spcAft>
                <a:spcPts val="0"/>
              </a:spcAft>
              <a:buNone/>
            </a:pPr>
            <a:r>
              <a:t/>
            </a:r>
            <a:endParaRPr sz="2400">
              <a:solidFill>
                <a:srgbClr val="393B3C"/>
              </a:solidFill>
              <a:latin typeface="Cambria"/>
              <a:ea typeface="Cambria"/>
              <a:cs typeface="Cambria"/>
              <a:sym typeface="Cambria"/>
            </a:endParaRPr>
          </a:p>
          <a:p>
            <a:pPr indent="0" lvl="0" marL="0" marR="0" rtl="0" algn="l">
              <a:spcBef>
                <a:spcPts val="0"/>
              </a:spcBef>
              <a:spcAft>
                <a:spcPts val="0"/>
              </a:spcAft>
              <a:buNone/>
            </a:pPr>
            <a:r>
              <a:rPr b="1" lang="en-US" sz="2400">
                <a:solidFill>
                  <a:schemeClr val="dk1"/>
                </a:solidFill>
                <a:latin typeface="Cambria"/>
                <a:ea typeface="Cambria"/>
                <a:cs typeface="Cambria"/>
                <a:sym typeface="Cambria"/>
              </a:rPr>
              <a:t>Why is a clone not an exact copy of the donor animal?</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6"/>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129" name="Google Shape;129;p16"/>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7 Lesson 5</a:t>
            </a:r>
            <a:endParaRPr/>
          </a:p>
        </p:txBody>
      </p:sp>
      <p:sp>
        <p:nvSpPr>
          <p:cNvPr id="130" name="Google Shape;130;p16"/>
          <p:cNvSpPr txBox="1"/>
          <p:nvPr>
            <p:ph type="title"/>
          </p:nvPr>
        </p:nvSpPr>
        <p:spPr>
          <a:xfrm>
            <a:off x="311100" y="286314"/>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Cloning and Engineering</a:t>
            </a:r>
            <a:endParaRPr>
              <a:solidFill>
                <a:srgbClr val="00B050"/>
              </a:solidFill>
              <a:latin typeface="Cambria"/>
              <a:ea typeface="Cambria"/>
              <a:cs typeface="Cambria"/>
              <a:sym typeface="Cambria"/>
            </a:endParaRPr>
          </a:p>
        </p:txBody>
      </p:sp>
      <p:pic>
        <p:nvPicPr>
          <p:cNvPr id="131" name="Google Shape;131;p16"/>
          <p:cNvPicPr preferRelativeResize="0"/>
          <p:nvPr/>
        </p:nvPicPr>
        <p:blipFill rotWithShape="1">
          <a:blip r:embed="rId3">
            <a:alphaModFix/>
          </a:blip>
          <a:srcRect b="0" l="0" r="0" t="0"/>
          <a:stretch/>
        </p:blipFill>
        <p:spPr>
          <a:xfrm>
            <a:off x="2988070" y="979092"/>
            <a:ext cx="3002944" cy="2284207"/>
          </a:xfrm>
          <a:prstGeom prst="rect">
            <a:avLst/>
          </a:prstGeom>
          <a:noFill/>
          <a:ln>
            <a:noFill/>
          </a:ln>
        </p:spPr>
      </p:pic>
      <p:sp>
        <p:nvSpPr>
          <p:cNvPr id="132" name="Google Shape;132;p16"/>
          <p:cNvSpPr/>
          <p:nvPr/>
        </p:nvSpPr>
        <p:spPr>
          <a:xfrm>
            <a:off x="422341" y="3328037"/>
            <a:ext cx="8424775" cy="3046988"/>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93B3C"/>
              </a:buClr>
              <a:buSzPts val="2400"/>
              <a:buFont typeface="Arial"/>
              <a:buChar char="•"/>
            </a:pPr>
            <a:r>
              <a:rPr lang="en-US" sz="2400">
                <a:solidFill>
                  <a:srgbClr val="393B3C"/>
                </a:solidFill>
                <a:latin typeface="Cambria"/>
                <a:ea typeface="Cambria"/>
                <a:cs typeface="Cambria"/>
                <a:sym typeface="Cambria"/>
              </a:rPr>
              <a:t>Henrietta Lacks died of cervical cancer in 1951. Before she died, a researcher took a sample of her tumor. From this sample, scientists made the first "immortal" cell line, named </a:t>
            </a:r>
            <a:br>
              <a:rPr lang="en-US" sz="2400">
                <a:solidFill>
                  <a:srgbClr val="393B3C"/>
                </a:solidFill>
                <a:latin typeface="Cambria"/>
                <a:ea typeface="Cambria"/>
                <a:cs typeface="Cambria"/>
                <a:sym typeface="Cambria"/>
              </a:rPr>
            </a:br>
            <a:endParaRPr sz="2400">
              <a:solidFill>
                <a:srgbClr val="393B3C"/>
              </a:solidFill>
              <a:latin typeface="Cambria"/>
              <a:ea typeface="Cambria"/>
              <a:cs typeface="Cambria"/>
              <a:sym typeface="Cambria"/>
            </a:endParaRPr>
          </a:p>
          <a:p>
            <a:pPr indent="-342900" lvl="0" marL="342900" marR="0" rtl="0" algn="l">
              <a:spcBef>
                <a:spcPts val="0"/>
              </a:spcBef>
              <a:spcAft>
                <a:spcPts val="0"/>
              </a:spcAft>
              <a:buClr>
                <a:srgbClr val="393B3C"/>
              </a:buClr>
              <a:buSzPts val="2400"/>
              <a:buFont typeface="Arial"/>
              <a:buChar char="•"/>
            </a:pPr>
            <a:r>
              <a:rPr lang="en-US" sz="2400">
                <a:solidFill>
                  <a:srgbClr val="393B3C"/>
                </a:solidFill>
                <a:latin typeface="Cambria"/>
                <a:ea typeface="Cambria"/>
                <a:cs typeface="Cambria"/>
                <a:sym typeface="Cambria"/>
              </a:rPr>
              <a:t>Unlike other cells, HeLa cells did not die when cultured in the lab. From the polio vaccine and cloning to AIDS research and experiments in space, HeLa cells have been a cornerstone of science for more than half a century.</a:t>
            </a:r>
            <a:endParaRPr sz="2400">
              <a:solidFill>
                <a:schemeClr val="dk1"/>
              </a:solidFill>
              <a:latin typeface="Cambria"/>
              <a:ea typeface="Cambria"/>
              <a:cs typeface="Cambria"/>
              <a:sym typeface="Cambria"/>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7"/>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140" name="Google Shape;140;p17"/>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7 Lesson 5</a:t>
            </a:r>
            <a:endParaRPr/>
          </a:p>
        </p:txBody>
      </p:sp>
      <p:sp>
        <p:nvSpPr>
          <p:cNvPr id="141" name="Google Shape;141;p17"/>
          <p:cNvSpPr txBox="1"/>
          <p:nvPr>
            <p:ph type="title"/>
          </p:nvPr>
        </p:nvSpPr>
        <p:spPr>
          <a:xfrm>
            <a:off x="311100" y="286314"/>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Cloning and Engineering</a:t>
            </a:r>
            <a:endParaRPr>
              <a:solidFill>
                <a:srgbClr val="00B050"/>
              </a:solidFill>
              <a:latin typeface="Cambria"/>
              <a:ea typeface="Cambria"/>
              <a:cs typeface="Cambria"/>
              <a:sym typeface="Cambria"/>
            </a:endParaRPr>
          </a:p>
        </p:txBody>
      </p:sp>
      <p:sp>
        <p:nvSpPr>
          <p:cNvPr id="142" name="Google Shape;142;p17"/>
          <p:cNvSpPr/>
          <p:nvPr/>
        </p:nvSpPr>
        <p:spPr>
          <a:xfrm>
            <a:off x="295058" y="2090172"/>
            <a:ext cx="8245642" cy="2677656"/>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F38030"/>
              </a:buClr>
              <a:buSzPts val="2400"/>
              <a:buFont typeface="Arial"/>
              <a:buChar char="•"/>
            </a:pPr>
            <a:r>
              <a:rPr b="1" lang="en-US" sz="2400" u="sng">
                <a:solidFill>
                  <a:schemeClr val="dk2"/>
                </a:solidFill>
                <a:latin typeface="Cambria"/>
                <a:ea typeface="Cambria"/>
                <a:cs typeface="Cambria"/>
                <a:sym typeface="Cambria"/>
                <a:hlinkClick r:id="rId3">
                  <a:extLst>
                    <a:ext uri="{A12FA001-AC4F-418D-AE19-62706E023703}">
                      <ahyp:hlinkClr val="tx"/>
                    </a:ext>
                  </a:extLst>
                </a:hlinkClick>
              </a:rPr>
              <a:t>Genetic engineering</a:t>
            </a:r>
            <a:r>
              <a:rPr lang="en-US" sz="2400">
                <a:solidFill>
                  <a:srgbClr val="393B3C"/>
                </a:solidFill>
                <a:latin typeface="Cambria"/>
                <a:ea typeface="Cambria"/>
                <a:cs typeface="Cambria"/>
                <a:sym typeface="Cambria"/>
              </a:rPr>
              <a:t> is the process of altering the genetic material of an organism, changing its traits or introducing a new, desirable trait. </a:t>
            </a:r>
            <a:endParaRPr/>
          </a:p>
          <a:p>
            <a:pPr indent="-190500" lvl="0" marL="342900" marR="0" rtl="0" algn="l">
              <a:spcBef>
                <a:spcPts val="0"/>
              </a:spcBef>
              <a:spcAft>
                <a:spcPts val="0"/>
              </a:spcAft>
              <a:buClr>
                <a:schemeClr val="dk1"/>
              </a:buClr>
              <a:buSzPts val="2400"/>
              <a:buFont typeface="Arial"/>
              <a:buNone/>
            </a:pPr>
            <a:r>
              <a:t/>
            </a:r>
            <a:endParaRPr sz="2400">
              <a:solidFill>
                <a:srgbClr val="393B3C"/>
              </a:solidFill>
              <a:latin typeface="Cambria"/>
              <a:ea typeface="Cambria"/>
              <a:cs typeface="Cambria"/>
              <a:sym typeface="Cambria"/>
            </a:endParaRPr>
          </a:p>
          <a:p>
            <a:pPr indent="-342900" lvl="0" marL="342900" marR="0" rtl="0" algn="l">
              <a:spcBef>
                <a:spcPts val="0"/>
              </a:spcBef>
              <a:spcAft>
                <a:spcPts val="0"/>
              </a:spcAft>
              <a:buClr>
                <a:srgbClr val="393B3C"/>
              </a:buClr>
              <a:buSzPts val="2400"/>
              <a:buFont typeface="Arial"/>
              <a:buChar char="•"/>
            </a:pPr>
            <a:r>
              <a:rPr lang="en-US" sz="2400">
                <a:solidFill>
                  <a:srgbClr val="393B3C"/>
                </a:solidFill>
                <a:latin typeface="Cambria"/>
                <a:ea typeface="Cambria"/>
                <a:cs typeface="Cambria"/>
                <a:sym typeface="Cambria"/>
              </a:rPr>
              <a:t>An organism with one or more genes from another organism inserted into its genome is called a </a:t>
            </a:r>
            <a:r>
              <a:rPr b="1" lang="en-US" sz="2400" u="sng">
                <a:solidFill>
                  <a:schemeClr val="dk2"/>
                </a:solidFill>
                <a:latin typeface="Cambria"/>
                <a:ea typeface="Cambria"/>
                <a:cs typeface="Cambria"/>
                <a:sym typeface="Cambria"/>
                <a:hlinkClick r:id="rId4">
                  <a:extLst>
                    <a:ext uri="{A12FA001-AC4F-418D-AE19-62706E023703}">
                      <ahyp:hlinkClr val="tx"/>
                    </a:ext>
                  </a:extLst>
                </a:hlinkClick>
              </a:rPr>
              <a:t>transgenic</a:t>
            </a:r>
            <a:r>
              <a:rPr lang="en-US" sz="2400">
                <a:solidFill>
                  <a:srgbClr val="393B3C"/>
                </a:solidFill>
                <a:latin typeface="Cambria"/>
                <a:ea typeface="Cambria"/>
                <a:cs typeface="Cambria"/>
                <a:sym typeface="Cambria"/>
              </a:rPr>
              <a:t> organism.</a:t>
            </a:r>
            <a:endParaRPr sz="2400">
              <a:solidFill>
                <a:schemeClr val="dk1"/>
              </a:solidFill>
              <a:latin typeface="Cambria"/>
              <a:ea typeface="Cambria"/>
              <a:cs typeface="Cambria"/>
              <a:sym typeface="Cambria"/>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8"/>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150" name="Google Shape;150;p18"/>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7 Lesson 5</a:t>
            </a:r>
            <a:endParaRPr/>
          </a:p>
        </p:txBody>
      </p:sp>
      <p:sp>
        <p:nvSpPr>
          <p:cNvPr id="151" name="Google Shape;151;p18"/>
          <p:cNvSpPr txBox="1"/>
          <p:nvPr>
            <p:ph type="title"/>
          </p:nvPr>
        </p:nvSpPr>
        <p:spPr>
          <a:xfrm>
            <a:off x="311100" y="286314"/>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Cloning and Engineering</a:t>
            </a:r>
            <a:endParaRPr>
              <a:solidFill>
                <a:srgbClr val="00B050"/>
              </a:solidFill>
              <a:latin typeface="Cambria"/>
              <a:ea typeface="Cambria"/>
              <a:cs typeface="Cambria"/>
              <a:sym typeface="Cambria"/>
            </a:endParaRPr>
          </a:p>
        </p:txBody>
      </p:sp>
      <p:sp>
        <p:nvSpPr>
          <p:cNvPr id="152" name="Google Shape;152;p18"/>
          <p:cNvSpPr/>
          <p:nvPr/>
        </p:nvSpPr>
        <p:spPr>
          <a:xfrm>
            <a:off x="457200" y="3991320"/>
            <a:ext cx="8521800" cy="2308324"/>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F38030"/>
              </a:buClr>
              <a:buSzPts val="2400"/>
              <a:buFont typeface="Arial"/>
              <a:buChar char="•"/>
            </a:pPr>
            <a:r>
              <a:rPr b="1" lang="en-US" sz="2400" u="sng">
                <a:solidFill>
                  <a:schemeClr val="dk2"/>
                </a:solidFill>
                <a:latin typeface="Cambria"/>
                <a:ea typeface="Cambria"/>
                <a:cs typeface="Cambria"/>
                <a:sym typeface="Cambria"/>
                <a:hlinkClick r:id="rId3">
                  <a:extLst>
                    <a:ext uri="{A12FA001-AC4F-418D-AE19-62706E023703}">
                      <ahyp:hlinkClr val="tx"/>
                    </a:ext>
                  </a:extLst>
                </a:hlinkClick>
              </a:rPr>
              <a:t>Recombinant DNA</a:t>
            </a:r>
            <a:r>
              <a:rPr lang="en-US" sz="2400">
                <a:solidFill>
                  <a:srgbClr val="393B3C"/>
                </a:solidFill>
                <a:latin typeface="Cambria"/>
                <a:ea typeface="Cambria"/>
                <a:cs typeface="Cambria"/>
                <a:sym typeface="Cambria"/>
              </a:rPr>
              <a:t> technology, combining the genes from more than one organism, is a key element of genetic engineering. </a:t>
            </a:r>
            <a:endParaRPr/>
          </a:p>
          <a:p>
            <a:pPr indent="0" lvl="0" marL="0" marR="0" rtl="0" algn="l">
              <a:spcBef>
                <a:spcPts val="0"/>
              </a:spcBef>
              <a:spcAft>
                <a:spcPts val="0"/>
              </a:spcAft>
              <a:buNone/>
            </a:pPr>
            <a:r>
              <a:t/>
            </a:r>
            <a:endParaRPr sz="2400">
              <a:solidFill>
                <a:srgbClr val="393B3C"/>
              </a:solidFill>
              <a:latin typeface="Cambria"/>
              <a:ea typeface="Cambria"/>
              <a:cs typeface="Cambria"/>
              <a:sym typeface="Cambria"/>
            </a:endParaRPr>
          </a:p>
          <a:p>
            <a:pPr indent="-342900" lvl="0" marL="342900" marR="0" rtl="0" algn="l">
              <a:spcBef>
                <a:spcPts val="0"/>
              </a:spcBef>
              <a:spcAft>
                <a:spcPts val="0"/>
              </a:spcAft>
              <a:buClr>
                <a:srgbClr val="393B3C"/>
              </a:buClr>
              <a:buSzPts val="2400"/>
              <a:buFont typeface="Arial"/>
              <a:buChar char="•"/>
            </a:pPr>
            <a:r>
              <a:rPr lang="en-US" sz="2400">
                <a:solidFill>
                  <a:srgbClr val="393B3C"/>
                </a:solidFill>
                <a:latin typeface="Cambria"/>
                <a:ea typeface="Cambria"/>
                <a:cs typeface="Cambria"/>
                <a:sym typeface="Cambria"/>
              </a:rPr>
              <a:t>In bacteria, a </a:t>
            </a:r>
            <a:r>
              <a:rPr b="1" lang="en-US" sz="2400" u="sng">
                <a:solidFill>
                  <a:schemeClr val="dk2"/>
                </a:solidFill>
                <a:latin typeface="Cambria"/>
                <a:ea typeface="Cambria"/>
                <a:cs typeface="Cambria"/>
                <a:sym typeface="Cambria"/>
                <a:hlinkClick r:id="rId4">
                  <a:extLst>
                    <a:ext uri="{A12FA001-AC4F-418D-AE19-62706E023703}">
                      <ahyp:hlinkClr val="tx"/>
                    </a:ext>
                  </a:extLst>
                </a:hlinkClick>
              </a:rPr>
              <a:t>plasmid</a:t>
            </a:r>
            <a:r>
              <a:rPr lang="en-US" sz="2400">
                <a:solidFill>
                  <a:srgbClr val="393B3C"/>
                </a:solidFill>
                <a:latin typeface="Cambria"/>
                <a:ea typeface="Cambria"/>
                <a:cs typeface="Cambria"/>
                <a:sym typeface="Cambria"/>
              </a:rPr>
              <a:t> is a small, circular segment of DNA that is separate from the bacterial chromosome. </a:t>
            </a:r>
            <a:endParaRPr sz="2400">
              <a:solidFill>
                <a:schemeClr val="dk1"/>
              </a:solidFill>
              <a:latin typeface="Cambria"/>
              <a:ea typeface="Cambria"/>
              <a:cs typeface="Cambria"/>
              <a:sym typeface="Cambria"/>
            </a:endParaRPr>
          </a:p>
        </p:txBody>
      </p:sp>
      <p:pic>
        <p:nvPicPr>
          <p:cNvPr id="153" name="Google Shape;153;p18"/>
          <p:cNvPicPr preferRelativeResize="0"/>
          <p:nvPr/>
        </p:nvPicPr>
        <p:blipFill rotWithShape="1">
          <a:blip r:embed="rId5">
            <a:alphaModFix/>
          </a:blip>
          <a:srcRect b="0" l="0" r="0" t="0"/>
          <a:stretch/>
        </p:blipFill>
        <p:spPr>
          <a:xfrm>
            <a:off x="457200" y="979637"/>
            <a:ext cx="3937000" cy="2946400"/>
          </a:xfrm>
          <a:prstGeom prst="rect">
            <a:avLst/>
          </a:prstGeom>
          <a:noFill/>
          <a:ln>
            <a:noFill/>
          </a:ln>
        </p:spPr>
      </p:pic>
      <p:pic>
        <p:nvPicPr>
          <p:cNvPr id="154" name="Google Shape;154;p18"/>
          <p:cNvPicPr preferRelativeResize="0"/>
          <p:nvPr/>
        </p:nvPicPr>
        <p:blipFill rotWithShape="1">
          <a:blip r:embed="rId6">
            <a:alphaModFix/>
          </a:blip>
          <a:srcRect b="0" l="0" r="0" t="0"/>
          <a:stretch/>
        </p:blipFill>
        <p:spPr>
          <a:xfrm>
            <a:off x="5098344" y="1237333"/>
            <a:ext cx="3216726" cy="240735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9"/>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162" name="Google Shape;162;p19"/>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7 Lesson 5</a:t>
            </a:r>
            <a:endParaRPr/>
          </a:p>
        </p:txBody>
      </p:sp>
      <p:sp>
        <p:nvSpPr>
          <p:cNvPr id="163" name="Google Shape;163;p19"/>
          <p:cNvSpPr txBox="1"/>
          <p:nvPr>
            <p:ph type="title"/>
          </p:nvPr>
        </p:nvSpPr>
        <p:spPr>
          <a:xfrm>
            <a:off x="311100" y="286314"/>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Cloning and Engineering</a:t>
            </a:r>
            <a:br>
              <a:rPr lang="en-US">
                <a:solidFill>
                  <a:srgbClr val="F2A900"/>
                </a:solidFill>
                <a:latin typeface="Cambria"/>
                <a:ea typeface="Cambria"/>
                <a:cs typeface="Cambria"/>
                <a:sym typeface="Cambria"/>
              </a:rPr>
            </a:br>
            <a:r>
              <a:rPr lang="en-US">
                <a:solidFill>
                  <a:srgbClr val="0070C0"/>
                </a:solidFill>
                <a:latin typeface="Cambria"/>
                <a:ea typeface="Cambria"/>
                <a:cs typeface="Cambria"/>
                <a:sym typeface="Cambria"/>
              </a:rPr>
              <a:t>Hands-On Activity: Modeling Genetic Engineering</a:t>
            </a:r>
            <a:endParaRPr/>
          </a:p>
        </p:txBody>
      </p:sp>
      <p:pic>
        <p:nvPicPr>
          <p:cNvPr id="164" name="Google Shape;164;p19"/>
          <p:cNvPicPr preferRelativeResize="0"/>
          <p:nvPr/>
        </p:nvPicPr>
        <p:blipFill rotWithShape="1">
          <a:blip r:embed="rId3">
            <a:alphaModFix/>
          </a:blip>
          <a:srcRect b="0" l="0" r="0" t="0"/>
          <a:stretch/>
        </p:blipFill>
        <p:spPr>
          <a:xfrm>
            <a:off x="2781300" y="5435225"/>
            <a:ext cx="3581400" cy="939800"/>
          </a:xfrm>
          <a:prstGeom prst="rect">
            <a:avLst/>
          </a:prstGeom>
          <a:noFill/>
          <a:ln>
            <a:noFill/>
          </a:ln>
        </p:spPr>
      </p:pic>
      <p:sp>
        <p:nvSpPr>
          <p:cNvPr id="165" name="Google Shape;165;p19"/>
          <p:cNvSpPr/>
          <p:nvPr/>
        </p:nvSpPr>
        <p:spPr>
          <a:xfrm>
            <a:off x="530250" y="2813692"/>
            <a:ext cx="8083500" cy="120032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2400">
                <a:solidFill>
                  <a:srgbClr val="393B3C"/>
                </a:solidFill>
                <a:latin typeface="Cambria"/>
                <a:ea typeface="Cambria"/>
                <a:cs typeface="Cambria"/>
                <a:sym typeface="Cambria"/>
              </a:rPr>
              <a:t>Simulate the techniques used by genetic engineers to modify genes in humans using recombinant DNA technology.</a:t>
            </a:r>
            <a:endParaRPr b="1" sz="2400">
              <a:solidFill>
                <a:schemeClr val="dk1"/>
              </a:solidFill>
              <a:latin typeface="Cambria"/>
              <a:ea typeface="Cambria"/>
              <a:cs typeface="Cambria"/>
              <a:sym typeface="Cambria"/>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0"/>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173" name="Google Shape;173;p20"/>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7 Lesson 5</a:t>
            </a:r>
            <a:endParaRPr/>
          </a:p>
        </p:txBody>
      </p:sp>
      <p:sp>
        <p:nvSpPr>
          <p:cNvPr id="174" name="Google Shape;174;p20"/>
          <p:cNvSpPr txBox="1"/>
          <p:nvPr>
            <p:ph type="title"/>
          </p:nvPr>
        </p:nvSpPr>
        <p:spPr>
          <a:xfrm>
            <a:off x="311100" y="286314"/>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Cloning and Engineering</a:t>
            </a:r>
            <a:br>
              <a:rPr lang="en-US">
                <a:solidFill>
                  <a:srgbClr val="F2A900"/>
                </a:solidFill>
                <a:latin typeface="Cambria"/>
                <a:ea typeface="Cambria"/>
                <a:cs typeface="Cambria"/>
                <a:sym typeface="Cambria"/>
              </a:rPr>
            </a:br>
            <a:endParaRPr>
              <a:solidFill>
                <a:srgbClr val="0070C0"/>
              </a:solidFill>
              <a:latin typeface="Cambria"/>
              <a:ea typeface="Cambria"/>
              <a:cs typeface="Cambria"/>
              <a:sym typeface="Cambria"/>
            </a:endParaRPr>
          </a:p>
        </p:txBody>
      </p:sp>
      <p:sp>
        <p:nvSpPr>
          <p:cNvPr id="175" name="Google Shape;175;p20"/>
          <p:cNvSpPr/>
          <p:nvPr/>
        </p:nvSpPr>
        <p:spPr>
          <a:xfrm>
            <a:off x="449179" y="1999018"/>
            <a:ext cx="8245642" cy="304698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cap="none">
                <a:solidFill>
                  <a:srgbClr val="393B3C"/>
                </a:solidFill>
                <a:latin typeface="Cambria"/>
                <a:ea typeface="Cambria"/>
                <a:cs typeface="Cambria"/>
                <a:sym typeface="Cambria"/>
              </a:rPr>
              <a:t>EXPLAIN</a:t>
            </a:r>
            <a:br>
              <a:rPr b="1" lang="en-US" sz="2400" cap="none">
                <a:solidFill>
                  <a:srgbClr val="393B3C"/>
                </a:solidFill>
                <a:latin typeface="Cambria"/>
                <a:ea typeface="Cambria"/>
                <a:cs typeface="Cambria"/>
                <a:sym typeface="Cambria"/>
              </a:rPr>
            </a:br>
            <a:endParaRPr b="1" sz="2400" cap="none">
              <a:solidFill>
                <a:srgbClr val="393B3C"/>
              </a:solidFill>
              <a:latin typeface="Cambria"/>
              <a:ea typeface="Cambria"/>
              <a:cs typeface="Cambria"/>
              <a:sym typeface="Cambria"/>
            </a:endParaRPr>
          </a:p>
          <a:p>
            <a:pPr indent="0" lvl="0" marL="0" marR="0" rtl="0" algn="l">
              <a:spcBef>
                <a:spcPts val="0"/>
              </a:spcBef>
              <a:spcAft>
                <a:spcPts val="0"/>
              </a:spcAft>
              <a:buNone/>
            </a:pPr>
            <a:r>
              <a:rPr b="1" lang="en-US" sz="2400">
                <a:solidFill>
                  <a:srgbClr val="393B3C"/>
                </a:solidFill>
                <a:latin typeface="Cambria"/>
                <a:ea typeface="Cambria"/>
                <a:cs typeface="Cambria"/>
                <a:sym typeface="Cambria"/>
              </a:rPr>
              <a:t>There typically are tradeoffs when selecting a solution to a problem. Genetically engineered crops may be able to help farmers produce greater yields, but a tradeoff is the reduction in the genetic variation in crops, making crops more susceptible to disease. What other tradeoffs exist for this solution?</a:t>
            </a:r>
            <a:endParaRPr b="1" i="0" sz="2400">
              <a:solidFill>
                <a:srgbClr val="393B3C"/>
              </a:solidFill>
              <a:latin typeface="Cambria"/>
              <a:ea typeface="Cambria"/>
              <a:cs typeface="Cambria"/>
              <a:sym typeface="Cambria"/>
            </a:endParaRPr>
          </a:p>
        </p:txBody>
      </p:sp>
      <p:pic>
        <p:nvPicPr>
          <p:cNvPr descr="A drawing of a person&#10;&#10;Description automatically generated" id="176" name="Google Shape;176;p20"/>
          <p:cNvPicPr preferRelativeResize="0"/>
          <p:nvPr/>
        </p:nvPicPr>
        <p:blipFill rotWithShape="1">
          <a:blip r:embed="rId3">
            <a:alphaModFix/>
          </a:blip>
          <a:srcRect b="0" l="0" r="0" t="0"/>
          <a:stretch/>
        </p:blipFill>
        <p:spPr>
          <a:xfrm>
            <a:off x="8457361" y="286314"/>
            <a:ext cx="474345" cy="52641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1"/>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184" name="Google Shape;184;p21"/>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7 Lesson 5</a:t>
            </a:r>
            <a:endParaRPr/>
          </a:p>
        </p:txBody>
      </p:sp>
      <p:sp>
        <p:nvSpPr>
          <p:cNvPr id="185" name="Google Shape;185;p21"/>
          <p:cNvSpPr txBox="1"/>
          <p:nvPr>
            <p:ph type="title"/>
          </p:nvPr>
        </p:nvSpPr>
        <p:spPr>
          <a:xfrm>
            <a:off x="311100" y="286314"/>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Genetically Engineering Salmon</a:t>
            </a:r>
            <a:endParaRPr>
              <a:solidFill>
                <a:srgbClr val="0070C0"/>
              </a:solidFill>
              <a:latin typeface="Cambria"/>
              <a:ea typeface="Cambria"/>
              <a:cs typeface="Cambria"/>
              <a:sym typeface="Cambria"/>
            </a:endParaRPr>
          </a:p>
        </p:txBody>
      </p:sp>
      <p:pic>
        <p:nvPicPr>
          <p:cNvPr id="186" name="Google Shape;186;p21"/>
          <p:cNvPicPr preferRelativeResize="0"/>
          <p:nvPr/>
        </p:nvPicPr>
        <p:blipFill rotWithShape="1">
          <a:blip r:embed="rId3">
            <a:alphaModFix/>
          </a:blip>
          <a:srcRect b="0" l="0" r="0" t="0"/>
          <a:stretch/>
        </p:blipFill>
        <p:spPr>
          <a:xfrm>
            <a:off x="2097629" y="979637"/>
            <a:ext cx="4656541" cy="2618026"/>
          </a:xfrm>
          <a:prstGeom prst="rect">
            <a:avLst/>
          </a:prstGeom>
          <a:noFill/>
          <a:ln>
            <a:noFill/>
          </a:ln>
        </p:spPr>
      </p:pic>
      <p:sp>
        <p:nvSpPr>
          <p:cNvPr id="187" name="Google Shape;187;p21"/>
          <p:cNvSpPr/>
          <p:nvPr/>
        </p:nvSpPr>
        <p:spPr>
          <a:xfrm>
            <a:off x="612750" y="3697369"/>
            <a:ext cx="7918500" cy="2677656"/>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93B3C"/>
              </a:buClr>
              <a:buSzPts val="2400"/>
              <a:buFont typeface="Arial"/>
              <a:buChar char="•"/>
            </a:pPr>
            <a:r>
              <a:rPr lang="en-US" sz="2400">
                <a:solidFill>
                  <a:srgbClr val="393B3C"/>
                </a:solidFill>
                <a:latin typeface="Cambria"/>
                <a:ea typeface="Cambria"/>
                <a:cs typeface="Cambria"/>
                <a:sym typeface="Cambria"/>
              </a:rPr>
              <a:t>Farm-raised Atlantic salmon is an alternative to wild-caught fish and reduces pressure on wild populations by providing a reliable salmon source.</a:t>
            </a:r>
            <a:endParaRPr/>
          </a:p>
          <a:p>
            <a:pPr indent="-190500" lvl="0" marL="342900" marR="0" rtl="0" algn="l">
              <a:spcBef>
                <a:spcPts val="0"/>
              </a:spcBef>
              <a:spcAft>
                <a:spcPts val="0"/>
              </a:spcAft>
              <a:buClr>
                <a:schemeClr val="dk1"/>
              </a:buClr>
              <a:buSzPts val="2400"/>
              <a:buFont typeface="Arial"/>
              <a:buNone/>
            </a:pPr>
            <a:r>
              <a:t/>
            </a:r>
            <a:endParaRPr sz="2400">
              <a:solidFill>
                <a:srgbClr val="393B3C"/>
              </a:solidFill>
              <a:latin typeface="Cambria"/>
              <a:ea typeface="Cambria"/>
              <a:cs typeface="Cambria"/>
              <a:sym typeface="Cambria"/>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To solve some of the problems with farming salmon, scientists produced genetically engineered Atlantic salmon. </a:t>
            </a:r>
            <a:endParaRPr sz="2400">
              <a:solidFill>
                <a:srgbClr val="393B3C"/>
              </a:solidFill>
              <a:latin typeface="Cambria"/>
              <a:ea typeface="Cambria"/>
              <a:cs typeface="Cambria"/>
              <a:sym typeface="Cambria"/>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2"/>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195" name="Google Shape;195;p22"/>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7 Lesson 5</a:t>
            </a:r>
            <a:endParaRPr/>
          </a:p>
        </p:txBody>
      </p:sp>
      <p:sp>
        <p:nvSpPr>
          <p:cNvPr id="196" name="Google Shape;196;p22"/>
          <p:cNvSpPr txBox="1"/>
          <p:nvPr>
            <p:ph type="title"/>
          </p:nvPr>
        </p:nvSpPr>
        <p:spPr>
          <a:xfrm>
            <a:off x="311100" y="286314"/>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Genetically Engineering Salmon</a:t>
            </a:r>
            <a:endParaRPr>
              <a:solidFill>
                <a:srgbClr val="0070C0"/>
              </a:solidFill>
              <a:latin typeface="Cambria"/>
              <a:ea typeface="Cambria"/>
              <a:cs typeface="Cambria"/>
              <a:sym typeface="Cambria"/>
            </a:endParaRPr>
          </a:p>
        </p:txBody>
      </p:sp>
      <p:sp>
        <p:nvSpPr>
          <p:cNvPr id="197" name="Google Shape;197;p22"/>
          <p:cNvSpPr/>
          <p:nvPr/>
        </p:nvSpPr>
        <p:spPr>
          <a:xfrm>
            <a:off x="311100" y="1751863"/>
            <a:ext cx="8245642" cy="378565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cap="none">
                <a:solidFill>
                  <a:srgbClr val="393B3C"/>
                </a:solidFill>
                <a:latin typeface="Cambria"/>
                <a:ea typeface="Cambria"/>
                <a:cs typeface="Cambria"/>
                <a:sym typeface="Cambria"/>
              </a:rPr>
              <a:t>EXPLAIN</a:t>
            </a:r>
            <a:br>
              <a:rPr b="1" lang="en-US" sz="2400" cap="none">
                <a:solidFill>
                  <a:srgbClr val="393B3C"/>
                </a:solidFill>
                <a:latin typeface="Cambria"/>
                <a:ea typeface="Cambria"/>
                <a:cs typeface="Cambria"/>
                <a:sym typeface="Cambria"/>
              </a:rPr>
            </a:br>
            <a:br>
              <a:rPr b="1" lang="en-US" sz="2400" cap="none">
                <a:solidFill>
                  <a:srgbClr val="393B3C"/>
                </a:solidFill>
                <a:latin typeface="Cambria"/>
                <a:ea typeface="Cambria"/>
                <a:cs typeface="Cambria"/>
                <a:sym typeface="Cambria"/>
              </a:rPr>
            </a:br>
            <a:endParaRPr b="1" sz="2400" cap="none">
              <a:solidFill>
                <a:srgbClr val="393B3C"/>
              </a:solidFill>
              <a:latin typeface="Cambria"/>
              <a:ea typeface="Cambria"/>
              <a:cs typeface="Cambria"/>
              <a:sym typeface="Cambria"/>
            </a:endParaRPr>
          </a:p>
          <a:p>
            <a:pPr indent="0" lvl="0" marL="0" marR="0" rtl="0" algn="l">
              <a:spcBef>
                <a:spcPts val="0"/>
              </a:spcBef>
              <a:spcAft>
                <a:spcPts val="0"/>
              </a:spcAft>
              <a:buNone/>
            </a:pPr>
            <a:r>
              <a:rPr b="1" lang="en-US" sz="2400">
                <a:solidFill>
                  <a:srgbClr val="393B3C"/>
                </a:solidFill>
                <a:latin typeface="Cambria"/>
                <a:ea typeface="Cambria"/>
                <a:cs typeface="Cambria"/>
                <a:sym typeface="Cambria"/>
              </a:rPr>
              <a:t>Design a decision matrix and use it to analyze criteria for the use of commercial fishing, normal salmon farming, and GM salmon farming in meeting the demand for salmon. Weight the criteria on a scale of 0 to 5. What is the best solution based on your criteria? Are there any problems with this solution that can be anticipated and avoided?</a:t>
            </a:r>
            <a:endParaRPr b="1" i="0" sz="2400">
              <a:solidFill>
                <a:srgbClr val="393B3C"/>
              </a:solidFill>
              <a:latin typeface="Cambria"/>
              <a:ea typeface="Cambria"/>
              <a:cs typeface="Cambria"/>
              <a:sym typeface="Cambria"/>
            </a:endParaRPr>
          </a:p>
        </p:txBody>
      </p:sp>
      <p:pic>
        <p:nvPicPr>
          <p:cNvPr descr="A drawing of a person&#10;&#10;Description automatically generated" id="198" name="Google Shape;198;p22"/>
          <p:cNvPicPr preferRelativeResize="0"/>
          <p:nvPr/>
        </p:nvPicPr>
        <p:blipFill rotWithShape="1">
          <a:blip r:embed="rId3">
            <a:alphaModFix/>
          </a:blip>
          <a:srcRect b="0" l="0" r="0" t="0"/>
          <a:stretch/>
        </p:blipFill>
        <p:spPr>
          <a:xfrm>
            <a:off x="8457361" y="286314"/>
            <a:ext cx="474345" cy="52641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3"/>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206" name="Google Shape;206;p23"/>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7 Lesson 5</a:t>
            </a:r>
            <a:endParaRPr/>
          </a:p>
        </p:txBody>
      </p:sp>
      <p:sp>
        <p:nvSpPr>
          <p:cNvPr id="207" name="Google Shape;207;p23"/>
          <p:cNvSpPr txBox="1"/>
          <p:nvPr>
            <p:ph type="title"/>
          </p:nvPr>
        </p:nvSpPr>
        <p:spPr>
          <a:xfrm>
            <a:off x="311100" y="286314"/>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Further Applications of Genetic Engineering</a:t>
            </a:r>
            <a:endParaRPr>
              <a:solidFill>
                <a:srgbClr val="0070C0"/>
              </a:solidFill>
              <a:latin typeface="Cambria"/>
              <a:ea typeface="Cambria"/>
              <a:cs typeface="Cambria"/>
              <a:sym typeface="Cambria"/>
            </a:endParaRPr>
          </a:p>
        </p:txBody>
      </p:sp>
      <p:sp>
        <p:nvSpPr>
          <p:cNvPr id="208" name="Google Shape;208;p23"/>
          <p:cNvSpPr/>
          <p:nvPr/>
        </p:nvSpPr>
        <p:spPr>
          <a:xfrm>
            <a:off x="441158" y="3733678"/>
            <a:ext cx="8245642" cy="2677656"/>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93B3C"/>
              </a:buClr>
              <a:buSzPts val="2400"/>
              <a:buFont typeface="Arial"/>
              <a:buChar char="•"/>
            </a:pPr>
            <a:r>
              <a:rPr lang="en-US" sz="2400">
                <a:solidFill>
                  <a:srgbClr val="393B3C"/>
                </a:solidFill>
                <a:latin typeface="Cambria"/>
                <a:ea typeface="Cambria"/>
                <a:cs typeface="Cambria"/>
                <a:sym typeface="Cambria"/>
              </a:rPr>
              <a:t>For species threatened by climate change or low genetic diversity, scientists are investigating a process known as </a:t>
            </a:r>
            <a:r>
              <a:rPr b="1" lang="en-US" sz="2400" u="sng">
                <a:solidFill>
                  <a:schemeClr val="dk2"/>
                </a:solidFill>
                <a:latin typeface="Cambria"/>
                <a:ea typeface="Cambria"/>
                <a:cs typeface="Cambria"/>
                <a:sym typeface="Cambria"/>
                <a:hlinkClick r:id="rId3">
                  <a:extLst>
                    <a:ext uri="{A12FA001-AC4F-418D-AE19-62706E023703}">
                      <ahyp:hlinkClr val="tx"/>
                    </a:ext>
                  </a:extLst>
                </a:hlinkClick>
              </a:rPr>
              <a:t>facilitated adaptation</a:t>
            </a:r>
            <a:r>
              <a:rPr lang="en-US" sz="2400">
                <a:solidFill>
                  <a:srgbClr val="393B3C"/>
                </a:solidFill>
                <a:latin typeface="Cambria"/>
                <a:ea typeface="Cambria"/>
                <a:cs typeface="Cambria"/>
                <a:sym typeface="Cambria"/>
              </a:rPr>
              <a:t>. </a:t>
            </a:r>
            <a:br>
              <a:rPr lang="en-US" sz="2400">
                <a:solidFill>
                  <a:srgbClr val="393B3C"/>
                </a:solidFill>
                <a:latin typeface="Cambria"/>
                <a:ea typeface="Cambria"/>
                <a:cs typeface="Cambria"/>
                <a:sym typeface="Cambria"/>
              </a:rPr>
            </a:br>
            <a:endParaRPr sz="2400">
              <a:solidFill>
                <a:srgbClr val="393B3C"/>
              </a:solidFill>
              <a:latin typeface="Cambria"/>
              <a:ea typeface="Cambria"/>
              <a:cs typeface="Cambria"/>
              <a:sym typeface="Cambria"/>
            </a:endParaRPr>
          </a:p>
          <a:p>
            <a:pPr indent="-342900" lvl="0" marL="342900" marR="0" rtl="0" algn="l">
              <a:spcBef>
                <a:spcPts val="0"/>
              </a:spcBef>
              <a:spcAft>
                <a:spcPts val="0"/>
              </a:spcAft>
              <a:buClr>
                <a:srgbClr val="393B3C"/>
              </a:buClr>
              <a:buSzPts val="2400"/>
              <a:buFont typeface="Arial"/>
              <a:buChar char="•"/>
            </a:pPr>
            <a:r>
              <a:rPr lang="en-US" sz="2400">
                <a:solidFill>
                  <a:srgbClr val="393B3C"/>
                </a:solidFill>
                <a:latin typeface="Cambria"/>
                <a:ea typeface="Cambria"/>
                <a:cs typeface="Cambria"/>
                <a:sym typeface="Cambria"/>
              </a:rPr>
              <a:t>Facilitated adaptation involves humans guiding adaptations in threatened populations by changing the species' genome.</a:t>
            </a:r>
            <a:endParaRPr sz="2400">
              <a:solidFill>
                <a:schemeClr val="dk1"/>
              </a:solidFill>
              <a:latin typeface="Cambria"/>
              <a:ea typeface="Cambria"/>
              <a:cs typeface="Cambria"/>
              <a:sym typeface="Cambria"/>
            </a:endParaRPr>
          </a:p>
        </p:txBody>
      </p:sp>
      <p:pic>
        <p:nvPicPr>
          <p:cNvPr id="209" name="Google Shape;209;p23"/>
          <p:cNvPicPr preferRelativeResize="0"/>
          <p:nvPr/>
        </p:nvPicPr>
        <p:blipFill rotWithShape="1">
          <a:blip r:embed="rId4">
            <a:alphaModFix/>
          </a:blip>
          <a:srcRect b="0" l="0" r="0" t="0"/>
          <a:stretch/>
        </p:blipFill>
        <p:spPr>
          <a:xfrm>
            <a:off x="2728906" y="914354"/>
            <a:ext cx="3686188" cy="276329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4"/>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217" name="Google Shape;217;p24"/>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7 Lesson 5</a:t>
            </a:r>
            <a:endParaRPr/>
          </a:p>
        </p:txBody>
      </p:sp>
      <p:sp>
        <p:nvSpPr>
          <p:cNvPr id="218" name="Google Shape;218;p24"/>
          <p:cNvSpPr txBox="1"/>
          <p:nvPr>
            <p:ph type="title"/>
          </p:nvPr>
        </p:nvSpPr>
        <p:spPr>
          <a:xfrm>
            <a:off x="311100" y="286314"/>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Further Applications of Genetic Engineering</a:t>
            </a:r>
            <a:br>
              <a:rPr lang="en-US">
                <a:solidFill>
                  <a:srgbClr val="F2A900"/>
                </a:solidFill>
                <a:latin typeface="Cambria"/>
                <a:ea typeface="Cambria"/>
                <a:cs typeface="Cambria"/>
                <a:sym typeface="Cambria"/>
              </a:rPr>
            </a:br>
            <a:r>
              <a:rPr lang="en-US">
                <a:solidFill>
                  <a:srgbClr val="C00000"/>
                </a:solidFill>
              </a:rPr>
              <a:t>Engineering</a:t>
            </a:r>
            <a:endParaRPr/>
          </a:p>
        </p:txBody>
      </p:sp>
      <p:sp>
        <p:nvSpPr>
          <p:cNvPr id="219" name="Google Shape;219;p24"/>
          <p:cNvSpPr/>
          <p:nvPr/>
        </p:nvSpPr>
        <p:spPr>
          <a:xfrm>
            <a:off x="384150" y="2741727"/>
            <a:ext cx="8083500" cy="120032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a:solidFill>
                  <a:srgbClr val="4C4E50"/>
                </a:solidFill>
                <a:latin typeface="Cambria"/>
                <a:ea typeface="Cambria"/>
                <a:cs typeface="Cambria"/>
                <a:sym typeface="Cambria"/>
              </a:rPr>
              <a:t>Define a problem facing conservation. Explain what role genetic engineering could play in solving that problem. Use evidence to support your claims.</a:t>
            </a:r>
            <a:endParaRPr b="1" sz="2400">
              <a:solidFill>
                <a:schemeClr val="dk1"/>
              </a:solidFill>
              <a:latin typeface="Cambria"/>
              <a:ea typeface="Cambria"/>
              <a:cs typeface="Cambria"/>
              <a:sym typeface="Cambria"/>
            </a:endParaRPr>
          </a:p>
        </p:txBody>
      </p:sp>
      <p:pic>
        <p:nvPicPr>
          <p:cNvPr descr="A drawing of a person&#10;&#10;Description automatically generated" id="220" name="Google Shape;220;p24"/>
          <p:cNvPicPr preferRelativeResize="0"/>
          <p:nvPr/>
        </p:nvPicPr>
        <p:blipFill rotWithShape="1">
          <a:blip r:embed="rId3">
            <a:alphaModFix/>
          </a:blip>
          <a:srcRect b="0" l="0" r="0" t="0"/>
          <a:stretch/>
        </p:blipFill>
        <p:spPr>
          <a:xfrm>
            <a:off x="8457361" y="286314"/>
            <a:ext cx="474345" cy="52641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5"/>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228" name="Google Shape;228;p25"/>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7 Lesson 5</a:t>
            </a:r>
            <a:endParaRPr/>
          </a:p>
        </p:txBody>
      </p:sp>
      <p:sp>
        <p:nvSpPr>
          <p:cNvPr id="229" name="Google Shape;229;p25"/>
          <p:cNvSpPr txBox="1"/>
          <p:nvPr>
            <p:ph type="title"/>
          </p:nvPr>
        </p:nvSpPr>
        <p:spPr>
          <a:xfrm>
            <a:off x="311100" y="286314"/>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Further Applications of Genetic Engineering</a:t>
            </a:r>
            <a:br>
              <a:rPr lang="en-US">
                <a:solidFill>
                  <a:srgbClr val="F2A900"/>
                </a:solidFill>
                <a:latin typeface="Cambria"/>
                <a:ea typeface="Cambria"/>
                <a:cs typeface="Cambria"/>
                <a:sym typeface="Cambria"/>
              </a:rPr>
            </a:br>
            <a:endParaRPr>
              <a:solidFill>
                <a:srgbClr val="C00000"/>
              </a:solidFill>
            </a:endParaRPr>
          </a:p>
        </p:txBody>
      </p:sp>
      <p:sp>
        <p:nvSpPr>
          <p:cNvPr id="230" name="Google Shape;230;p25"/>
          <p:cNvSpPr/>
          <p:nvPr/>
        </p:nvSpPr>
        <p:spPr>
          <a:xfrm>
            <a:off x="381328" y="1936529"/>
            <a:ext cx="8381344" cy="341632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F38030"/>
              </a:buClr>
              <a:buSzPts val="2400"/>
              <a:buFont typeface="Arial"/>
              <a:buChar char="•"/>
            </a:pPr>
            <a:r>
              <a:rPr b="1" lang="en-US" sz="2400" u="sng">
                <a:solidFill>
                  <a:schemeClr val="dk2"/>
                </a:solidFill>
                <a:latin typeface="Cambria"/>
                <a:ea typeface="Cambria"/>
                <a:cs typeface="Cambria"/>
                <a:sym typeface="Cambria"/>
                <a:hlinkClick r:id="rId3">
                  <a:extLst>
                    <a:ext uri="{A12FA001-AC4F-418D-AE19-62706E023703}">
                      <ahyp:hlinkClr val="tx"/>
                    </a:ext>
                  </a:extLst>
                </a:hlinkClick>
              </a:rPr>
              <a:t>Gene therapy</a:t>
            </a:r>
            <a:r>
              <a:rPr lang="en-US" sz="2400">
                <a:solidFill>
                  <a:srgbClr val="393B3C"/>
                </a:solidFill>
                <a:latin typeface="Cambria"/>
                <a:ea typeface="Cambria"/>
                <a:cs typeface="Cambria"/>
                <a:sym typeface="Cambria"/>
              </a:rPr>
              <a:t> uses genetic engineering to treat or prevent the genetic basis of disease. </a:t>
            </a:r>
            <a:br>
              <a:rPr lang="en-US" sz="2400">
                <a:solidFill>
                  <a:srgbClr val="393B3C"/>
                </a:solidFill>
                <a:latin typeface="Cambria"/>
                <a:ea typeface="Cambria"/>
                <a:cs typeface="Cambria"/>
                <a:sym typeface="Cambria"/>
              </a:rPr>
            </a:br>
            <a:endParaRPr sz="2400">
              <a:solidFill>
                <a:srgbClr val="393B3C"/>
              </a:solidFill>
              <a:latin typeface="Cambria"/>
              <a:ea typeface="Cambria"/>
              <a:cs typeface="Cambria"/>
              <a:sym typeface="Cambria"/>
            </a:endParaRPr>
          </a:p>
          <a:p>
            <a:pPr indent="-342900" lvl="0" marL="342900" marR="0" rtl="0" algn="l">
              <a:spcBef>
                <a:spcPts val="0"/>
              </a:spcBef>
              <a:spcAft>
                <a:spcPts val="0"/>
              </a:spcAft>
              <a:buClr>
                <a:srgbClr val="393B3C"/>
              </a:buClr>
              <a:buSzPts val="2400"/>
              <a:buFont typeface="Arial"/>
              <a:buChar char="•"/>
            </a:pPr>
            <a:r>
              <a:rPr lang="en-US" sz="2400">
                <a:solidFill>
                  <a:srgbClr val="393B3C"/>
                </a:solidFill>
                <a:latin typeface="Cambria"/>
                <a:ea typeface="Cambria"/>
                <a:cs typeface="Cambria"/>
                <a:sym typeface="Cambria"/>
              </a:rPr>
              <a:t>A common gene therapy technique uses a delivery mechanism, or vector, such as a bacterium or virus, to deliver a new gene to target cells. </a:t>
            </a:r>
            <a:br>
              <a:rPr lang="en-US" sz="2400">
                <a:solidFill>
                  <a:srgbClr val="393B3C"/>
                </a:solidFill>
                <a:latin typeface="Cambria"/>
                <a:ea typeface="Cambria"/>
                <a:cs typeface="Cambria"/>
                <a:sym typeface="Cambria"/>
              </a:rPr>
            </a:br>
            <a:endParaRPr sz="2400">
              <a:solidFill>
                <a:srgbClr val="393B3C"/>
              </a:solidFill>
              <a:latin typeface="Cambria"/>
              <a:ea typeface="Cambria"/>
              <a:cs typeface="Cambria"/>
              <a:sym typeface="Cambria"/>
            </a:endParaRPr>
          </a:p>
          <a:p>
            <a:pPr indent="-342900" lvl="0" marL="342900" marR="0" rtl="0" algn="l">
              <a:spcBef>
                <a:spcPts val="0"/>
              </a:spcBef>
              <a:spcAft>
                <a:spcPts val="0"/>
              </a:spcAft>
              <a:buClr>
                <a:srgbClr val="393B3C"/>
              </a:buClr>
              <a:buSzPts val="2400"/>
              <a:buFont typeface="Arial"/>
              <a:buChar char="•"/>
            </a:pPr>
            <a:r>
              <a:rPr lang="en-US" sz="2400">
                <a:solidFill>
                  <a:srgbClr val="393B3C"/>
                </a:solidFill>
                <a:latin typeface="Cambria"/>
                <a:ea typeface="Cambria"/>
                <a:cs typeface="Cambria"/>
                <a:sym typeface="Cambria"/>
              </a:rPr>
              <a:t>Once the gene enters the cells, the new DNA is transcribed and the new protein is expressed.</a:t>
            </a:r>
            <a:endParaRPr sz="2400">
              <a:solidFill>
                <a:schemeClr val="dk1"/>
              </a:solidFill>
              <a:latin typeface="Cambria"/>
              <a:ea typeface="Cambria"/>
              <a:cs typeface="Cambria"/>
              <a:sym typeface="Cambria"/>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6"/>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238" name="Google Shape;238;p26"/>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7 Lesson 5</a:t>
            </a:r>
            <a:endParaRPr/>
          </a:p>
        </p:txBody>
      </p:sp>
      <p:sp>
        <p:nvSpPr>
          <p:cNvPr id="239" name="Google Shape;239;p26"/>
          <p:cNvSpPr txBox="1"/>
          <p:nvPr>
            <p:ph type="title"/>
          </p:nvPr>
        </p:nvSpPr>
        <p:spPr>
          <a:xfrm>
            <a:off x="311100" y="286314"/>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Further Applications of Genetic Engineering</a:t>
            </a:r>
            <a:br>
              <a:rPr lang="en-US">
                <a:solidFill>
                  <a:srgbClr val="F2A900"/>
                </a:solidFill>
                <a:latin typeface="Cambria"/>
                <a:ea typeface="Cambria"/>
                <a:cs typeface="Cambria"/>
                <a:sym typeface="Cambria"/>
              </a:rPr>
            </a:br>
            <a:endParaRPr>
              <a:solidFill>
                <a:srgbClr val="C00000"/>
              </a:solidFill>
            </a:endParaRPr>
          </a:p>
        </p:txBody>
      </p:sp>
      <p:sp>
        <p:nvSpPr>
          <p:cNvPr id="240" name="Google Shape;240;p26"/>
          <p:cNvSpPr/>
          <p:nvPr/>
        </p:nvSpPr>
        <p:spPr>
          <a:xfrm>
            <a:off x="680155" y="2274838"/>
            <a:ext cx="7783689" cy="230832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cap="none">
                <a:solidFill>
                  <a:srgbClr val="393B3C"/>
                </a:solidFill>
                <a:latin typeface="Cambria"/>
                <a:ea typeface="Cambria"/>
                <a:cs typeface="Cambria"/>
                <a:sym typeface="Cambria"/>
              </a:rPr>
              <a:t>EXPLAIN</a:t>
            </a:r>
            <a:br>
              <a:rPr b="1" lang="en-US" sz="2400" cap="none">
                <a:solidFill>
                  <a:srgbClr val="393B3C"/>
                </a:solidFill>
                <a:latin typeface="Cambria"/>
                <a:ea typeface="Cambria"/>
                <a:cs typeface="Cambria"/>
                <a:sym typeface="Cambria"/>
              </a:rPr>
            </a:br>
            <a:endParaRPr b="1" sz="2400" cap="none">
              <a:solidFill>
                <a:srgbClr val="393B3C"/>
              </a:solidFill>
              <a:latin typeface="Cambria"/>
              <a:ea typeface="Cambria"/>
              <a:cs typeface="Cambria"/>
              <a:sym typeface="Cambria"/>
            </a:endParaRPr>
          </a:p>
          <a:p>
            <a:pPr indent="0" lvl="0" marL="0" marR="0" rtl="0" algn="l">
              <a:spcBef>
                <a:spcPts val="0"/>
              </a:spcBef>
              <a:spcAft>
                <a:spcPts val="0"/>
              </a:spcAft>
              <a:buNone/>
            </a:pPr>
            <a:r>
              <a:rPr b="1" lang="en-US" sz="2400">
                <a:solidFill>
                  <a:srgbClr val="393B3C"/>
                </a:solidFill>
                <a:latin typeface="Cambria"/>
                <a:ea typeface="Cambria"/>
                <a:cs typeface="Cambria"/>
                <a:sym typeface="Cambria"/>
              </a:rPr>
              <a:t>Think back to the fluorescent zebrafish from the beginning of this lesson. Using this example, explain some implications of being able to edit genes. Where do you think science will go from here?</a:t>
            </a:r>
            <a:endParaRPr b="1" i="0" sz="2400">
              <a:solidFill>
                <a:srgbClr val="393B3C"/>
              </a:solidFill>
              <a:latin typeface="Cambria"/>
              <a:ea typeface="Cambria"/>
              <a:cs typeface="Cambria"/>
              <a:sym typeface="Cambria"/>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7"/>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248" name="Google Shape;248;p27"/>
          <p:cNvSpPr txBox="1"/>
          <p:nvPr/>
        </p:nvSpPr>
        <p:spPr>
          <a:xfrm>
            <a:off x="311099" y="218582"/>
            <a:ext cx="8561967" cy="628040"/>
          </a:xfrm>
          <a:prstGeom prst="rect">
            <a:avLst/>
          </a:prstGeom>
          <a:noFill/>
          <a:ln>
            <a:noFill/>
          </a:ln>
        </p:spPr>
        <p:txBody>
          <a:bodyPr anchorCtr="0" anchor="t" bIns="45700" lIns="0" spcFirstLastPara="1" rIns="0" wrap="square" tIns="45700">
            <a:noAutofit/>
          </a:bodyPr>
          <a:lstStyle/>
          <a:p>
            <a:pPr indent="0" lvl="0" marL="0" marR="0" rtl="0" algn="l">
              <a:spcBef>
                <a:spcPts val="0"/>
              </a:spcBef>
              <a:spcAft>
                <a:spcPts val="0"/>
              </a:spcAft>
              <a:buClr>
                <a:srgbClr val="7030A0"/>
              </a:buClr>
              <a:buSzPts val="2800"/>
              <a:buFont typeface="Cambria"/>
              <a:buNone/>
            </a:pPr>
            <a:r>
              <a:rPr b="1" lang="en-US" sz="2800">
                <a:solidFill>
                  <a:srgbClr val="7030A0"/>
                </a:solidFill>
                <a:latin typeface="Cambria"/>
                <a:ea typeface="Cambria"/>
                <a:cs typeface="Cambria"/>
                <a:sym typeface="Cambria"/>
              </a:rPr>
              <a:t>Continue Your Exploration</a:t>
            </a:r>
            <a:endParaRPr/>
          </a:p>
        </p:txBody>
      </p:sp>
      <p:sp>
        <p:nvSpPr>
          <p:cNvPr id="249" name="Google Shape;249;p27"/>
          <p:cNvSpPr/>
          <p:nvPr/>
        </p:nvSpPr>
        <p:spPr>
          <a:xfrm>
            <a:off x="2286000" y="3013502"/>
            <a:ext cx="4572000" cy="83099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br>
              <a:rPr lang="en-US" sz="2400">
                <a:solidFill>
                  <a:schemeClr val="dk1"/>
                </a:solidFill>
                <a:latin typeface="Times New Roman"/>
                <a:ea typeface="Times New Roman"/>
                <a:cs typeface="Times New Roman"/>
                <a:sym typeface="Times New Roman"/>
              </a:rPr>
            </a:br>
            <a:endParaRPr sz="2400">
              <a:solidFill>
                <a:schemeClr val="dk1"/>
              </a:solidFill>
              <a:latin typeface="Times New Roman"/>
              <a:ea typeface="Times New Roman"/>
              <a:cs typeface="Times New Roman"/>
              <a:sym typeface="Times New Roman"/>
            </a:endParaRPr>
          </a:p>
        </p:txBody>
      </p:sp>
      <p:sp>
        <p:nvSpPr>
          <p:cNvPr id="250" name="Google Shape;250;p27"/>
          <p:cNvSpPr/>
          <p:nvPr/>
        </p:nvSpPr>
        <p:spPr>
          <a:xfrm>
            <a:off x="311099" y="1366719"/>
            <a:ext cx="8375701" cy="387798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2300">
                <a:solidFill>
                  <a:schemeClr val="dk1"/>
                </a:solidFill>
                <a:latin typeface="Cambria"/>
                <a:ea typeface="Cambria"/>
                <a:cs typeface="Cambria"/>
                <a:sym typeface="Cambria"/>
              </a:rPr>
              <a:t>Choose one of the paths below to continue your exploration:</a:t>
            </a:r>
            <a:endParaRPr/>
          </a:p>
          <a:p>
            <a:pPr indent="0" lvl="0" marL="0" marR="0" rtl="0" algn="ctr">
              <a:spcBef>
                <a:spcPts val="0"/>
              </a:spcBef>
              <a:spcAft>
                <a:spcPts val="0"/>
              </a:spcAft>
              <a:buNone/>
            </a:pPr>
            <a:r>
              <a:t/>
            </a:r>
            <a:endParaRPr b="1" sz="2300">
              <a:solidFill>
                <a:schemeClr val="dk1"/>
              </a:solidFill>
              <a:latin typeface="Cambria"/>
              <a:ea typeface="Cambria"/>
              <a:cs typeface="Cambria"/>
              <a:sym typeface="Cambria"/>
            </a:endParaRPr>
          </a:p>
          <a:p>
            <a:pPr indent="0" lvl="0" marL="0" marR="0" rtl="0" algn="l">
              <a:spcBef>
                <a:spcPts val="0"/>
              </a:spcBef>
              <a:spcAft>
                <a:spcPts val="0"/>
              </a:spcAft>
              <a:buNone/>
            </a:pPr>
            <a:r>
              <a:t/>
            </a:r>
            <a:endParaRPr b="1" sz="2500">
              <a:solidFill>
                <a:schemeClr val="dk1"/>
              </a:solidFill>
              <a:latin typeface="Cambria"/>
              <a:ea typeface="Cambria"/>
              <a:cs typeface="Cambria"/>
              <a:sym typeface="Cambria"/>
            </a:endParaRPr>
          </a:p>
          <a:p>
            <a:pPr indent="-342900" lvl="0" marL="342900" marR="0" rtl="0" algn="l">
              <a:spcBef>
                <a:spcPts val="0"/>
              </a:spcBef>
              <a:spcAft>
                <a:spcPts val="0"/>
              </a:spcAft>
              <a:buClr>
                <a:schemeClr val="dk1"/>
              </a:buClr>
              <a:buSzPts val="2500"/>
              <a:buFont typeface="Arial"/>
              <a:buChar char="•"/>
            </a:pPr>
            <a:r>
              <a:rPr b="1" lang="en-US" sz="2500">
                <a:solidFill>
                  <a:schemeClr val="dk1"/>
                </a:solidFill>
                <a:latin typeface="Cambria"/>
                <a:ea typeface="Cambria"/>
                <a:cs typeface="Cambria"/>
                <a:sym typeface="Cambria"/>
              </a:rPr>
              <a:t>Knockout Mice</a:t>
            </a:r>
            <a:endParaRPr/>
          </a:p>
          <a:p>
            <a:pPr indent="-184150" lvl="0" marL="342900" marR="0" rtl="0" algn="l">
              <a:spcBef>
                <a:spcPts val="0"/>
              </a:spcBef>
              <a:spcAft>
                <a:spcPts val="0"/>
              </a:spcAft>
              <a:buClr>
                <a:schemeClr val="dk1"/>
              </a:buClr>
              <a:buSzPts val="2500"/>
              <a:buFont typeface="Arial"/>
              <a:buNone/>
            </a:pPr>
            <a:r>
              <a:t/>
            </a:r>
            <a:endParaRPr b="1" sz="2500">
              <a:solidFill>
                <a:schemeClr val="dk1"/>
              </a:solidFill>
              <a:latin typeface="Cambria"/>
              <a:ea typeface="Cambria"/>
              <a:cs typeface="Cambria"/>
              <a:sym typeface="Cambria"/>
            </a:endParaRPr>
          </a:p>
          <a:p>
            <a:pPr indent="-342900" lvl="0" marL="342900" marR="0" rtl="0" algn="l">
              <a:spcBef>
                <a:spcPts val="0"/>
              </a:spcBef>
              <a:spcAft>
                <a:spcPts val="0"/>
              </a:spcAft>
              <a:buClr>
                <a:schemeClr val="dk1"/>
              </a:buClr>
              <a:buSzPts val="2500"/>
              <a:buFont typeface="Arial"/>
              <a:buChar char="•"/>
            </a:pPr>
            <a:r>
              <a:rPr b="1" lang="en-US" sz="2500">
                <a:solidFill>
                  <a:schemeClr val="dk1"/>
                </a:solidFill>
                <a:latin typeface="Cambria"/>
                <a:ea typeface="Cambria"/>
                <a:cs typeface="Cambria"/>
                <a:sym typeface="Cambria"/>
              </a:rPr>
              <a:t>Modeling Genetic Engineering</a:t>
            </a:r>
            <a:endParaRPr/>
          </a:p>
          <a:p>
            <a:pPr indent="-184150" lvl="0" marL="342900" marR="0" rtl="0" algn="l">
              <a:spcBef>
                <a:spcPts val="0"/>
              </a:spcBef>
              <a:spcAft>
                <a:spcPts val="0"/>
              </a:spcAft>
              <a:buClr>
                <a:schemeClr val="dk1"/>
              </a:buClr>
              <a:buSzPts val="2500"/>
              <a:buFont typeface="Arial"/>
              <a:buNone/>
            </a:pPr>
            <a:r>
              <a:t/>
            </a:r>
            <a:endParaRPr b="1" sz="2500">
              <a:solidFill>
                <a:schemeClr val="dk1"/>
              </a:solidFill>
              <a:latin typeface="Cambria"/>
              <a:ea typeface="Cambria"/>
              <a:cs typeface="Cambria"/>
              <a:sym typeface="Cambria"/>
            </a:endParaRPr>
          </a:p>
          <a:p>
            <a:pPr indent="-342900" lvl="0" marL="342900" marR="0" rtl="0" algn="l">
              <a:spcBef>
                <a:spcPts val="0"/>
              </a:spcBef>
              <a:spcAft>
                <a:spcPts val="0"/>
              </a:spcAft>
              <a:buClr>
                <a:schemeClr val="dk1"/>
              </a:buClr>
              <a:buSzPts val="2500"/>
              <a:buFont typeface="Arial"/>
              <a:buChar char="•"/>
            </a:pPr>
            <a:r>
              <a:rPr b="1" lang="en-US" sz="2500">
                <a:solidFill>
                  <a:schemeClr val="dk1"/>
                </a:solidFill>
                <a:latin typeface="Cambria"/>
                <a:ea typeface="Cambria"/>
                <a:cs typeface="Cambria"/>
                <a:sym typeface="Cambria"/>
              </a:rPr>
              <a:t>Labeling GMOs</a:t>
            </a:r>
            <a:endParaRPr/>
          </a:p>
          <a:p>
            <a:pPr indent="-184150" lvl="0" marL="342900" marR="0" rtl="0" algn="l">
              <a:spcBef>
                <a:spcPts val="0"/>
              </a:spcBef>
              <a:spcAft>
                <a:spcPts val="0"/>
              </a:spcAft>
              <a:buClr>
                <a:schemeClr val="dk1"/>
              </a:buClr>
              <a:buSzPts val="2500"/>
              <a:buFont typeface="Arial"/>
              <a:buNone/>
            </a:pPr>
            <a:r>
              <a:t/>
            </a:r>
            <a:endParaRPr b="1" sz="2500">
              <a:solidFill>
                <a:schemeClr val="dk1"/>
              </a:solidFill>
              <a:latin typeface="Cambria"/>
              <a:ea typeface="Cambria"/>
              <a:cs typeface="Cambria"/>
              <a:sym typeface="Cambria"/>
            </a:endParaRPr>
          </a:p>
          <a:p>
            <a:pPr indent="-342900" lvl="0" marL="342900" marR="0" rtl="0" algn="l">
              <a:spcBef>
                <a:spcPts val="0"/>
              </a:spcBef>
              <a:spcAft>
                <a:spcPts val="0"/>
              </a:spcAft>
              <a:buClr>
                <a:schemeClr val="dk1"/>
              </a:buClr>
              <a:buSzPts val="2500"/>
              <a:buFont typeface="Arial"/>
              <a:buChar char="•"/>
            </a:pPr>
            <a:r>
              <a:rPr b="1" lang="en-US" sz="2500">
                <a:solidFill>
                  <a:schemeClr val="dk1"/>
                </a:solidFill>
                <a:latin typeface="Cambria"/>
                <a:ea typeface="Cambria"/>
                <a:cs typeface="Cambria"/>
                <a:sym typeface="Cambria"/>
              </a:rPr>
              <a:t>Back From Extinction</a:t>
            </a:r>
            <a:endParaRPr/>
          </a:p>
        </p:txBody>
      </p:sp>
      <p:sp>
        <p:nvSpPr>
          <p:cNvPr id="251" name="Google Shape;251;p27"/>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7 Lesson 5</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28"/>
          <p:cNvSpPr txBox="1"/>
          <p:nvPr>
            <p:ph type="title"/>
          </p:nvPr>
        </p:nvSpPr>
        <p:spPr>
          <a:xfrm>
            <a:off x="311100" y="286314"/>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Can You Explain It?</a:t>
            </a:r>
            <a:endParaRPr/>
          </a:p>
        </p:txBody>
      </p:sp>
      <p:sp>
        <p:nvSpPr>
          <p:cNvPr id="259" name="Google Shape;259;p28"/>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260" name="Google Shape;260;p28"/>
          <p:cNvSpPr/>
          <p:nvPr/>
        </p:nvSpPr>
        <p:spPr>
          <a:xfrm>
            <a:off x="409906" y="1393775"/>
            <a:ext cx="8521800" cy="378565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Cambria"/>
                <a:ea typeface="Cambria"/>
                <a:cs typeface="Cambria"/>
                <a:sym typeface="Cambria"/>
              </a:rPr>
              <a:t>Refer to the notes in your Evidence Notebook to answer the following questions:</a:t>
            </a:r>
            <a:br>
              <a:rPr lang="en-US" sz="2400">
                <a:solidFill>
                  <a:schemeClr val="dk1"/>
                </a:solidFill>
                <a:latin typeface="Cambria"/>
                <a:ea typeface="Cambria"/>
                <a:cs typeface="Cambria"/>
                <a:sym typeface="Cambria"/>
              </a:rPr>
            </a:br>
            <a:endParaRPr sz="2400">
              <a:solidFill>
                <a:schemeClr val="dk1"/>
              </a:solidFill>
              <a:latin typeface="Cambria"/>
              <a:ea typeface="Cambria"/>
              <a:cs typeface="Cambria"/>
              <a:sym typeface="Cambria"/>
            </a:endParaRPr>
          </a:p>
          <a:p>
            <a:pPr indent="-457200" lvl="0" marL="457200" marR="0" rtl="0" algn="l">
              <a:spcBef>
                <a:spcPts val="0"/>
              </a:spcBef>
              <a:spcAft>
                <a:spcPts val="0"/>
              </a:spcAft>
              <a:buClr>
                <a:schemeClr val="dk1"/>
              </a:buClr>
              <a:buSzPts val="2400"/>
              <a:buFont typeface="Cambria"/>
              <a:buAutoNum type="arabicPeriod"/>
            </a:pPr>
            <a:r>
              <a:rPr b="1" lang="en-US" sz="2400">
                <a:solidFill>
                  <a:schemeClr val="dk1"/>
                </a:solidFill>
                <a:latin typeface="Cambria"/>
                <a:ea typeface="Cambria"/>
                <a:cs typeface="Cambria"/>
                <a:sym typeface="Cambria"/>
              </a:rPr>
              <a:t>How can a gene from one organism be inserted into the genome of an unrelated organism?</a:t>
            </a:r>
            <a:br>
              <a:rPr b="1" lang="en-US" sz="2400">
                <a:solidFill>
                  <a:schemeClr val="dk1"/>
                </a:solidFill>
                <a:latin typeface="Cambria"/>
                <a:ea typeface="Cambria"/>
                <a:cs typeface="Cambria"/>
                <a:sym typeface="Cambria"/>
              </a:rPr>
            </a:br>
            <a:endParaRPr b="1" sz="2400">
              <a:solidFill>
                <a:schemeClr val="dk1"/>
              </a:solidFill>
              <a:latin typeface="Cambria"/>
              <a:ea typeface="Cambria"/>
              <a:cs typeface="Cambria"/>
              <a:sym typeface="Cambria"/>
            </a:endParaRPr>
          </a:p>
          <a:p>
            <a:pPr indent="-457200" lvl="0" marL="457200" marR="0" rtl="0" algn="l">
              <a:spcBef>
                <a:spcPts val="0"/>
              </a:spcBef>
              <a:spcAft>
                <a:spcPts val="0"/>
              </a:spcAft>
              <a:buClr>
                <a:schemeClr val="dk1"/>
              </a:buClr>
              <a:buSzPts val="2400"/>
              <a:buFont typeface="Cambria"/>
              <a:buAutoNum type="arabicPeriod"/>
            </a:pPr>
            <a:r>
              <a:rPr b="1" lang="en-US" sz="2400">
                <a:solidFill>
                  <a:schemeClr val="dk1"/>
                </a:solidFill>
                <a:latin typeface="Cambria"/>
                <a:ea typeface="Cambria"/>
                <a:cs typeface="Cambria"/>
                <a:sym typeface="Cambria"/>
              </a:rPr>
              <a:t>Does genetically altering an organism make a new species?</a:t>
            </a:r>
            <a:br>
              <a:rPr b="1" lang="en-US" sz="2400">
                <a:solidFill>
                  <a:schemeClr val="dk1"/>
                </a:solidFill>
                <a:latin typeface="Cambria"/>
                <a:ea typeface="Cambria"/>
                <a:cs typeface="Cambria"/>
                <a:sym typeface="Cambria"/>
              </a:rPr>
            </a:br>
            <a:endParaRPr b="1" sz="2400">
              <a:solidFill>
                <a:schemeClr val="dk1"/>
              </a:solidFill>
              <a:latin typeface="Cambria"/>
              <a:ea typeface="Cambria"/>
              <a:cs typeface="Cambria"/>
              <a:sym typeface="Cambria"/>
            </a:endParaRPr>
          </a:p>
          <a:p>
            <a:pPr indent="-457200" lvl="0" marL="457200" marR="0" rtl="0" algn="l">
              <a:spcBef>
                <a:spcPts val="0"/>
              </a:spcBef>
              <a:spcAft>
                <a:spcPts val="0"/>
              </a:spcAft>
              <a:buClr>
                <a:schemeClr val="dk1"/>
              </a:buClr>
              <a:buSzPts val="2400"/>
              <a:buFont typeface="Cambria"/>
              <a:buAutoNum type="arabicPeriod"/>
            </a:pPr>
            <a:r>
              <a:rPr b="1" lang="en-US" sz="2400">
                <a:solidFill>
                  <a:schemeClr val="dk1"/>
                </a:solidFill>
                <a:latin typeface="Cambria"/>
                <a:ea typeface="Cambria"/>
                <a:cs typeface="Cambria"/>
                <a:sym typeface="Cambria"/>
              </a:rPr>
              <a:t>What are the implications of genetic engineering?</a:t>
            </a:r>
            <a:endParaRPr/>
          </a:p>
        </p:txBody>
      </p:sp>
      <p:pic>
        <p:nvPicPr>
          <p:cNvPr descr="A drawing of a person&#10;&#10;Description automatically generated" id="261" name="Google Shape;261;p28"/>
          <p:cNvPicPr preferRelativeResize="0"/>
          <p:nvPr/>
        </p:nvPicPr>
        <p:blipFill rotWithShape="1">
          <a:blip r:embed="rId3">
            <a:alphaModFix/>
          </a:blip>
          <a:srcRect b="0" l="0" r="0" t="0"/>
          <a:stretch/>
        </p:blipFill>
        <p:spPr>
          <a:xfrm>
            <a:off x="8457361" y="286314"/>
            <a:ext cx="474345" cy="526415"/>
          </a:xfrm>
          <a:prstGeom prst="rect">
            <a:avLst/>
          </a:prstGeom>
          <a:noFill/>
          <a:ln>
            <a:noFill/>
          </a:ln>
        </p:spPr>
      </p:pic>
      <p:sp>
        <p:nvSpPr>
          <p:cNvPr id="262" name="Google Shape;262;p28"/>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7 Lesson 5</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29"/>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t>Image Credits</a:t>
            </a:r>
            <a:endParaRPr/>
          </a:p>
        </p:txBody>
      </p:sp>
      <p:sp>
        <p:nvSpPr>
          <p:cNvPr id="268" name="Google Shape;268;p29"/>
          <p:cNvSpPr txBox="1"/>
          <p:nvPr>
            <p:ph idx="1" type="body"/>
          </p:nvPr>
        </p:nvSpPr>
        <p:spPr>
          <a:xfrm>
            <a:off x="457200" y="1151692"/>
            <a:ext cx="8229600" cy="4799741"/>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chemeClr val="dk1"/>
              </a:buClr>
              <a:buSzPts val="2880"/>
              <a:buNone/>
            </a:pPr>
            <a:r>
              <a:rPr b="1" lang="en-US"/>
              <a:t>Unit 7 Lesson 5</a:t>
            </a:r>
            <a:endParaRPr/>
          </a:p>
          <a:p>
            <a:pPr indent="0" lvl="0" marL="0" rtl="0" algn="l">
              <a:spcBef>
                <a:spcPts val="0"/>
              </a:spcBef>
              <a:spcAft>
                <a:spcPts val="0"/>
              </a:spcAft>
              <a:buClr>
                <a:schemeClr val="dk1"/>
              </a:buClr>
              <a:buSzPts val="2880"/>
              <a:buNone/>
            </a:pPr>
            <a:r>
              <a:t/>
            </a:r>
            <a:endParaRPr b="1"/>
          </a:p>
          <a:p>
            <a:pPr indent="0" lvl="0" marL="0" rtl="0" algn="l">
              <a:spcBef>
                <a:spcPts val="0"/>
              </a:spcBef>
              <a:spcAft>
                <a:spcPts val="0"/>
              </a:spcAft>
              <a:buClr>
                <a:schemeClr val="dk1"/>
              </a:buClr>
              <a:buSzPts val="2880"/>
              <a:buNone/>
            </a:pPr>
            <a:r>
              <a:rPr i="1" lang="en-US"/>
              <a:t>zebra fish, normal light</a:t>
            </a:r>
            <a:r>
              <a:rPr lang="en-US"/>
              <a:t> ©Ted Kinsman/Science Source; </a:t>
            </a:r>
            <a:r>
              <a:rPr i="1" lang="en-US"/>
              <a:t>zebra fish, Ultraviolet (UV) light</a:t>
            </a:r>
            <a:r>
              <a:rPr lang="en-US"/>
              <a:t> ©Ted Kinsman/Science Source; </a:t>
            </a:r>
            <a:r>
              <a:rPr i="1" lang="en-US"/>
              <a:t>genetically modified, drought resistant plant</a:t>
            </a:r>
            <a:r>
              <a:rPr lang="en-US"/>
              <a:t> ©iStock/Marccophoto/Getty Images; </a:t>
            </a:r>
            <a:r>
              <a:rPr i="1" lang="en-US"/>
              <a:t>spider plant</a:t>
            </a:r>
            <a:r>
              <a:rPr lang="en-US"/>
              <a:t> ©Guy Jarvis/Houghton Mifflin Harcourt; </a:t>
            </a:r>
            <a:r>
              <a:rPr i="1" lang="en-US"/>
              <a:t>cloned dog with its father</a:t>
            </a:r>
            <a:r>
              <a:rPr lang="en-US"/>
              <a:t> ©Handout/Handout/Getty Images News/Getty Images; </a:t>
            </a:r>
            <a:r>
              <a:rPr i="1" lang="en-US"/>
              <a:t>Henrietta Lacks</a:t>
            </a:r>
            <a:r>
              <a:rPr lang="en-US"/>
              <a:t> ©Science Source; </a:t>
            </a:r>
            <a:r>
              <a:rPr i="1" lang="en-US"/>
              <a:t>bird</a:t>
            </a:r>
            <a:r>
              <a:rPr lang="en-US"/>
              <a:t> ©Photo Resource Hawaii/Jack Jeffrey/Alamy</a:t>
            </a:r>
            <a:endParaRPr/>
          </a:p>
          <a:p>
            <a:pPr indent="0" lvl="0" marL="0" rtl="0" algn="l">
              <a:spcBef>
                <a:spcPts val="0"/>
              </a:spcBef>
              <a:spcAft>
                <a:spcPts val="0"/>
              </a:spcAft>
              <a:buClr>
                <a:schemeClr val="dk1"/>
              </a:buClr>
              <a:buSzPts val="2880"/>
              <a:buNone/>
            </a:pPr>
            <a:r>
              <a:t/>
            </a:r>
            <a:endParaRPr b="1"/>
          </a:p>
        </p:txBody>
      </p:sp>
      <p:sp>
        <p:nvSpPr>
          <p:cNvPr id="269" name="Google Shape;269;p29"/>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HMH_PPT_TemplateF">
  <a:themeElements>
    <a:clrScheme name="HMH">
      <a:dk1>
        <a:srgbClr val="54585A"/>
      </a:dk1>
      <a:lt1>
        <a:srgbClr val="FFFFFF"/>
      </a:lt1>
      <a:dk2>
        <a:srgbClr val="F2A900"/>
      </a:dk2>
      <a:lt2>
        <a:srgbClr val="898D8D"/>
      </a:lt2>
      <a:accent1>
        <a:srgbClr val="6F83C1"/>
      </a:accent1>
      <a:accent2>
        <a:srgbClr val="CE3D95"/>
      </a:accent2>
      <a:accent3>
        <a:srgbClr val="00A8C8"/>
      </a:accent3>
      <a:accent4>
        <a:srgbClr val="EF4E45"/>
      </a:accent4>
      <a:accent5>
        <a:srgbClr val="B2B935"/>
      </a:accent5>
      <a:accent6>
        <a:srgbClr val="ED2C67"/>
      </a:accent6>
      <a:hlink>
        <a:srgbClr val="F48132"/>
      </a:hlink>
      <a:folHlink>
        <a:srgbClr val="72BE4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