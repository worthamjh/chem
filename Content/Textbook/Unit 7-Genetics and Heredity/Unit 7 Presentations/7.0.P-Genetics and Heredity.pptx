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4" r:id="rId3"/>
  </p:sldMasterIdLst>
  <p:notesMasterIdLst>
    <p:notesMasterId r:id="rId4"/>
  </p:notesMasterIdLst>
  <p:sldIdLst>
    <p:sldId id="256" r:id="rId5"/>
    <p:sldId id="257" r:id="rId6"/>
    <p:sldId id="258" r:id="rId7"/>
    <p:sldId id="259" r:id="rId8"/>
    <p:sldId id="260" r:id="rId9"/>
    <p:sldId id="261" r:id="rId10"/>
    <p:sldId id="262" r:id="rId11"/>
  </p:sldIdLst>
  <p:sldSz cy="6858000" cx="9144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1" Type="http://schemas.openxmlformats.org/officeDocument/2006/relationships/slide" Target="slides/slide7.xml"/><Relationship Id="rId10" Type="http://schemas.openxmlformats.org/officeDocument/2006/relationships/slide" Target="slides/slide6.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68625" y="692700"/>
            <a:ext cx="4673825" cy="34635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01025" y="4387125"/>
            <a:ext cx="5608300" cy="415622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3: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 name="Google Shape;37;p3: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rPr b="0" i="0" lang="en-US" sz="1200">
                <a:solidFill>
                  <a:schemeClr val="dk1"/>
                </a:solidFill>
                <a:latin typeface="Times New Roman"/>
                <a:ea typeface="Times New Roman"/>
                <a:cs typeface="Times New Roman"/>
                <a:sym typeface="Times New Roman"/>
              </a:rPr>
              <a:t>The learning experiences in this unit prepare students for the mastery of</a:t>
            </a:r>
            <a:endParaRPr/>
          </a:p>
          <a:p>
            <a:pPr indent="0" lvl="0" marL="0" rtl="0" algn="l">
              <a:spcBef>
                <a:spcPts val="360"/>
              </a:spcBef>
              <a:spcAft>
                <a:spcPts val="0"/>
              </a:spcAft>
              <a:buNone/>
            </a:pPr>
            <a:r>
              <a:rPr b="1" i="0" lang="en-US" sz="1200">
                <a:solidFill>
                  <a:schemeClr val="dk1"/>
                </a:solidFill>
                <a:latin typeface="Times New Roman"/>
                <a:ea typeface="Times New Roman"/>
                <a:cs typeface="Times New Roman"/>
                <a:sym typeface="Times New Roman"/>
              </a:rPr>
              <a:t>Performance Expectations</a:t>
            </a:r>
            <a:endParaRPr/>
          </a:p>
          <a:p>
            <a:pPr indent="0" lvl="0" marL="0" rtl="0" algn="l">
              <a:spcBef>
                <a:spcPts val="360"/>
              </a:spcBef>
              <a:spcAft>
                <a:spcPts val="0"/>
              </a:spcAft>
              <a:buNone/>
            </a:pPr>
            <a:r>
              <a:rPr b="1" i="0" lang="en-US" sz="1200">
                <a:solidFill>
                  <a:schemeClr val="dk1"/>
                </a:solidFill>
                <a:latin typeface="Times New Roman"/>
                <a:ea typeface="Times New Roman"/>
                <a:cs typeface="Times New Roman"/>
                <a:sym typeface="Times New Roman"/>
              </a:rPr>
              <a:t>LS3-1</a:t>
            </a:r>
            <a:r>
              <a:rPr b="0" i="0" lang="en-US" sz="1200">
                <a:solidFill>
                  <a:schemeClr val="dk1"/>
                </a:solidFill>
                <a:latin typeface="Times New Roman"/>
                <a:ea typeface="Times New Roman"/>
                <a:cs typeface="Times New Roman"/>
                <a:sym typeface="Times New Roman"/>
              </a:rPr>
              <a:t> Ask questions to clarify relationships about the role of DNA and chromosomes in coding the instructions for characteristic traits passed from parents to offspring.</a:t>
            </a:r>
            <a:endParaRPr/>
          </a:p>
          <a:p>
            <a:pPr indent="0" lvl="0" marL="0" rtl="0" algn="l">
              <a:spcBef>
                <a:spcPts val="360"/>
              </a:spcBef>
              <a:spcAft>
                <a:spcPts val="0"/>
              </a:spcAft>
              <a:buNone/>
            </a:pPr>
            <a:r>
              <a:rPr b="1" i="0" lang="en-US" sz="1200">
                <a:solidFill>
                  <a:schemeClr val="dk1"/>
                </a:solidFill>
                <a:latin typeface="Times New Roman"/>
                <a:ea typeface="Times New Roman"/>
                <a:cs typeface="Times New Roman"/>
                <a:sym typeface="Times New Roman"/>
              </a:rPr>
              <a:t>LS3-2</a:t>
            </a:r>
            <a:r>
              <a:rPr b="0" i="0" lang="en-US" sz="1200">
                <a:solidFill>
                  <a:schemeClr val="dk1"/>
                </a:solidFill>
                <a:latin typeface="Times New Roman"/>
                <a:ea typeface="Times New Roman"/>
                <a:cs typeface="Times New Roman"/>
                <a:sym typeface="Times New Roman"/>
              </a:rPr>
              <a:t> Make and defend a claim based on evidence that inheritable genetic variations may result from (1) new genetic combinations through meiosis, (2) viable errors occurring during replication, and/or (3) mutations caused by environmental factors.</a:t>
            </a:r>
            <a:endParaRPr/>
          </a:p>
          <a:p>
            <a:pPr indent="0" lvl="0" marL="0" rtl="0" algn="l">
              <a:spcBef>
                <a:spcPts val="360"/>
              </a:spcBef>
              <a:spcAft>
                <a:spcPts val="0"/>
              </a:spcAft>
              <a:buNone/>
            </a:pPr>
            <a:r>
              <a:rPr b="1" i="0" lang="en-US" sz="1200">
                <a:solidFill>
                  <a:schemeClr val="dk1"/>
                </a:solidFill>
                <a:latin typeface="Times New Roman"/>
                <a:ea typeface="Times New Roman"/>
                <a:cs typeface="Times New Roman"/>
                <a:sym typeface="Times New Roman"/>
              </a:rPr>
              <a:t>LS3-3</a:t>
            </a:r>
            <a:r>
              <a:rPr b="0" i="0" lang="en-US" sz="1200">
                <a:solidFill>
                  <a:schemeClr val="dk1"/>
                </a:solidFill>
                <a:latin typeface="Times New Roman"/>
                <a:ea typeface="Times New Roman"/>
                <a:cs typeface="Times New Roman"/>
                <a:sym typeface="Times New Roman"/>
              </a:rPr>
              <a:t> Apply concepts of statistics and probability to explain the variation and distribution of expressed traits in a population.</a:t>
            </a:r>
            <a:endParaRPr/>
          </a:p>
          <a:p>
            <a:pPr indent="0" lvl="0" marL="0" rtl="0" algn="l">
              <a:spcBef>
                <a:spcPts val="360"/>
              </a:spcBef>
              <a:spcAft>
                <a:spcPts val="0"/>
              </a:spcAft>
              <a:buNone/>
            </a:pPr>
            <a:r>
              <a:rPr b="1" i="0" lang="en-US" sz="1200">
                <a:solidFill>
                  <a:schemeClr val="dk1"/>
                </a:solidFill>
                <a:latin typeface="Times New Roman"/>
                <a:ea typeface="Times New Roman"/>
                <a:cs typeface="Times New Roman"/>
                <a:sym typeface="Times New Roman"/>
              </a:rPr>
              <a:t>ETS1-3 </a:t>
            </a:r>
            <a:r>
              <a:rPr b="0" i="0" lang="en-US" sz="1200">
                <a:solidFill>
                  <a:schemeClr val="dk1"/>
                </a:solidFill>
                <a:latin typeface="Times New Roman"/>
                <a:ea typeface="Times New Roman"/>
                <a:cs typeface="Times New Roman"/>
                <a:sym typeface="Times New Roman"/>
              </a:rPr>
              <a:t>Evaluate a solution to a complex real-world problem based on prioritized criteria and trade-offs that account for a range of constraints, including cost, safety, reliability, and aesthetics, as well as possible social, cultural, and environmental impacts.</a:t>
            </a:r>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38" name="Google Shape;38;p3: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39" name="Google Shape;39;p3: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4: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 name="Google Shape;44;p4: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marR="0" rtl="0" algn="l">
              <a:lnSpc>
                <a:spcPct val="100000"/>
              </a:lnSpc>
              <a:spcBef>
                <a:spcPts val="0"/>
              </a:spcBef>
              <a:spcAft>
                <a:spcPts val="0"/>
              </a:spcAft>
              <a:buClr>
                <a:schemeClr val="dk1"/>
              </a:buClr>
              <a:buSzPts val="1200"/>
              <a:buFont typeface="Times New Roman"/>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45" name="Google Shape;45;p4: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46" name="Google Shape;46;p4: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5: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 name="Google Shape;56;p5: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57" name="Google Shape;57;p5: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58" name="Google Shape;58;p5: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6: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p6: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70" name="Google Shape;70;p6: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71" name="Google Shape;71;p6: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7: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 name="Google Shape;80;p7: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marR="0" rtl="0" algn="l">
              <a:lnSpc>
                <a:spcPct val="100000"/>
              </a:lnSpc>
              <a:spcBef>
                <a:spcPts val="0"/>
              </a:spcBef>
              <a:spcAft>
                <a:spcPts val="0"/>
              </a:spcAft>
              <a:buClr>
                <a:schemeClr val="dk1"/>
              </a:buClr>
              <a:buSzPts val="1200"/>
              <a:buFont typeface="Times New Roman"/>
              <a:buNone/>
            </a:pPr>
            <a:r>
              <a:t/>
            </a:r>
            <a:endParaRPr b="0" i="0" sz="1200">
              <a:solidFill>
                <a:schemeClr val="dk1"/>
              </a:solidFill>
              <a:latin typeface="Times New Roman"/>
              <a:ea typeface="Times New Roman"/>
              <a:cs typeface="Times New Roman"/>
              <a:sym typeface="Times New Roman"/>
            </a:endParaRPr>
          </a:p>
        </p:txBody>
      </p:sp>
      <p:sp>
        <p:nvSpPr>
          <p:cNvPr id="81" name="Google Shape;81;p7: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82" name="Google Shape;82;p7: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8: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8: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marR="0" rtl="0" algn="l">
              <a:lnSpc>
                <a:spcPct val="100000"/>
              </a:lnSpc>
              <a:spcBef>
                <a:spcPts val="0"/>
              </a:spcBef>
              <a:spcAft>
                <a:spcPts val="0"/>
              </a:spcAft>
              <a:buClr>
                <a:schemeClr val="dk1"/>
              </a:buClr>
              <a:buSzPts val="1200"/>
              <a:buFont typeface="Times New Roman"/>
              <a:buNone/>
            </a:pPr>
            <a:r>
              <a:t/>
            </a:r>
            <a:endParaRPr b="0" i="0" sz="1200">
              <a:solidFill>
                <a:schemeClr val="dk1"/>
              </a:solidFill>
              <a:latin typeface="Times New Roman"/>
              <a:ea typeface="Times New Roman"/>
              <a:cs typeface="Times New Roman"/>
              <a:sym typeface="Times New Roman"/>
            </a:endParaRPr>
          </a:p>
          <a:p>
            <a:pPr indent="0" lvl="0" marL="0" marR="0" rtl="0" algn="l">
              <a:lnSpc>
                <a:spcPct val="100000"/>
              </a:lnSpc>
              <a:spcBef>
                <a:spcPts val="360"/>
              </a:spcBef>
              <a:spcAft>
                <a:spcPts val="0"/>
              </a:spcAft>
              <a:buClr>
                <a:schemeClr val="dk1"/>
              </a:buClr>
              <a:buSzPts val="1200"/>
              <a:buFont typeface="Times New Roman"/>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92" name="Google Shape;92;p8: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93" name="Google Shape;93;p8: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9:notes"/>
          <p:cNvSpPr txBox="1"/>
          <p:nvPr>
            <p:ph idx="1" type="body"/>
          </p:nvPr>
        </p:nvSpPr>
        <p:spPr>
          <a:xfrm>
            <a:off x="701025" y="4387125"/>
            <a:ext cx="5608300" cy="41562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9:notes"/>
          <p:cNvSpPr/>
          <p:nvPr>
            <p:ph idx="2" type="sldImg"/>
          </p:nvPr>
        </p:nvSpPr>
        <p:spPr>
          <a:xfrm>
            <a:off x="1168625" y="692700"/>
            <a:ext cx="4673825" cy="34635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2"/>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2A900"/>
              </a:buClr>
              <a:buSzPts val="2800"/>
              <a:buFont typeface="Cambria"/>
              <a:buNone/>
              <a:defRPr>
                <a:solidFill>
                  <a:srgbClr val="F2A900"/>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1" type="body"/>
          </p:nvPr>
        </p:nvSpPr>
        <p:spPr>
          <a:xfrm>
            <a:off x="457200" y="1151692"/>
            <a:ext cx="8229600" cy="4799741"/>
          </a:xfrm>
          <a:prstGeom prst="rect">
            <a:avLst/>
          </a:prstGeom>
          <a:noFill/>
          <a:ln>
            <a:noFill/>
          </a:ln>
        </p:spPr>
        <p:txBody>
          <a:bodyPr anchorCtr="0" anchor="t" bIns="45700" lIns="0" spcFirstLastPara="1" rIns="0" wrap="square" tIns="45700">
            <a:noAutofit/>
          </a:bodyPr>
          <a:lstStyle>
            <a:lvl1pPr indent="-411480" lvl="0" marL="457200" algn="l">
              <a:spcBef>
                <a:spcPts val="0"/>
              </a:spcBef>
              <a:spcAft>
                <a:spcPts val="0"/>
              </a:spcAft>
              <a:buClr>
                <a:schemeClr val="dk1"/>
              </a:buClr>
              <a:buSzPts val="2880"/>
              <a:buChar char="•"/>
              <a:defRPr sz="2400">
                <a:latin typeface="Cambria"/>
                <a:ea typeface="Cambria"/>
                <a:cs typeface="Cambria"/>
                <a:sym typeface="Cambria"/>
              </a:defRPr>
            </a:lvl1pPr>
            <a:lvl2pPr indent="-381000" lvl="1" marL="914400" algn="l">
              <a:spcBef>
                <a:spcPts val="0"/>
              </a:spcBef>
              <a:spcAft>
                <a:spcPts val="0"/>
              </a:spcAft>
              <a:buClr>
                <a:schemeClr val="dk1"/>
              </a:buClr>
              <a:buSzPts val="2400"/>
              <a:buChar char="–"/>
              <a:defRPr sz="2400">
                <a:latin typeface="Cambria"/>
                <a:ea typeface="Cambria"/>
                <a:cs typeface="Cambria"/>
                <a:sym typeface="Cambria"/>
              </a:defRPr>
            </a:lvl2pPr>
            <a:lvl3pPr indent="-381000" lvl="2" marL="1371600" algn="l">
              <a:spcBef>
                <a:spcPts val="0"/>
              </a:spcBef>
              <a:spcAft>
                <a:spcPts val="0"/>
              </a:spcAft>
              <a:buClr>
                <a:schemeClr val="dk1"/>
              </a:buClr>
              <a:buSzPts val="2400"/>
              <a:buChar char="•"/>
              <a:defRPr sz="2400">
                <a:latin typeface="Cambria"/>
                <a:ea typeface="Cambria"/>
                <a:cs typeface="Cambria"/>
                <a:sym typeface="Cambria"/>
              </a:defRPr>
            </a:lvl3pPr>
            <a:lvl4pPr indent="-381000" lvl="3" marL="1828800" algn="l">
              <a:spcBef>
                <a:spcPts val="0"/>
              </a:spcBef>
              <a:spcAft>
                <a:spcPts val="0"/>
              </a:spcAft>
              <a:buClr>
                <a:schemeClr val="dk1"/>
              </a:buClr>
              <a:buSzPts val="2400"/>
              <a:buChar char="-"/>
              <a:defRPr sz="2400">
                <a:latin typeface="Cambria"/>
                <a:ea typeface="Cambria"/>
                <a:cs typeface="Cambria"/>
                <a:sym typeface="Cambria"/>
              </a:defRPr>
            </a:lvl4pPr>
            <a:lvl5pPr indent="-381000" lvl="4" marL="2286000" algn="l">
              <a:spcBef>
                <a:spcPts val="0"/>
              </a:spcBef>
              <a:spcAft>
                <a:spcPts val="0"/>
              </a:spcAft>
              <a:buClr>
                <a:schemeClr val="dk1"/>
              </a:buClr>
              <a:buSzPts val="2400"/>
              <a:buChar char="»"/>
              <a:defRPr sz="2400">
                <a:latin typeface="Cambria"/>
                <a:ea typeface="Cambria"/>
                <a:cs typeface="Cambria"/>
                <a:sym typeface="Cambri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 name="Google Shape;15;p2"/>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16" name="Shape 16"/>
        <p:cNvGrpSpPr/>
        <p:nvPr/>
      </p:nvGrpSpPr>
      <p:grpSpPr>
        <a:xfrm>
          <a:off x="0" y="0"/>
          <a:ext cx="0" cy="0"/>
          <a:chOff x="0" y="0"/>
          <a:chExt cx="0" cy="0"/>
        </a:xfrm>
      </p:grpSpPr>
      <p:grpSp>
        <p:nvGrpSpPr>
          <p:cNvPr id="17" name="Google Shape;17;p3"/>
          <p:cNvGrpSpPr/>
          <p:nvPr/>
        </p:nvGrpSpPr>
        <p:grpSpPr>
          <a:xfrm>
            <a:off x="457200" y="442000"/>
            <a:ext cx="8235757" cy="5504790"/>
            <a:chOff x="457200" y="442000"/>
            <a:chExt cx="8235757" cy="5504790"/>
          </a:xfrm>
        </p:grpSpPr>
        <p:sp>
          <p:nvSpPr>
            <p:cNvPr id="18" name="Google Shape;18;p3"/>
            <p:cNvSpPr/>
            <p:nvPr/>
          </p:nvSpPr>
          <p:spPr>
            <a:xfrm>
              <a:off x="457200" y="1603390"/>
              <a:ext cx="7251192" cy="43434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pic>
          <p:nvPicPr>
            <p:cNvPr descr="HMH_vertical logo.png" id="19" name="Google Shape;19;p3"/>
            <p:cNvPicPr preferRelativeResize="0"/>
            <p:nvPr/>
          </p:nvPicPr>
          <p:blipFill rotWithShape="1">
            <a:blip r:embed="rId2">
              <a:alphaModFix/>
            </a:blip>
            <a:srcRect b="0" l="0" r="0" t="0"/>
            <a:stretch/>
          </p:blipFill>
          <p:spPr>
            <a:xfrm>
              <a:off x="7042912" y="442000"/>
              <a:ext cx="1650045" cy="1039328"/>
            </a:xfrm>
            <a:prstGeom prst="rect">
              <a:avLst/>
            </a:prstGeom>
            <a:noFill/>
            <a:ln>
              <a:noFill/>
            </a:ln>
          </p:spPr>
        </p:pic>
      </p:grpSp>
      <p:sp>
        <p:nvSpPr>
          <p:cNvPr id="20" name="Google Shape;20;p3"/>
          <p:cNvSpPr txBox="1"/>
          <p:nvPr>
            <p:ph type="ctrTitle"/>
          </p:nvPr>
        </p:nvSpPr>
        <p:spPr>
          <a:xfrm>
            <a:off x="706001" y="1662793"/>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4000"/>
              <a:buFont typeface="Cambria"/>
              <a:buNone/>
              <a:defRPr b="1" sz="4000">
                <a:solidFill>
                  <a:srgbClr val="FFFFFF"/>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1" name="Shape 21"/>
        <p:cNvGrpSpPr/>
        <p:nvPr/>
      </p:nvGrpSpPr>
      <p:grpSpPr>
        <a:xfrm>
          <a:off x="0" y="0"/>
          <a:ext cx="0" cy="0"/>
          <a:chOff x="0" y="0"/>
          <a:chExt cx="0" cy="0"/>
        </a:xfrm>
      </p:grpSpPr>
      <p:sp>
        <p:nvSpPr>
          <p:cNvPr id="22" name="Google Shape;22;p4"/>
          <p:cNvSpPr txBox="1"/>
          <p:nvPr>
            <p:ph idx="1" type="body"/>
          </p:nvPr>
        </p:nvSpPr>
        <p:spPr>
          <a:xfrm>
            <a:off x="457200" y="1146175"/>
            <a:ext cx="3994150" cy="4525963"/>
          </a:xfrm>
          <a:prstGeom prst="rect">
            <a:avLst/>
          </a:prstGeom>
          <a:noFill/>
          <a:ln>
            <a:noFill/>
          </a:ln>
        </p:spPr>
        <p:txBody>
          <a:bodyPr anchorCtr="0" anchor="t" bIns="45700" lIns="0" spcFirstLastPara="1" rIns="0" wrap="square" tIns="45700">
            <a:noAutofit/>
          </a:bodyPr>
          <a:lstStyle>
            <a:lvl1pPr indent="-411480" lvl="0" marL="457200" algn="l">
              <a:spcBef>
                <a:spcPts val="0"/>
              </a:spcBef>
              <a:spcAft>
                <a:spcPts val="0"/>
              </a:spcAft>
              <a:buClr>
                <a:schemeClr val="dk1"/>
              </a:buClr>
              <a:buSzPts val="2880"/>
              <a:buChar char="•"/>
              <a:defRPr sz="2400">
                <a:latin typeface="Cambria"/>
                <a:ea typeface="Cambria"/>
                <a:cs typeface="Cambria"/>
                <a:sym typeface="Cambria"/>
              </a:defRPr>
            </a:lvl1pPr>
            <a:lvl2pPr indent="-381000" lvl="1" marL="914400" algn="l">
              <a:spcBef>
                <a:spcPts val="0"/>
              </a:spcBef>
              <a:spcAft>
                <a:spcPts val="0"/>
              </a:spcAft>
              <a:buClr>
                <a:schemeClr val="dk1"/>
              </a:buClr>
              <a:buSzPts val="2400"/>
              <a:buChar char="–"/>
              <a:defRPr sz="2400">
                <a:latin typeface="Cambria"/>
                <a:ea typeface="Cambria"/>
                <a:cs typeface="Cambria"/>
                <a:sym typeface="Cambria"/>
              </a:defRPr>
            </a:lvl2pPr>
            <a:lvl3pPr indent="-381000" lvl="2" marL="1371600" algn="l">
              <a:spcBef>
                <a:spcPts val="0"/>
              </a:spcBef>
              <a:spcAft>
                <a:spcPts val="0"/>
              </a:spcAft>
              <a:buClr>
                <a:schemeClr val="dk1"/>
              </a:buClr>
              <a:buSzPts val="2400"/>
              <a:buChar char="•"/>
              <a:defRPr sz="2400">
                <a:latin typeface="Cambria"/>
                <a:ea typeface="Cambria"/>
                <a:cs typeface="Cambria"/>
                <a:sym typeface="Cambria"/>
              </a:defRPr>
            </a:lvl3pPr>
            <a:lvl4pPr indent="-381000" lvl="3" marL="1828800" algn="l">
              <a:spcBef>
                <a:spcPts val="0"/>
              </a:spcBef>
              <a:spcAft>
                <a:spcPts val="0"/>
              </a:spcAft>
              <a:buClr>
                <a:schemeClr val="dk1"/>
              </a:buClr>
              <a:buSzPts val="2400"/>
              <a:buChar char="-"/>
              <a:defRPr sz="2400">
                <a:latin typeface="Cambria"/>
                <a:ea typeface="Cambria"/>
                <a:cs typeface="Cambria"/>
                <a:sym typeface="Cambria"/>
              </a:defRPr>
            </a:lvl4pPr>
            <a:lvl5pPr indent="-381000" lvl="4" marL="2286000" algn="l">
              <a:spcBef>
                <a:spcPts val="0"/>
              </a:spcBef>
              <a:spcAft>
                <a:spcPts val="0"/>
              </a:spcAft>
              <a:buClr>
                <a:schemeClr val="dk1"/>
              </a:buClr>
              <a:buSzPts val="2400"/>
              <a:buChar char="»"/>
              <a:defRPr sz="2400">
                <a:latin typeface="Cambria"/>
                <a:ea typeface="Cambria"/>
                <a:cs typeface="Cambria"/>
                <a:sym typeface="Cambria"/>
              </a:defRPr>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3" name="Google Shape;23;p4"/>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
        <p:nvSpPr>
          <p:cNvPr id="24" name="Google Shape;24;p4"/>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2"/>
              </a:buClr>
              <a:buSzPts val="2800"/>
              <a:buFont typeface="Cambria"/>
              <a:buNone/>
              <a:defRPr b="1" sz="2800">
                <a:solidFill>
                  <a:schemeClr val="dk2"/>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25" name="Shape 25"/>
        <p:cNvGrpSpPr/>
        <p:nvPr/>
      </p:nvGrpSpPr>
      <p:grpSpPr>
        <a:xfrm>
          <a:off x="0" y="0"/>
          <a:ext cx="0" cy="0"/>
          <a:chOff x="0" y="0"/>
          <a:chExt cx="0" cy="0"/>
        </a:xfrm>
      </p:grpSpPr>
      <p:sp>
        <p:nvSpPr>
          <p:cNvPr id="26" name="Google Shape;26;p5"/>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2"/>
              </a:buClr>
              <a:buSzPts val="2800"/>
              <a:buFont typeface="Cambria"/>
              <a:buNone/>
              <a:defRPr b="1" sz="2800">
                <a:solidFill>
                  <a:schemeClr val="dk2"/>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
          <p:cNvSpPr txBox="1"/>
          <p:nvPr>
            <p:ph idx="1" type="body"/>
          </p:nvPr>
        </p:nvSpPr>
        <p:spPr>
          <a:xfrm>
            <a:off x="457200" y="1146175"/>
            <a:ext cx="3994150" cy="639762"/>
          </a:xfrm>
          <a:prstGeom prst="rect">
            <a:avLst/>
          </a:prstGeom>
          <a:noFill/>
          <a:ln>
            <a:noFill/>
          </a:ln>
        </p:spPr>
        <p:txBody>
          <a:bodyPr anchorCtr="0" anchor="b" bIns="45700" lIns="0" spcFirstLastPara="1" rIns="0" wrap="square" tIns="45700">
            <a:noAutofit/>
          </a:bodyPr>
          <a:lstStyle>
            <a:lvl1pPr indent="-228600" lvl="0" marL="457200" algn="l">
              <a:spcBef>
                <a:spcPts val="0"/>
              </a:spcBef>
              <a:spcAft>
                <a:spcPts val="0"/>
              </a:spcAft>
              <a:buClr>
                <a:schemeClr val="dk1"/>
              </a:buClr>
              <a:buSzPts val="2160"/>
              <a:buNone/>
              <a:defRPr b="1" sz="1800">
                <a:latin typeface="Cambria"/>
                <a:ea typeface="Cambria"/>
                <a:cs typeface="Cambria"/>
                <a:sym typeface="Cambria"/>
              </a:defRPr>
            </a:lvl1pPr>
            <a:lvl2pPr indent="-228600" lvl="1" marL="914400" algn="l">
              <a:spcBef>
                <a:spcPts val="0"/>
              </a:spcBef>
              <a:spcAft>
                <a:spcPts val="0"/>
              </a:spcAft>
              <a:buClr>
                <a:schemeClr val="dk1"/>
              </a:buClr>
              <a:buSzPts val="2000"/>
              <a:buNone/>
              <a:defRPr b="1" sz="2000"/>
            </a:lvl2pPr>
            <a:lvl3pPr indent="-228600" lvl="2" marL="1371600" algn="l">
              <a:spcBef>
                <a:spcPts val="0"/>
              </a:spcBef>
              <a:spcAft>
                <a:spcPts val="0"/>
              </a:spcAft>
              <a:buClr>
                <a:schemeClr val="dk1"/>
              </a:buClr>
              <a:buSzPts val="1800"/>
              <a:buNone/>
              <a:defRPr b="1" sz="1800"/>
            </a:lvl3pPr>
            <a:lvl4pPr indent="-228600" lvl="3" marL="1828800" algn="l">
              <a:spcBef>
                <a:spcPts val="0"/>
              </a:spcBef>
              <a:spcAft>
                <a:spcPts val="0"/>
              </a:spcAft>
              <a:buClr>
                <a:schemeClr val="dk1"/>
              </a:buClr>
              <a:buSzPts val="1600"/>
              <a:buNone/>
              <a:defRPr b="1" sz="1600"/>
            </a:lvl4pPr>
            <a:lvl5pPr indent="-228600" lvl="4" marL="2286000" algn="l">
              <a:spcBef>
                <a:spcPts val="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8" name="Google Shape;28;p5"/>
          <p:cNvSpPr txBox="1"/>
          <p:nvPr>
            <p:ph idx="2" type="body"/>
          </p:nvPr>
        </p:nvSpPr>
        <p:spPr>
          <a:xfrm>
            <a:off x="457200" y="1785937"/>
            <a:ext cx="3994150" cy="3951288"/>
          </a:xfrm>
          <a:prstGeom prst="rect">
            <a:avLst/>
          </a:prstGeom>
          <a:noFill/>
          <a:ln>
            <a:noFill/>
          </a:ln>
        </p:spPr>
        <p:txBody>
          <a:bodyPr anchorCtr="0" anchor="t" bIns="45700" lIns="0" spcFirstLastPara="1" rIns="0" wrap="square" tIns="45700">
            <a:noAutofit/>
          </a:bodyPr>
          <a:lstStyle>
            <a:lvl1pPr indent="-365760" lvl="0" marL="457200" algn="l">
              <a:spcBef>
                <a:spcPts val="0"/>
              </a:spcBef>
              <a:spcAft>
                <a:spcPts val="0"/>
              </a:spcAft>
              <a:buClr>
                <a:schemeClr val="dk1"/>
              </a:buClr>
              <a:buSzPts val="2160"/>
              <a:buChar char="•"/>
              <a:defRPr sz="1800">
                <a:latin typeface="Cambria"/>
                <a:ea typeface="Cambria"/>
                <a:cs typeface="Cambria"/>
                <a:sym typeface="Cambria"/>
              </a:defRPr>
            </a:lvl1pPr>
            <a:lvl2pPr indent="-342900" lvl="1" marL="914400" algn="l">
              <a:spcBef>
                <a:spcPts val="0"/>
              </a:spcBef>
              <a:spcAft>
                <a:spcPts val="0"/>
              </a:spcAft>
              <a:buClr>
                <a:schemeClr val="dk1"/>
              </a:buClr>
              <a:buSzPts val="1800"/>
              <a:buChar char="–"/>
              <a:defRPr sz="1800">
                <a:latin typeface="Cambria"/>
                <a:ea typeface="Cambria"/>
                <a:cs typeface="Cambria"/>
                <a:sym typeface="Cambria"/>
              </a:defRPr>
            </a:lvl2pPr>
            <a:lvl3pPr indent="-342900" lvl="2" marL="1371600" algn="l">
              <a:spcBef>
                <a:spcPts val="0"/>
              </a:spcBef>
              <a:spcAft>
                <a:spcPts val="0"/>
              </a:spcAft>
              <a:buClr>
                <a:schemeClr val="dk1"/>
              </a:buClr>
              <a:buSzPts val="1800"/>
              <a:buChar char="•"/>
              <a:defRPr sz="1800">
                <a:latin typeface="Cambria"/>
                <a:ea typeface="Cambria"/>
                <a:cs typeface="Cambria"/>
                <a:sym typeface="Cambria"/>
              </a:defRPr>
            </a:lvl3pPr>
            <a:lvl4pPr indent="-342900" lvl="3" marL="1828800" algn="l">
              <a:spcBef>
                <a:spcPts val="0"/>
              </a:spcBef>
              <a:spcAft>
                <a:spcPts val="0"/>
              </a:spcAft>
              <a:buClr>
                <a:schemeClr val="dk1"/>
              </a:buClr>
              <a:buSzPts val="1800"/>
              <a:buChar char="-"/>
              <a:defRPr sz="1800">
                <a:latin typeface="Cambria"/>
                <a:ea typeface="Cambria"/>
                <a:cs typeface="Cambria"/>
                <a:sym typeface="Cambria"/>
              </a:defRPr>
            </a:lvl4pPr>
            <a:lvl5pPr indent="-342900" lvl="4" marL="2286000" algn="l">
              <a:spcBef>
                <a:spcPts val="0"/>
              </a:spcBef>
              <a:spcAft>
                <a:spcPts val="0"/>
              </a:spcAft>
              <a:buClr>
                <a:schemeClr val="dk1"/>
              </a:buClr>
              <a:buSzPts val="1800"/>
              <a:buChar char="»"/>
              <a:defRPr sz="1800">
                <a:latin typeface="Cambria"/>
                <a:ea typeface="Cambria"/>
                <a:cs typeface="Cambria"/>
                <a:sym typeface="Cambria"/>
              </a:defRPr>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9" name="Google Shape;29;p5"/>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2"/>
              </a:buClr>
              <a:buSzPts val="2800"/>
              <a:buFont typeface="Cambria"/>
              <a:buNone/>
              <a:defRPr>
                <a:solidFill>
                  <a:schemeClr val="dk2"/>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6"/>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 name="Shape 33"/>
        <p:cNvGrpSpPr/>
        <p:nvPr/>
      </p:nvGrpSpPr>
      <p:grpSpPr>
        <a:xfrm>
          <a:off x="0" y="0"/>
          <a:ext cx="0" cy="0"/>
          <a:chOff x="0" y="0"/>
          <a:chExt cx="0" cy="0"/>
        </a:xfrm>
      </p:grpSpPr>
      <p:sp>
        <p:nvSpPr>
          <p:cNvPr id="34" name="Google Shape;34;p7"/>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marR="0" rtl="0" algn="l">
              <a:spcBef>
                <a:spcPts val="0"/>
              </a:spcBef>
              <a:spcAft>
                <a:spcPts val="0"/>
              </a:spcAft>
              <a:buClr>
                <a:schemeClr val="dk2"/>
              </a:buClr>
              <a:buSzPts val="2800"/>
              <a:buFont typeface="Cambria"/>
              <a:buNone/>
              <a:defRPr b="1" i="0" sz="2800" u="none" cap="none" strike="noStrike">
                <a:solidFill>
                  <a:schemeClr val="dk2"/>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151692"/>
            <a:ext cx="8229600" cy="4799741"/>
          </a:xfrm>
          <a:prstGeom prst="rect">
            <a:avLst/>
          </a:prstGeom>
          <a:noFill/>
          <a:ln>
            <a:noFill/>
          </a:ln>
        </p:spPr>
        <p:txBody>
          <a:bodyPr anchorCtr="0" anchor="t" bIns="45700" lIns="0" spcFirstLastPara="1" rIns="0" wrap="square" tIns="45700">
            <a:noAutofit/>
          </a:bodyPr>
          <a:lstStyle>
            <a:lvl1pPr indent="-411480" lvl="0" marL="457200" marR="0" rtl="0" algn="l">
              <a:spcBef>
                <a:spcPts val="0"/>
              </a:spcBef>
              <a:spcAft>
                <a:spcPts val="0"/>
              </a:spcAft>
              <a:buClr>
                <a:schemeClr val="dk1"/>
              </a:buClr>
              <a:buSzPts val="2880"/>
              <a:buFont typeface="Arial"/>
              <a:buChar char="•"/>
              <a:defRPr b="0" i="0" sz="2400" u="none" cap="none" strike="noStrike">
                <a:solidFill>
                  <a:schemeClr val="dk1"/>
                </a:solidFill>
                <a:latin typeface="Cambria"/>
                <a:ea typeface="Cambria"/>
                <a:cs typeface="Cambria"/>
                <a:sym typeface="Cambria"/>
              </a:defRPr>
            </a:lvl1pPr>
            <a:lvl2pPr indent="-381000" lvl="1" marL="914400" marR="0" rtl="0" algn="l">
              <a:spcBef>
                <a:spcPts val="0"/>
              </a:spcBef>
              <a:spcAft>
                <a:spcPts val="0"/>
              </a:spcAft>
              <a:buClr>
                <a:schemeClr val="dk1"/>
              </a:buClr>
              <a:buSzPts val="2400"/>
              <a:buFont typeface="Arial"/>
              <a:buChar char="–"/>
              <a:defRPr b="0" i="0" sz="2400" u="none" cap="none" strike="noStrike">
                <a:solidFill>
                  <a:schemeClr val="dk1"/>
                </a:solidFill>
                <a:latin typeface="Cambria"/>
                <a:ea typeface="Cambria"/>
                <a:cs typeface="Cambria"/>
                <a:sym typeface="Cambria"/>
              </a:defRPr>
            </a:lvl2pPr>
            <a:lvl3pPr indent="-381000" lvl="2" marL="1371600" marR="0" rtl="0" algn="l">
              <a:spcBef>
                <a:spcPts val="0"/>
              </a:spcBef>
              <a:spcAft>
                <a:spcPts val="0"/>
              </a:spcAft>
              <a:buClr>
                <a:schemeClr val="dk1"/>
              </a:buClr>
              <a:buSzPts val="2400"/>
              <a:buFont typeface="Arial"/>
              <a:buChar char="•"/>
              <a:defRPr b="0" i="0" sz="2400" u="none" cap="none" strike="noStrike">
                <a:solidFill>
                  <a:schemeClr val="dk1"/>
                </a:solidFill>
                <a:latin typeface="Cambria"/>
                <a:ea typeface="Cambria"/>
                <a:cs typeface="Cambria"/>
                <a:sym typeface="Cambria"/>
              </a:defRPr>
            </a:lvl3pPr>
            <a:lvl4pPr indent="-381000" lvl="3" marL="1828800" marR="0" rtl="0" algn="l">
              <a:spcBef>
                <a:spcPts val="0"/>
              </a:spcBef>
              <a:spcAft>
                <a:spcPts val="0"/>
              </a:spcAft>
              <a:buClr>
                <a:schemeClr val="dk1"/>
              </a:buClr>
              <a:buSzPts val="2400"/>
              <a:buFont typeface="Merriweather Sans"/>
              <a:buChar char="-"/>
              <a:defRPr b="0" i="0" sz="2400" u="none" cap="none" strike="noStrike">
                <a:solidFill>
                  <a:schemeClr val="dk1"/>
                </a:solidFill>
                <a:latin typeface="Cambria"/>
                <a:ea typeface="Cambria"/>
                <a:cs typeface="Cambria"/>
                <a:sym typeface="Cambria"/>
              </a:defRPr>
            </a:lvl4pPr>
            <a:lvl5pPr indent="-381000" lvl="4" marL="2286000" marR="0" rtl="0" algn="l">
              <a:spcBef>
                <a:spcPts val="0"/>
              </a:spcBef>
              <a:spcAft>
                <a:spcPts val="0"/>
              </a:spcAft>
              <a:buClr>
                <a:schemeClr val="dk1"/>
              </a:buClr>
              <a:buSzPts val="2400"/>
              <a:buFont typeface="Merriweather Sans"/>
              <a:buChar char="»"/>
              <a:defRPr b="0" i="0" sz="2400" u="none" cap="none" strike="noStrike">
                <a:solidFill>
                  <a:schemeClr val="dk1"/>
                </a:solidFill>
                <a:latin typeface="Cambria"/>
                <a:ea typeface="Cambria"/>
                <a:cs typeface="Cambria"/>
                <a:sym typeface="Cambria"/>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mbria"/>
                <a:ea typeface="Cambria"/>
                <a:cs typeface="Cambria"/>
                <a:sym typeface="Cambria"/>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mbria"/>
                <a:ea typeface="Cambria"/>
                <a:cs typeface="Cambria"/>
                <a:sym typeface="Cambria"/>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mbria"/>
                <a:ea typeface="Cambria"/>
                <a:cs typeface="Cambria"/>
                <a:sym typeface="Cambria"/>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mbria"/>
                <a:ea typeface="Cambria"/>
                <a:cs typeface="Cambria"/>
                <a:sym typeface="Cambria"/>
              </a:defRPr>
            </a:lvl9pPr>
          </a:lstStyle>
          <a:p/>
        </p:txBody>
      </p:sp>
      <p:sp>
        <p:nvSpPr>
          <p:cNvPr id="8" name="Google Shape;8;p1"/>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marR="0" rtl="0" algn="l">
              <a:spcBef>
                <a:spcPts val="0"/>
              </a:spcBef>
              <a:spcAft>
                <a:spcPts val="0"/>
              </a:spcAft>
              <a:buNone/>
              <a:defRPr b="0" i="0" sz="1200" u="none" cap="none" strike="noStrike">
                <a:solidFill>
                  <a:srgbClr val="54585A"/>
                </a:solidFill>
                <a:latin typeface="Arial"/>
                <a:ea typeface="Arial"/>
                <a:cs typeface="Arial"/>
                <a:sym typeface="Arial"/>
              </a:defRPr>
            </a:lvl1pPr>
            <a:lvl2pPr indent="0" lvl="1" marL="0" marR="0" rtl="0" algn="l">
              <a:spcBef>
                <a:spcPts val="0"/>
              </a:spcBef>
              <a:spcAft>
                <a:spcPts val="0"/>
              </a:spcAft>
              <a:buNone/>
              <a:defRPr b="0" i="0" sz="1200" u="none" cap="none" strike="noStrike">
                <a:solidFill>
                  <a:srgbClr val="54585A"/>
                </a:solidFill>
                <a:latin typeface="Arial"/>
                <a:ea typeface="Arial"/>
                <a:cs typeface="Arial"/>
                <a:sym typeface="Arial"/>
              </a:defRPr>
            </a:lvl2pPr>
            <a:lvl3pPr indent="0" lvl="2" marL="0" marR="0" rtl="0" algn="l">
              <a:spcBef>
                <a:spcPts val="0"/>
              </a:spcBef>
              <a:spcAft>
                <a:spcPts val="0"/>
              </a:spcAft>
              <a:buNone/>
              <a:defRPr b="0" i="0" sz="1200" u="none" cap="none" strike="noStrike">
                <a:solidFill>
                  <a:srgbClr val="54585A"/>
                </a:solidFill>
                <a:latin typeface="Arial"/>
                <a:ea typeface="Arial"/>
                <a:cs typeface="Arial"/>
                <a:sym typeface="Arial"/>
              </a:defRPr>
            </a:lvl3pPr>
            <a:lvl4pPr indent="0" lvl="3" marL="0" marR="0" rtl="0" algn="l">
              <a:spcBef>
                <a:spcPts val="0"/>
              </a:spcBef>
              <a:spcAft>
                <a:spcPts val="0"/>
              </a:spcAft>
              <a:buNone/>
              <a:defRPr b="0" i="0" sz="1200" u="none" cap="none" strike="noStrike">
                <a:solidFill>
                  <a:srgbClr val="54585A"/>
                </a:solidFill>
                <a:latin typeface="Arial"/>
                <a:ea typeface="Arial"/>
                <a:cs typeface="Arial"/>
                <a:sym typeface="Arial"/>
              </a:defRPr>
            </a:lvl4pPr>
            <a:lvl5pPr indent="0" lvl="4" marL="0" marR="0" rtl="0" algn="l">
              <a:spcBef>
                <a:spcPts val="0"/>
              </a:spcBef>
              <a:spcAft>
                <a:spcPts val="0"/>
              </a:spcAft>
              <a:buNone/>
              <a:defRPr b="0" i="0" sz="1200" u="none" cap="none" strike="noStrike">
                <a:solidFill>
                  <a:srgbClr val="54585A"/>
                </a:solidFill>
                <a:latin typeface="Arial"/>
                <a:ea typeface="Arial"/>
                <a:cs typeface="Arial"/>
                <a:sym typeface="Arial"/>
              </a:defRPr>
            </a:lvl5pPr>
            <a:lvl6pPr indent="0" lvl="5" marL="0" marR="0" rtl="0" algn="l">
              <a:spcBef>
                <a:spcPts val="0"/>
              </a:spcBef>
              <a:spcAft>
                <a:spcPts val="0"/>
              </a:spcAft>
              <a:buNone/>
              <a:defRPr b="0" i="0" sz="1200" u="none" cap="none" strike="noStrike">
                <a:solidFill>
                  <a:srgbClr val="54585A"/>
                </a:solidFill>
                <a:latin typeface="Arial"/>
                <a:ea typeface="Arial"/>
                <a:cs typeface="Arial"/>
                <a:sym typeface="Arial"/>
              </a:defRPr>
            </a:lvl6pPr>
            <a:lvl7pPr indent="0" lvl="6" marL="0" marR="0" rtl="0" algn="l">
              <a:spcBef>
                <a:spcPts val="0"/>
              </a:spcBef>
              <a:spcAft>
                <a:spcPts val="0"/>
              </a:spcAft>
              <a:buNone/>
              <a:defRPr b="0" i="0" sz="1200" u="none" cap="none" strike="noStrike">
                <a:solidFill>
                  <a:srgbClr val="54585A"/>
                </a:solidFill>
                <a:latin typeface="Arial"/>
                <a:ea typeface="Arial"/>
                <a:cs typeface="Arial"/>
                <a:sym typeface="Arial"/>
              </a:defRPr>
            </a:lvl7pPr>
            <a:lvl8pPr indent="0" lvl="7" marL="0" marR="0" rtl="0" algn="l">
              <a:spcBef>
                <a:spcPts val="0"/>
              </a:spcBef>
              <a:spcAft>
                <a:spcPts val="0"/>
              </a:spcAft>
              <a:buNone/>
              <a:defRPr b="0" i="0" sz="1200" u="none" cap="none" strike="noStrike">
                <a:solidFill>
                  <a:srgbClr val="54585A"/>
                </a:solidFill>
                <a:latin typeface="Arial"/>
                <a:ea typeface="Arial"/>
                <a:cs typeface="Arial"/>
                <a:sym typeface="Arial"/>
              </a:defRPr>
            </a:lvl8pPr>
            <a:lvl9pPr indent="0" lvl="8" marL="0" marR="0" rtl="0" algn="l">
              <a:spcBef>
                <a:spcPts val="0"/>
              </a:spcBef>
              <a:spcAft>
                <a:spcPts val="0"/>
              </a:spcAft>
              <a:buNone/>
              <a:defRPr b="0" i="0" sz="1200" u="none" cap="none" strike="noStrike">
                <a:solidFill>
                  <a:srgbClr val="54585A"/>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pic>
        <p:nvPicPr>
          <p:cNvPr descr="HMH_horizontal logo.png" id="9" name="Google Shape;9;p1"/>
          <p:cNvPicPr preferRelativeResize="0"/>
          <p:nvPr/>
        </p:nvPicPr>
        <p:blipFill rotWithShape="1">
          <a:blip r:embed="rId1">
            <a:alphaModFix/>
          </a:blip>
          <a:srcRect b="0" l="0" r="0" t="0"/>
          <a:stretch/>
        </p:blipFill>
        <p:spPr>
          <a:xfrm>
            <a:off x="6824799" y="6399660"/>
            <a:ext cx="1912424" cy="348185"/>
          </a:xfrm>
          <a:prstGeom prst="rect">
            <a:avLst/>
          </a:prstGeom>
          <a:noFill/>
          <a:ln>
            <a:noFill/>
          </a:ln>
        </p:spPr>
      </p:pic>
      <p:sp>
        <p:nvSpPr>
          <p:cNvPr id="10" name="Google Shape;10;p1"/>
          <p:cNvSpPr/>
          <p:nvPr/>
        </p:nvSpPr>
        <p:spPr>
          <a:xfrm>
            <a:off x="0" y="0"/>
            <a:ext cx="6775704" cy="173736"/>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Times New Roman"/>
              <a:ea typeface="Times New Roman"/>
              <a:cs typeface="Times New Roman"/>
              <a:sym typeface="Times New Roman"/>
            </a:endParaRPr>
          </a:p>
        </p:txBody>
      </p:sp>
      <p:sp>
        <p:nvSpPr>
          <p:cNvPr id="11" name="Google Shape;11;p1"/>
          <p:cNvSpPr/>
          <p:nvPr/>
        </p:nvSpPr>
        <p:spPr>
          <a:xfrm>
            <a:off x="6821424" y="0"/>
            <a:ext cx="2340864" cy="174171"/>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sp>
        <p:nvSpPr>
          <p:cNvPr id="41" name="Google Shape;41;p8"/>
          <p:cNvSpPr txBox="1"/>
          <p:nvPr>
            <p:ph idx="4294967295" type="subTitle"/>
          </p:nvPr>
        </p:nvSpPr>
        <p:spPr>
          <a:xfrm>
            <a:off x="696995" y="1840108"/>
            <a:ext cx="6928755" cy="175260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F2F2"/>
              </a:buClr>
              <a:buSzPts val="3840"/>
              <a:buFont typeface="Arial"/>
              <a:buNone/>
            </a:pPr>
            <a:r>
              <a:rPr b="1" i="1" lang="en-US" sz="3200" u="none" cap="none" strike="noStrike">
                <a:solidFill>
                  <a:srgbClr val="F2F2F2"/>
                </a:solidFill>
                <a:latin typeface="Cambria"/>
                <a:ea typeface="Cambria"/>
                <a:cs typeface="Cambria"/>
                <a:sym typeface="Cambria"/>
              </a:rPr>
              <a:t>HMH Science Dimensions</a:t>
            </a:r>
            <a:endParaRPr/>
          </a:p>
          <a:p>
            <a:pPr indent="0" lvl="0" marL="0" marR="0" rtl="0" algn="l">
              <a:spcBef>
                <a:spcPts val="0"/>
              </a:spcBef>
              <a:spcAft>
                <a:spcPts val="0"/>
              </a:spcAft>
              <a:buClr>
                <a:srgbClr val="F2F2F2"/>
              </a:buClr>
              <a:buSzPts val="3840"/>
              <a:buFont typeface="Arial"/>
              <a:buNone/>
            </a:pPr>
            <a:r>
              <a:rPr b="1" i="0" lang="en-US" sz="3200" u="none" cap="none" strike="noStrike">
                <a:solidFill>
                  <a:srgbClr val="F2F2F2"/>
                </a:solidFill>
                <a:latin typeface="Cambria"/>
                <a:ea typeface="Cambria"/>
                <a:cs typeface="Cambria"/>
                <a:sym typeface="Cambria"/>
              </a:rPr>
              <a:t>Biology</a:t>
            </a:r>
            <a:endParaRPr/>
          </a:p>
          <a:p>
            <a:pPr indent="0" lvl="0" marL="0" marR="0" rtl="0" algn="l">
              <a:spcBef>
                <a:spcPts val="0"/>
              </a:spcBef>
              <a:spcAft>
                <a:spcPts val="0"/>
              </a:spcAft>
              <a:buClr>
                <a:srgbClr val="F2F2F2"/>
              </a:buClr>
              <a:buSzPts val="3840"/>
              <a:buFont typeface="Arial"/>
              <a:buNone/>
            </a:pPr>
            <a:r>
              <a:rPr b="1" i="0" lang="en-US" sz="3200" u="none" cap="none" strike="noStrike">
                <a:solidFill>
                  <a:srgbClr val="F2F2F2"/>
                </a:solidFill>
                <a:latin typeface="Cambria"/>
                <a:ea typeface="Cambria"/>
                <a:cs typeface="Cambria"/>
                <a:sym typeface="Cambria"/>
              </a:rPr>
              <a:t>Unit 7: Genetics and Heredity</a:t>
            </a:r>
            <a:endParaRPr/>
          </a:p>
          <a:p>
            <a:pPr indent="0" lvl="0" marL="230188" marR="0" rtl="0" algn="l">
              <a:spcBef>
                <a:spcPts val="0"/>
              </a:spcBef>
              <a:spcAft>
                <a:spcPts val="0"/>
              </a:spcAft>
              <a:buClr>
                <a:schemeClr val="dk1"/>
              </a:buClr>
              <a:buSzPts val="3840"/>
              <a:buFont typeface="Arial"/>
              <a:buNone/>
            </a:pPr>
            <a:r>
              <a:t/>
            </a:r>
            <a:endParaRPr b="0" i="0" sz="3200" u="none" cap="none" strike="noStrike">
              <a:solidFill>
                <a:schemeClr val="dk1"/>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sp>
        <p:nvSpPr>
          <p:cNvPr id="48" name="Google Shape;48;p9"/>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Genetics and Heredity</a:t>
            </a:r>
            <a:endParaRPr/>
          </a:p>
        </p:txBody>
      </p:sp>
      <p:sp>
        <p:nvSpPr>
          <p:cNvPr id="49" name="Google Shape;49;p9"/>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50" name="Google Shape;50;p9"/>
          <p:cNvSpPr txBox="1"/>
          <p:nvPr/>
        </p:nvSpPr>
        <p:spPr>
          <a:xfrm>
            <a:off x="309197" y="5997285"/>
            <a:ext cx="8229600" cy="628040"/>
          </a:xfrm>
          <a:prstGeom prst="rect">
            <a:avLst/>
          </a:prstGeom>
          <a:noFill/>
          <a:ln>
            <a:noFill/>
          </a:ln>
        </p:spPr>
        <p:txBody>
          <a:bodyPr anchorCtr="0" anchor="t" bIns="45700" lIns="0" spcFirstLastPara="1" rIns="0" wrap="square" tIns="45700">
            <a:noAutofit/>
          </a:bodyPr>
          <a:lstStyle/>
          <a:p>
            <a:pPr indent="0" lvl="0" marL="0" marR="0" rtl="0" algn="ctr">
              <a:spcBef>
                <a:spcPts val="0"/>
              </a:spcBef>
              <a:spcAft>
                <a:spcPts val="0"/>
              </a:spcAft>
              <a:buClr>
                <a:schemeClr val="dk1"/>
              </a:buClr>
              <a:buSzPts val="2400"/>
              <a:buFont typeface="Cambria"/>
              <a:buNone/>
            </a:pPr>
            <a:r>
              <a:rPr b="0" lang="en-US" sz="2400">
                <a:solidFill>
                  <a:schemeClr val="dk1"/>
                </a:solidFill>
                <a:latin typeface="Cambria"/>
                <a:ea typeface="Cambria"/>
                <a:cs typeface="Cambria"/>
                <a:sym typeface="Cambria"/>
              </a:rPr>
              <a:t>Proteins like Cas9 can be used to edit DNA.</a:t>
            </a:r>
            <a:endParaRPr b="0" sz="2400">
              <a:solidFill>
                <a:schemeClr val="dk1"/>
              </a:solidFill>
              <a:latin typeface="Cambria"/>
              <a:ea typeface="Cambria"/>
              <a:cs typeface="Cambria"/>
              <a:sym typeface="Cambria"/>
            </a:endParaRPr>
          </a:p>
        </p:txBody>
      </p:sp>
      <p:pic>
        <p:nvPicPr>
          <p:cNvPr id="51" name="Google Shape;51;p9"/>
          <p:cNvPicPr preferRelativeResize="0"/>
          <p:nvPr/>
        </p:nvPicPr>
        <p:blipFill rotWithShape="1">
          <a:blip r:embed="rId3">
            <a:alphaModFix/>
          </a:blip>
          <a:srcRect b="0" l="0" r="0" t="0"/>
          <a:stretch/>
        </p:blipFill>
        <p:spPr>
          <a:xfrm>
            <a:off x="8216431" y="337206"/>
            <a:ext cx="656635" cy="628039"/>
          </a:xfrm>
          <a:prstGeom prst="rect">
            <a:avLst/>
          </a:prstGeom>
          <a:noFill/>
          <a:ln>
            <a:noFill/>
          </a:ln>
        </p:spPr>
      </p:pic>
      <p:sp>
        <p:nvSpPr>
          <p:cNvPr id="52" name="Google Shape;52;p9"/>
          <p:cNvSpPr txBox="1"/>
          <p:nvPr/>
        </p:nvSpPr>
        <p:spPr>
          <a:xfrm>
            <a:off x="7568497" y="-59713"/>
            <a:ext cx="647934" cy="2923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chemeClr val="dk1"/>
                </a:solidFill>
                <a:latin typeface="Cambria"/>
                <a:ea typeface="Cambria"/>
                <a:cs typeface="Cambria"/>
                <a:sym typeface="Cambria"/>
              </a:rPr>
              <a:t>Unit 7</a:t>
            </a:r>
            <a:endParaRPr/>
          </a:p>
        </p:txBody>
      </p:sp>
      <p:pic>
        <p:nvPicPr>
          <p:cNvPr descr="mendel" id="53" name="Google Shape;53;p9"/>
          <p:cNvPicPr preferRelativeResize="0"/>
          <p:nvPr/>
        </p:nvPicPr>
        <p:blipFill rotWithShape="1">
          <a:blip r:embed="rId4">
            <a:alphaModFix/>
          </a:blip>
          <a:srcRect b="0" l="0" r="0" t="0"/>
          <a:stretch/>
        </p:blipFill>
        <p:spPr>
          <a:xfrm>
            <a:off x="791720" y="1302593"/>
            <a:ext cx="7560559" cy="425281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
                                        </p:tgtEl>
                                        <p:attrNameLst>
                                          <p:attrName>style.visibility</p:attrName>
                                        </p:attrNameLst>
                                      </p:cBhvr>
                                      <p:to>
                                        <p:strVal val="visible"/>
                                      </p:to>
                                    </p:set>
                                    <p:animEffect filter="fade" transition="in">
                                      <p:cBhvr>
                                        <p:cTn dur="5000"/>
                                        <p:tgtEl>
                                          <p:spTgt spid="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0"/>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t>Genetics and Heredity.   </a:t>
            </a:r>
            <a:endParaRPr>
              <a:solidFill>
                <a:srgbClr val="F2A900"/>
              </a:solidFill>
              <a:latin typeface="Cambria"/>
              <a:ea typeface="Cambria"/>
              <a:cs typeface="Cambria"/>
              <a:sym typeface="Cambria"/>
            </a:endParaRPr>
          </a:p>
        </p:txBody>
      </p:sp>
      <p:sp>
        <p:nvSpPr>
          <p:cNvPr id="61" name="Google Shape;61;p10"/>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62" name="Google Shape;62;p10"/>
          <p:cNvSpPr/>
          <p:nvPr/>
        </p:nvSpPr>
        <p:spPr>
          <a:xfrm>
            <a:off x="5644444" y="2027217"/>
            <a:ext cx="3151689" cy="230832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Cambria"/>
                <a:ea typeface="Cambria"/>
                <a:cs typeface="Cambria"/>
                <a:sym typeface="Cambria"/>
              </a:rPr>
              <a:t>Why do you think siblings don't look exactly the same if all of their DNA comes from the same mother and father?</a:t>
            </a:r>
            <a:endParaRPr b="1" sz="2500">
              <a:solidFill>
                <a:schemeClr val="dk1"/>
              </a:solidFill>
              <a:latin typeface="Cambria"/>
              <a:ea typeface="Cambria"/>
              <a:cs typeface="Cambria"/>
              <a:sym typeface="Cambria"/>
            </a:endParaRPr>
          </a:p>
        </p:txBody>
      </p:sp>
      <p:sp>
        <p:nvSpPr>
          <p:cNvPr id="63" name="Google Shape;63;p10"/>
          <p:cNvSpPr/>
          <p:nvPr/>
        </p:nvSpPr>
        <p:spPr>
          <a:xfrm>
            <a:off x="457200" y="5049533"/>
            <a:ext cx="4761571" cy="86177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Children inherit traits from </a:t>
            </a:r>
            <a:br>
              <a:rPr lang="en-US" sz="2400">
                <a:solidFill>
                  <a:schemeClr val="dk1"/>
                </a:solidFill>
                <a:latin typeface="Times New Roman"/>
                <a:ea typeface="Times New Roman"/>
                <a:cs typeface="Times New Roman"/>
                <a:sym typeface="Times New Roman"/>
              </a:rPr>
            </a:br>
            <a:r>
              <a:rPr lang="en-US" sz="2400">
                <a:solidFill>
                  <a:schemeClr val="dk1"/>
                </a:solidFill>
                <a:latin typeface="Times New Roman"/>
                <a:ea typeface="Times New Roman"/>
                <a:cs typeface="Times New Roman"/>
                <a:sym typeface="Times New Roman"/>
              </a:rPr>
              <a:t>each of their parents.</a:t>
            </a:r>
            <a:endParaRPr sz="2500">
              <a:solidFill>
                <a:schemeClr val="dk1"/>
              </a:solidFill>
              <a:latin typeface="Cambria"/>
              <a:ea typeface="Cambria"/>
              <a:cs typeface="Cambria"/>
              <a:sym typeface="Cambria"/>
            </a:endParaRPr>
          </a:p>
        </p:txBody>
      </p:sp>
      <p:pic>
        <p:nvPicPr>
          <p:cNvPr descr="A drawing of a person&#10;&#10;Description automatically generated" id="64" name="Google Shape;64;p10"/>
          <p:cNvPicPr preferRelativeResize="0"/>
          <p:nvPr/>
        </p:nvPicPr>
        <p:blipFill rotWithShape="1">
          <a:blip r:embed="rId3">
            <a:alphaModFix/>
          </a:blip>
          <a:srcRect b="0" l="0" r="0" t="0"/>
          <a:stretch/>
        </p:blipFill>
        <p:spPr>
          <a:xfrm>
            <a:off x="8457361" y="286314"/>
            <a:ext cx="474345" cy="526415"/>
          </a:xfrm>
          <a:prstGeom prst="rect">
            <a:avLst/>
          </a:prstGeom>
          <a:blipFill rotWithShape="1">
            <a:blip r:embed="rId4">
              <a:alphaModFix/>
            </a:blip>
            <a:tile algn="tl" flip="none" tx="0" sx="100000" ty="0" sy="100000"/>
          </a:blipFill>
          <a:ln>
            <a:noFill/>
          </a:ln>
        </p:spPr>
      </p:pic>
      <p:sp>
        <p:nvSpPr>
          <p:cNvPr id="65" name="Google Shape;65;p10"/>
          <p:cNvSpPr txBox="1"/>
          <p:nvPr/>
        </p:nvSpPr>
        <p:spPr>
          <a:xfrm>
            <a:off x="7568497" y="-59713"/>
            <a:ext cx="647934" cy="2923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chemeClr val="dk1"/>
                </a:solidFill>
                <a:latin typeface="Cambria"/>
                <a:ea typeface="Cambria"/>
                <a:cs typeface="Cambria"/>
                <a:sym typeface="Cambria"/>
              </a:rPr>
              <a:t>Unit 7</a:t>
            </a:r>
            <a:endParaRPr/>
          </a:p>
        </p:txBody>
      </p:sp>
      <p:pic>
        <p:nvPicPr>
          <p:cNvPr id="66" name="Google Shape;66;p10"/>
          <p:cNvPicPr preferRelativeResize="0"/>
          <p:nvPr/>
        </p:nvPicPr>
        <p:blipFill rotWithShape="1">
          <a:blip r:embed="rId5">
            <a:alphaModFix/>
          </a:blip>
          <a:srcRect b="0" l="0" r="0" t="0"/>
          <a:stretch/>
        </p:blipFill>
        <p:spPr>
          <a:xfrm>
            <a:off x="449467" y="1331413"/>
            <a:ext cx="4935653" cy="369993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1"/>
          <p:cNvSpPr txBox="1"/>
          <p:nvPr>
            <p:ph type="title"/>
          </p:nvPr>
        </p:nvSpPr>
        <p:spPr>
          <a:xfrm>
            <a:off x="395765"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Driving Questions</a:t>
            </a:r>
            <a:endParaRPr/>
          </a:p>
        </p:txBody>
      </p:sp>
      <p:sp>
        <p:nvSpPr>
          <p:cNvPr id="74" name="Google Shape;74;p11"/>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75" name="Google Shape;75;p11"/>
          <p:cNvSpPr/>
          <p:nvPr/>
        </p:nvSpPr>
        <p:spPr>
          <a:xfrm>
            <a:off x="466649" y="756938"/>
            <a:ext cx="8087832" cy="575542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300">
                <a:solidFill>
                  <a:schemeClr val="dk1"/>
                </a:solidFill>
                <a:latin typeface="Cambria"/>
                <a:ea typeface="Cambria"/>
                <a:cs typeface="Cambria"/>
                <a:sym typeface="Cambria"/>
              </a:rPr>
              <a:t>As you move through the unit, gather evidence to help you answer the following questions:</a:t>
            </a:r>
            <a:endParaRPr/>
          </a:p>
          <a:p>
            <a:pPr indent="0" lvl="0" marL="0" marR="0" rtl="0" algn="l">
              <a:spcBef>
                <a:spcPts val="0"/>
              </a:spcBef>
              <a:spcAft>
                <a:spcPts val="0"/>
              </a:spcAft>
              <a:buNone/>
            </a:pPr>
            <a:r>
              <a:t/>
            </a:r>
            <a:endParaRPr sz="2300">
              <a:solidFill>
                <a:schemeClr val="dk1"/>
              </a:solidFill>
              <a:latin typeface="Cambria"/>
              <a:ea typeface="Cambria"/>
              <a:cs typeface="Cambria"/>
              <a:sym typeface="Cambria"/>
            </a:endParaRPr>
          </a:p>
          <a:p>
            <a:pPr indent="-457200" lvl="0" marL="457200" marR="0" rtl="0" algn="l">
              <a:spcBef>
                <a:spcPts val="0"/>
              </a:spcBef>
              <a:spcAft>
                <a:spcPts val="0"/>
              </a:spcAft>
              <a:buClr>
                <a:schemeClr val="dk1"/>
              </a:buClr>
              <a:buSzPts val="2300"/>
              <a:buFont typeface="Cambria"/>
              <a:buAutoNum type="arabicPeriod"/>
            </a:pPr>
            <a:r>
              <a:rPr b="1" lang="en-US" sz="2300">
                <a:solidFill>
                  <a:schemeClr val="dk1"/>
                </a:solidFill>
                <a:latin typeface="Cambria"/>
                <a:ea typeface="Cambria"/>
                <a:cs typeface="Cambria"/>
                <a:sym typeface="Cambria"/>
              </a:rPr>
              <a:t>How are traits passed from parents to offspring?</a:t>
            </a:r>
            <a:br>
              <a:rPr b="1" lang="en-US" sz="2300">
                <a:solidFill>
                  <a:schemeClr val="dk1"/>
                </a:solidFill>
                <a:latin typeface="Cambria"/>
                <a:ea typeface="Cambria"/>
                <a:cs typeface="Cambria"/>
                <a:sym typeface="Cambria"/>
              </a:rPr>
            </a:br>
            <a:endParaRPr b="1" sz="2300">
              <a:solidFill>
                <a:schemeClr val="dk1"/>
              </a:solidFill>
              <a:latin typeface="Cambria"/>
              <a:ea typeface="Cambria"/>
              <a:cs typeface="Cambria"/>
              <a:sym typeface="Cambria"/>
            </a:endParaRPr>
          </a:p>
          <a:p>
            <a:pPr indent="-457200" lvl="0" marL="457200" marR="0" rtl="0" algn="l">
              <a:spcBef>
                <a:spcPts val="0"/>
              </a:spcBef>
              <a:spcAft>
                <a:spcPts val="0"/>
              </a:spcAft>
              <a:buClr>
                <a:schemeClr val="dk1"/>
              </a:buClr>
              <a:buSzPts val="2300"/>
              <a:buFont typeface="Cambria"/>
              <a:buAutoNum type="arabicPeriod"/>
            </a:pPr>
            <a:r>
              <a:rPr b="1" lang="en-US" sz="2300">
                <a:solidFill>
                  <a:schemeClr val="dk1"/>
                </a:solidFill>
                <a:latin typeface="Cambria"/>
                <a:ea typeface="Cambria"/>
                <a:cs typeface="Cambria"/>
                <a:sym typeface="Cambria"/>
              </a:rPr>
              <a:t>Why do the offspring of two parents all look different from each other?</a:t>
            </a:r>
            <a:br>
              <a:rPr b="1" lang="en-US" sz="2300">
                <a:solidFill>
                  <a:schemeClr val="dk1"/>
                </a:solidFill>
                <a:latin typeface="Cambria"/>
                <a:ea typeface="Cambria"/>
                <a:cs typeface="Cambria"/>
                <a:sym typeface="Cambria"/>
              </a:rPr>
            </a:br>
            <a:endParaRPr b="1" sz="2300">
              <a:solidFill>
                <a:schemeClr val="dk1"/>
              </a:solidFill>
              <a:latin typeface="Cambria"/>
              <a:ea typeface="Cambria"/>
              <a:cs typeface="Cambria"/>
              <a:sym typeface="Cambria"/>
            </a:endParaRPr>
          </a:p>
          <a:p>
            <a:pPr indent="-457200" lvl="0" marL="457200" marR="0" rtl="0" algn="l">
              <a:spcBef>
                <a:spcPts val="0"/>
              </a:spcBef>
              <a:spcAft>
                <a:spcPts val="0"/>
              </a:spcAft>
              <a:buClr>
                <a:schemeClr val="dk1"/>
              </a:buClr>
              <a:buSzPts val="2300"/>
              <a:buFont typeface="Cambria"/>
              <a:buAutoNum type="arabicPeriod"/>
            </a:pPr>
            <a:r>
              <a:rPr b="1" lang="en-US" sz="2300">
                <a:solidFill>
                  <a:schemeClr val="dk1"/>
                </a:solidFill>
                <a:latin typeface="Cambria"/>
                <a:ea typeface="Cambria"/>
                <a:cs typeface="Cambria"/>
                <a:sym typeface="Cambria"/>
              </a:rPr>
              <a:t>How does diversity in traits arise over generations?</a:t>
            </a:r>
            <a:br>
              <a:rPr b="1" lang="en-US" sz="2300">
                <a:solidFill>
                  <a:schemeClr val="dk1"/>
                </a:solidFill>
                <a:latin typeface="Cambria"/>
                <a:ea typeface="Cambria"/>
                <a:cs typeface="Cambria"/>
                <a:sym typeface="Cambria"/>
              </a:rPr>
            </a:br>
            <a:endParaRPr b="1" sz="2300">
              <a:solidFill>
                <a:schemeClr val="dk1"/>
              </a:solidFill>
              <a:latin typeface="Cambria"/>
              <a:ea typeface="Cambria"/>
              <a:cs typeface="Cambria"/>
              <a:sym typeface="Cambria"/>
            </a:endParaRPr>
          </a:p>
          <a:p>
            <a:pPr indent="-457200" lvl="0" marL="457200" marR="0" rtl="0" algn="l">
              <a:spcBef>
                <a:spcPts val="0"/>
              </a:spcBef>
              <a:spcAft>
                <a:spcPts val="0"/>
              </a:spcAft>
              <a:buClr>
                <a:schemeClr val="dk1"/>
              </a:buClr>
              <a:buSzPts val="2300"/>
              <a:buFont typeface="Cambria"/>
              <a:buAutoNum type="arabicPeriod"/>
            </a:pPr>
            <a:r>
              <a:rPr b="1" lang="en-US" sz="2300">
                <a:solidFill>
                  <a:schemeClr val="dk1"/>
                </a:solidFill>
                <a:latin typeface="Cambria"/>
                <a:ea typeface="Cambria"/>
                <a:cs typeface="Cambria"/>
                <a:sym typeface="Cambria"/>
              </a:rPr>
              <a:t>How can we determine the probability that an organism's expressed version of a trait will be passed to its offspring?</a:t>
            </a:r>
            <a:br>
              <a:rPr b="1" lang="en-US" sz="2300">
                <a:solidFill>
                  <a:schemeClr val="dk1"/>
                </a:solidFill>
                <a:latin typeface="Cambria"/>
                <a:ea typeface="Cambria"/>
                <a:cs typeface="Cambria"/>
                <a:sym typeface="Cambria"/>
              </a:rPr>
            </a:br>
            <a:endParaRPr b="1" sz="2300">
              <a:solidFill>
                <a:schemeClr val="dk1"/>
              </a:solidFill>
              <a:latin typeface="Cambria"/>
              <a:ea typeface="Cambria"/>
              <a:cs typeface="Cambria"/>
              <a:sym typeface="Cambria"/>
            </a:endParaRPr>
          </a:p>
          <a:p>
            <a:pPr indent="-457200" lvl="0" marL="457200" marR="0" rtl="0" algn="l">
              <a:spcBef>
                <a:spcPts val="0"/>
              </a:spcBef>
              <a:spcAft>
                <a:spcPts val="0"/>
              </a:spcAft>
              <a:buClr>
                <a:schemeClr val="dk1"/>
              </a:buClr>
              <a:buSzPts val="2300"/>
              <a:buFont typeface="Cambria"/>
              <a:buAutoNum type="arabicPeriod"/>
            </a:pPr>
            <a:r>
              <a:rPr b="1" lang="en-US" sz="2300">
                <a:solidFill>
                  <a:schemeClr val="dk1"/>
                </a:solidFill>
                <a:latin typeface="Cambria"/>
                <a:ea typeface="Cambria"/>
                <a:cs typeface="Cambria"/>
                <a:sym typeface="Cambria"/>
              </a:rPr>
              <a:t>Can scientists alter the genetic material of other organisms? How might humans use this ability?</a:t>
            </a:r>
            <a:endParaRPr/>
          </a:p>
        </p:txBody>
      </p:sp>
      <p:pic>
        <p:nvPicPr>
          <p:cNvPr descr="A drawing of a person&#10;&#10;Description automatically generated" id="76" name="Google Shape;76;p11"/>
          <p:cNvPicPr preferRelativeResize="0"/>
          <p:nvPr/>
        </p:nvPicPr>
        <p:blipFill rotWithShape="1">
          <a:blip r:embed="rId3">
            <a:alphaModFix/>
          </a:blip>
          <a:srcRect b="0" l="0" r="0" t="0"/>
          <a:stretch/>
        </p:blipFill>
        <p:spPr>
          <a:xfrm>
            <a:off x="8457361" y="286314"/>
            <a:ext cx="474345" cy="526415"/>
          </a:xfrm>
          <a:prstGeom prst="rect">
            <a:avLst/>
          </a:prstGeom>
          <a:blipFill rotWithShape="1">
            <a:blip r:embed="rId4">
              <a:alphaModFix/>
            </a:blip>
            <a:tile algn="tl" flip="none" tx="0" sx="100000" ty="0" sy="100000"/>
          </a:blipFill>
          <a:ln>
            <a:noFill/>
          </a:ln>
        </p:spPr>
      </p:pic>
      <p:sp>
        <p:nvSpPr>
          <p:cNvPr id="77" name="Google Shape;77;p11"/>
          <p:cNvSpPr txBox="1"/>
          <p:nvPr/>
        </p:nvSpPr>
        <p:spPr>
          <a:xfrm>
            <a:off x="7568497" y="-59713"/>
            <a:ext cx="647934" cy="2923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chemeClr val="dk1"/>
                </a:solidFill>
                <a:latin typeface="Cambria"/>
                <a:ea typeface="Cambria"/>
                <a:cs typeface="Cambria"/>
                <a:sym typeface="Cambria"/>
              </a:rPr>
              <a:t>Unit 7</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2"/>
          <p:cNvSpPr txBox="1"/>
          <p:nvPr>
            <p:ph type="title"/>
          </p:nvPr>
        </p:nvSpPr>
        <p:spPr>
          <a:xfrm>
            <a:off x="395765"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Unit Project</a:t>
            </a:r>
            <a:endParaRPr/>
          </a:p>
        </p:txBody>
      </p:sp>
      <p:sp>
        <p:nvSpPr>
          <p:cNvPr id="85" name="Google Shape;85;p12"/>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86" name="Google Shape;86;p12"/>
          <p:cNvSpPr/>
          <p:nvPr/>
        </p:nvSpPr>
        <p:spPr>
          <a:xfrm>
            <a:off x="395765" y="1328368"/>
            <a:ext cx="8087832" cy="30623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Cambria"/>
                <a:ea typeface="Cambria"/>
                <a:cs typeface="Cambria"/>
                <a:sym typeface="Cambria"/>
              </a:rPr>
              <a:t>Investigating the Heredity of Disease</a:t>
            </a:r>
            <a:br>
              <a:rPr b="1" lang="en-US" sz="2400">
                <a:solidFill>
                  <a:schemeClr val="dk1"/>
                </a:solidFill>
                <a:latin typeface="Cambria"/>
                <a:ea typeface="Cambria"/>
                <a:cs typeface="Cambria"/>
                <a:sym typeface="Cambria"/>
              </a:rPr>
            </a:br>
            <a:endParaRPr b="1" sz="24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b="1" sz="2400">
              <a:solidFill>
                <a:schemeClr val="dk1"/>
              </a:solidFill>
              <a:latin typeface="Cambria"/>
              <a:ea typeface="Cambria"/>
              <a:cs typeface="Cambria"/>
              <a:sym typeface="Cambria"/>
            </a:endParaRPr>
          </a:p>
          <a:p>
            <a:pPr indent="0" lvl="1" marL="457200" marR="0" rtl="0" algn="l">
              <a:spcBef>
                <a:spcPts val="0"/>
              </a:spcBef>
              <a:spcAft>
                <a:spcPts val="0"/>
              </a:spcAft>
              <a:buNone/>
            </a:pPr>
            <a:r>
              <a:rPr b="0" i="0" lang="en-US" sz="2400" u="none" cap="none" strike="noStrike">
                <a:solidFill>
                  <a:schemeClr val="dk1"/>
                </a:solidFill>
                <a:latin typeface="Cambria"/>
                <a:ea typeface="Cambria"/>
                <a:cs typeface="Cambria"/>
                <a:sym typeface="Cambria"/>
              </a:rPr>
              <a:t>Many traits and conditions can arise from either genetic or environmental causes. Explore the heredity of Huntington's disease. Based on your analysis, determine the likely cause or causes of Huntington's disease and the role that genetic or environmental factors may play.</a:t>
            </a:r>
            <a:endParaRPr/>
          </a:p>
        </p:txBody>
      </p:sp>
      <p:pic>
        <p:nvPicPr>
          <p:cNvPr id="87" name="Google Shape;87;p12"/>
          <p:cNvPicPr preferRelativeResize="0"/>
          <p:nvPr/>
        </p:nvPicPr>
        <p:blipFill rotWithShape="1">
          <a:blip r:embed="rId3">
            <a:alphaModFix/>
          </a:blip>
          <a:srcRect b="0" l="0" r="0" t="0"/>
          <a:stretch/>
        </p:blipFill>
        <p:spPr>
          <a:xfrm>
            <a:off x="2948465" y="5574925"/>
            <a:ext cx="3124200" cy="800100"/>
          </a:xfrm>
          <a:prstGeom prst="rect">
            <a:avLst/>
          </a:prstGeom>
          <a:noFill/>
          <a:ln>
            <a:noFill/>
          </a:ln>
        </p:spPr>
      </p:pic>
      <p:sp>
        <p:nvSpPr>
          <p:cNvPr id="88" name="Google Shape;88;p12"/>
          <p:cNvSpPr txBox="1"/>
          <p:nvPr/>
        </p:nvSpPr>
        <p:spPr>
          <a:xfrm>
            <a:off x="7568497" y="-59713"/>
            <a:ext cx="647934" cy="2923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chemeClr val="dk1"/>
                </a:solidFill>
                <a:latin typeface="Cambria"/>
                <a:ea typeface="Cambria"/>
                <a:cs typeface="Cambria"/>
                <a:sym typeface="Cambria"/>
              </a:rPr>
              <a:t>Unit 7</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3"/>
          <p:cNvSpPr txBox="1"/>
          <p:nvPr>
            <p:ph type="title"/>
          </p:nvPr>
        </p:nvSpPr>
        <p:spPr>
          <a:xfrm>
            <a:off x="395765"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Unit Review</a:t>
            </a:r>
            <a:endParaRPr/>
          </a:p>
        </p:txBody>
      </p:sp>
      <p:sp>
        <p:nvSpPr>
          <p:cNvPr id="96" name="Google Shape;96;p13"/>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97" name="Google Shape;97;p13"/>
          <p:cNvSpPr/>
          <p:nvPr/>
        </p:nvSpPr>
        <p:spPr>
          <a:xfrm>
            <a:off x="395765" y="1074369"/>
            <a:ext cx="8087832" cy="509370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500">
                <a:solidFill>
                  <a:schemeClr val="dk1"/>
                </a:solidFill>
                <a:latin typeface="Cambria"/>
                <a:ea typeface="Cambria"/>
                <a:cs typeface="Cambria"/>
                <a:sym typeface="Cambria"/>
              </a:rPr>
              <a:t>Synthesize the Unit</a:t>
            </a:r>
            <a:endParaRPr/>
          </a:p>
          <a:p>
            <a:pPr indent="0" lvl="0" marL="0" marR="0" rtl="0" algn="ctr">
              <a:spcBef>
                <a:spcPts val="0"/>
              </a:spcBef>
              <a:spcAft>
                <a:spcPts val="0"/>
              </a:spcAft>
              <a:buNone/>
            </a:pPr>
            <a:r>
              <a:t/>
            </a:r>
            <a:endParaRPr b="1" sz="2500">
              <a:solidFill>
                <a:schemeClr val="dk1"/>
              </a:solidFill>
              <a:latin typeface="Cambria"/>
              <a:ea typeface="Cambria"/>
              <a:cs typeface="Cambria"/>
              <a:sym typeface="Cambria"/>
            </a:endParaRPr>
          </a:p>
          <a:p>
            <a:pPr indent="0" lvl="0" marL="0" marR="0" rtl="0" algn="l">
              <a:spcBef>
                <a:spcPts val="0"/>
              </a:spcBef>
              <a:spcAft>
                <a:spcPts val="0"/>
              </a:spcAft>
              <a:buNone/>
            </a:pPr>
            <a:r>
              <a:rPr lang="en-US" sz="2500">
                <a:solidFill>
                  <a:schemeClr val="dk1"/>
                </a:solidFill>
                <a:latin typeface="Cambria"/>
                <a:ea typeface="Cambria"/>
                <a:cs typeface="Cambria"/>
                <a:sym typeface="Cambria"/>
              </a:rPr>
              <a:t>Make a concept map, other graphic organizer, or outline using the Study Guides you made for each lesson in this unit. Be sure to use evidence to support your claims.</a:t>
            </a:r>
            <a:endParaRPr/>
          </a:p>
          <a:p>
            <a:pPr indent="0" lvl="0" marL="0" marR="0" rtl="0" algn="l">
              <a:spcBef>
                <a:spcPts val="0"/>
              </a:spcBef>
              <a:spcAft>
                <a:spcPts val="0"/>
              </a:spcAft>
              <a:buNone/>
            </a:pPr>
            <a:r>
              <a:t/>
            </a:r>
            <a:endParaRPr sz="2500">
              <a:solidFill>
                <a:schemeClr val="dk1"/>
              </a:solidFill>
              <a:latin typeface="Cambria"/>
              <a:ea typeface="Cambria"/>
              <a:cs typeface="Cambria"/>
              <a:sym typeface="Cambria"/>
            </a:endParaRPr>
          </a:p>
          <a:p>
            <a:pPr indent="0" lvl="0" marL="0" marR="0" rtl="0" algn="l">
              <a:spcBef>
                <a:spcPts val="0"/>
              </a:spcBef>
              <a:spcAft>
                <a:spcPts val="0"/>
              </a:spcAft>
              <a:buNone/>
            </a:pPr>
            <a:r>
              <a:rPr lang="en-US" sz="2500">
                <a:solidFill>
                  <a:schemeClr val="dk1"/>
                </a:solidFill>
                <a:latin typeface="Cambria"/>
                <a:ea typeface="Cambria"/>
                <a:cs typeface="Cambria"/>
                <a:sym typeface="Cambria"/>
              </a:rPr>
              <a:t>When synthesizing individual information, remember to follow these general steps: </a:t>
            </a:r>
            <a:endParaRPr/>
          </a:p>
          <a:p>
            <a:pPr indent="0" lvl="0" marL="0" marR="0" rtl="0" algn="ctr">
              <a:spcBef>
                <a:spcPts val="0"/>
              </a:spcBef>
              <a:spcAft>
                <a:spcPts val="0"/>
              </a:spcAft>
              <a:buNone/>
            </a:pPr>
            <a:r>
              <a:t/>
            </a:r>
            <a:endParaRPr sz="2500">
              <a:solidFill>
                <a:schemeClr val="dk1"/>
              </a:solidFill>
              <a:latin typeface="Cambria"/>
              <a:ea typeface="Cambria"/>
              <a:cs typeface="Cambria"/>
              <a:sym typeface="Cambria"/>
            </a:endParaRPr>
          </a:p>
          <a:p>
            <a:pPr indent="-342900" lvl="0" marL="342900" marR="0" rtl="0" algn="l">
              <a:spcBef>
                <a:spcPts val="0"/>
              </a:spcBef>
              <a:spcAft>
                <a:spcPts val="0"/>
              </a:spcAft>
              <a:buClr>
                <a:schemeClr val="dk1"/>
              </a:buClr>
              <a:buSzPts val="2500"/>
              <a:buFont typeface="Arial"/>
              <a:buChar char="•"/>
            </a:pPr>
            <a:r>
              <a:rPr lang="en-US" sz="2500">
                <a:solidFill>
                  <a:schemeClr val="dk1"/>
                </a:solidFill>
                <a:latin typeface="Cambria"/>
                <a:ea typeface="Cambria"/>
                <a:cs typeface="Cambria"/>
                <a:sym typeface="Cambria"/>
              </a:rPr>
              <a:t>Find the central idea of each piece of information.</a:t>
            </a:r>
            <a:endParaRPr/>
          </a:p>
          <a:p>
            <a:pPr indent="-342900" lvl="0" marL="342900" marR="0" rtl="0" algn="l">
              <a:spcBef>
                <a:spcPts val="0"/>
              </a:spcBef>
              <a:spcAft>
                <a:spcPts val="0"/>
              </a:spcAft>
              <a:buClr>
                <a:schemeClr val="dk1"/>
              </a:buClr>
              <a:buSzPts val="2500"/>
              <a:buFont typeface="Arial"/>
              <a:buChar char="•"/>
            </a:pPr>
            <a:r>
              <a:rPr lang="en-US" sz="2500">
                <a:solidFill>
                  <a:schemeClr val="dk1"/>
                </a:solidFill>
                <a:latin typeface="Cambria"/>
                <a:ea typeface="Cambria"/>
                <a:cs typeface="Cambria"/>
                <a:sym typeface="Cambria"/>
              </a:rPr>
              <a:t>Think about the relationships among the central ideas.</a:t>
            </a:r>
            <a:br>
              <a:rPr lang="en-US" sz="2500">
                <a:solidFill>
                  <a:schemeClr val="dk1"/>
                </a:solidFill>
                <a:latin typeface="Cambria"/>
                <a:ea typeface="Cambria"/>
                <a:cs typeface="Cambria"/>
                <a:sym typeface="Cambria"/>
              </a:rPr>
            </a:br>
            <a:endParaRPr sz="2500">
              <a:solidFill>
                <a:schemeClr val="dk1"/>
              </a:solidFill>
              <a:latin typeface="Cambria"/>
              <a:ea typeface="Cambria"/>
              <a:cs typeface="Cambria"/>
              <a:sym typeface="Cambria"/>
            </a:endParaRPr>
          </a:p>
          <a:p>
            <a:pPr indent="0" lvl="0" marL="0" marR="0" rtl="0" algn="ctr">
              <a:spcBef>
                <a:spcPts val="0"/>
              </a:spcBef>
              <a:spcAft>
                <a:spcPts val="0"/>
              </a:spcAft>
              <a:buNone/>
            </a:pPr>
            <a:r>
              <a:rPr lang="en-US" sz="2500">
                <a:solidFill>
                  <a:schemeClr val="dk1"/>
                </a:solidFill>
                <a:latin typeface="Cambria"/>
                <a:ea typeface="Cambria"/>
                <a:cs typeface="Cambria"/>
                <a:sym typeface="Cambria"/>
              </a:rPr>
              <a:t>Combine the ideas to come up with a new understanding.</a:t>
            </a:r>
            <a:endParaRPr/>
          </a:p>
        </p:txBody>
      </p:sp>
      <p:pic>
        <p:nvPicPr>
          <p:cNvPr descr="A drawing of a person&#10;&#10;Description automatically generated" id="98" name="Google Shape;98;p13"/>
          <p:cNvPicPr preferRelativeResize="0"/>
          <p:nvPr/>
        </p:nvPicPr>
        <p:blipFill rotWithShape="1">
          <a:blip r:embed="rId3">
            <a:alphaModFix/>
          </a:blip>
          <a:srcRect b="0" l="0" r="0" t="0"/>
          <a:stretch/>
        </p:blipFill>
        <p:spPr>
          <a:xfrm>
            <a:off x="8457361" y="286314"/>
            <a:ext cx="474345" cy="526415"/>
          </a:xfrm>
          <a:prstGeom prst="rect">
            <a:avLst/>
          </a:prstGeom>
          <a:blipFill rotWithShape="1">
            <a:blip r:embed="rId4">
              <a:alphaModFix/>
            </a:blip>
            <a:tile algn="tl" flip="none" tx="0" sx="100000" ty="0" sy="100000"/>
          </a:blipFill>
          <a:ln>
            <a:noFill/>
          </a:ln>
        </p:spPr>
      </p:pic>
      <p:sp>
        <p:nvSpPr>
          <p:cNvPr id="99" name="Google Shape;99;p13"/>
          <p:cNvSpPr txBox="1"/>
          <p:nvPr/>
        </p:nvSpPr>
        <p:spPr>
          <a:xfrm>
            <a:off x="7568497" y="-59713"/>
            <a:ext cx="647934" cy="2923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chemeClr val="dk1"/>
                </a:solidFill>
                <a:latin typeface="Cambria"/>
                <a:ea typeface="Cambria"/>
                <a:cs typeface="Cambria"/>
                <a:sym typeface="Cambria"/>
              </a:rPr>
              <a:t>Unit 7</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4"/>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t>Image Credits</a:t>
            </a:r>
            <a:endParaRPr/>
          </a:p>
        </p:txBody>
      </p:sp>
      <p:sp>
        <p:nvSpPr>
          <p:cNvPr id="105" name="Google Shape;105;p14"/>
          <p:cNvSpPr txBox="1"/>
          <p:nvPr>
            <p:ph idx="1" type="body"/>
          </p:nvPr>
        </p:nvSpPr>
        <p:spPr>
          <a:xfrm>
            <a:off x="457200" y="1151692"/>
            <a:ext cx="8229600" cy="4799741"/>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chemeClr val="dk1"/>
              </a:buClr>
              <a:buSzPts val="2880"/>
              <a:buNone/>
            </a:pPr>
            <a:r>
              <a:rPr b="1" lang="en-US"/>
              <a:t>Unit 7</a:t>
            </a:r>
            <a:endParaRPr/>
          </a:p>
          <a:p>
            <a:pPr indent="0" lvl="0" marL="0" rtl="0" algn="l">
              <a:spcBef>
                <a:spcPts val="0"/>
              </a:spcBef>
              <a:spcAft>
                <a:spcPts val="0"/>
              </a:spcAft>
              <a:buClr>
                <a:schemeClr val="dk1"/>
              </a:buClr>
              <a:buSzPts val="2880"/>
              <a:buNone/>
            </a:pPr>
            <a:r>
              <a:t/>
            </a:r>
            <a:endParaRPr b="1"/>
          </a:p>
          <a:p>
            <a:pPr indent="0" lvl="0" marL="0" rtl="0" algn="l">
              <a:spcBef>
                <a:spcPts val="0"/>
              </a:spcBef>
              <a:spcAft>
                <a:spcPts val="0"/>
              </a:spcAft>
              <a:buClr>
                <a:schemeClr val="dk1"/>
              </a:buClr>
              <a:buSzPts val="2880"/>
              <a:buNone/>
            </a:pPr>
            <a:r>
              <a:rPr i="1" lang="en-US"/>
              <a:t>animation of CRISPR video</a:t>
            </a:r>
            <a:r>
              <a:rPr lang="en-US"/>
              <a:t> ©Science Source; </a:t>
            </a:r>
            <a:r>
              <a:rPr i="1" lang="en-US"/>
              <a:t>family</a:t>
            </a:r>
            <a:r>
              <a:rPr lang="en-US"/>
              <a:t> ©pixelheadphoto digitalskillet/Shutterstock</a:t>
            </a:r>
            <a:endParaRPr/>
          </a:p>
          <a:p>
            <a:pPr indent="0" lvl="0" marL="0" rtl="0" algn="l">
              <a:spcBef>
                <a:spcPts val="0"/>
              </a:spcBef>
              <a:spcAft>
                <a:spcPts val="0"/>
              </a:spcAft>
              <a:buClr>
                <a:schemeClr val="dk1"/>
              </a:buClr>
              <a:buSzPts val="2880"/>
              <a:buNone/>
            </a:pPr>
            <a:r>
              <a:t/>
            </a:r>
            <a:endParaRPr b="1"/>
          </a:p>
          <a:p>
            <a:pPr indent="0" lvl="0" marL="0" rtl="0" algn="l">
              <a:spcBef>
                <a:spcPts val="0"/>
              </a:spcBef>
              <a:spcAft>
                <a:spcPts val="0"/>
              </a:spcAft>
              <a:buClr>
                <a:schemeClr val="dk1"/>
              </a:buClr>
              <a:buSzPts val="2880"/>
              <a:buNone/>
            </a:pPr>
            <a:r>
              <a:t/>
            </a:r>
            <a:endParaRPr b="1" i="1"/>
          </a:p>
        </p:txBody>
      </p:sp>
      <p:sp>
        <p:nvSpPr>
          <p:cNvPr id="106" name="Google Shape;106;p14"/>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HMH_PPT_TemplateF">
  <a:themeElements>
    <a:clrScheme name="HMH">
      <a:dk1>
        <a:srgbClr val="54585A"/>
      </a:dk1>
      <a:lt1>
        <a:srgbClr val="FFFFFF"/>
      </a:lt1>
      <a:dk2>
        <a:srgbClr val="F2A900"/>
      </a:dk2>
      <a:lt2>
        <a:srgbClr val="898D8D"/>
      </a:lt2>
      <a:accent1>
        <a:srgbClr val="6F83C1"/>
      </a:accent1>
      <a:accent2>
        <a:srgbClr val="CE3D95"/>
      </a:accent2>
      <a:accent3>
        <a:srgbClr val="00A8C8"/>
      </a:accent3>
      <a:accent4>
        <a:srgbClr val="EF4E45"/>
      </a:accent4>
      <a:accent5>
        <a:srgbClr val="B2B935"/>
      </a:accent5>
      <a:accent6>
        <a:srgbClr val="ED2C67"/>
      </a:accent6>
      <a:hlink>
        <a:srgbClr val="F48132"/>
      </a:hlink>
      <a:folHlink>
        <a:srgbClr val="72BE4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