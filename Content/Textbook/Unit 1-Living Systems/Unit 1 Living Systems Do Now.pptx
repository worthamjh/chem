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embeddedFontLst>
    <p:embeddedFont>
      <p:font typeface="Londrina Solid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ondrinaSoli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858e9cc1d6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858e9cc1d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a8b9a5a8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fa8b9a5a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Londrina Solid"/>
              <a:buNone/>
              <a:defRPr sz="36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ndrina Solid"/>
              <a:buChar char="●"/>
              <a:defRPr sz="1800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30967" l="5484" r="5484" t="0"/>
          <a:stretch/>
        </p:blipFill>
        <p:spPr>
          <a:xfrm>
            <a:off x="0" y="0"/>
            <a:ext cx="1470425" cy="11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2">
            <a:alphaModFix/>
          </a:blip>
          <a:srcRect b="-770" l="0" r="0" t="770"/>
          <a:stretch/>
        </p:blipFill>
        <p:spPr>
          <a:xfrm>
            <a:off x="7968725" y="36250"/>
            <a:ext cx="975250" cy="13745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mv6Ehv06mXY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1 Living Systems Do Now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Now</a:t>
            </a:r>
            <a:endParaRPr/>
          </a:p>
        </p:txBody>
      </p:sp>
      <p:pic>
        <p:nvPicPr>
          <p:cNvPr descr="&#10;&#10;Video produced by Toma Loreti / Morris Kemp&#10;" id="63" name="Google Shape;63;p14" title="Amoeba eats  paramecia ( Amoeba's lunch ) [ Amoeba Endocytosis / Phagocytosis  Part 1 ] 👌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3025" y="4241200"/>
            <a:ext cx="3628475" cy="2041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4" name="Google Shape;64;p14"/>
          <p:cNvSpPr txBox="1"/>
          <p:nvPr/>
        </p:nvSpPr>
        <p:spPr>
          <a:xfrm>
            <a:off x="0" y="1605575"/>
            <a:ext cx="9144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1) How many living things are interacting in this video? How do you know? </a:t>
            </a:r>
            <a:endParaRPr sz="3000">
              <a:solidFill>
                <a:schemeClr val="dk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2) How is the larger living thing getting what it needs from its environment? What other inputs and outputs are not shown in the video? </a:t>
            </a:r>
            <a:endParaRPr sz="3000">
              <a:solidFill>
                <a:schemeClr val="dk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Now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536629"/>
            <a:ext cx="8520600" cy="22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Classify a cell as either prokaryotic or eukaryotic based on its characteristics. What features helped you make this classification?</a:t>
            </a:r>
            <a:endParaRPr sz="240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3990679"/>
            <a:ext cx="8520600" cy="22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Define homeostasis and provide one example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versity City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