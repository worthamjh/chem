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embeddedFontLst>
    <p:embeddedFont>
      <p:font typeface="Londrina Solid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LondrinaSoli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f9635c5e82_0_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f9635c5e8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Londrina Solid"/>
              <a:buNone/>
              <a:defRPr sz="52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Londrina Solid"/>
              <a:buNone/>
              <a:defRPr sz="3600"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9825" y="593367"/>
            <a:ext cx="7038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ndrina Solid"/>
              <a:buChar char="●"/>
              <a:defRPr sz="1800"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●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○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ondrina Solid"/>
              <a:buChar char="■"/>
              <a:defRPr>
                <a:solidFill>
                  <a:schemeClr val="dk1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30967" l="5484" r="5484" t="0"/>
          <a:stretch/>
        </p:blipFill>
        <p:spPr>
          <a:xfrm>
            <a:off x="0" y="0"/>
            <a:ext cx="1470425" cy="11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2">
            <a:alphaModFix/>
          </a:blip>
          <a:srcRect b="-770" l="0" r="0" t="770"/>
          <a:stretch/>
        </p:blipFill>
        <p:spPr>
          <a:xfrm>
            <a:off x="7968725" y="36250"/>
            <a:ext cx="975250" cy="13745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Form to Function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82500" y="593367"/>
            <a:ext cx="71718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versity City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