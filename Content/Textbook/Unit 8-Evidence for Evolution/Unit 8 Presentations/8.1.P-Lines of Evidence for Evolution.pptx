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6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9144000"/>
  <p:notesSz cx="7010400"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32">
          <p15:clr>
            <a:srgbClr val="A4A3A4"/>
          </p15:clr>
        </p15:guide>
        <p15:guide id="2" pos="25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32" orient="horz"/>
        <p:guide pos="259"/>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68625" y="692700"/>
            <a:ext cx="4673825" cy="34635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01025" y="4387125"/>
            <a:ext cx="5608300" cy="415622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3: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rPr b="0" i="0" lang="en-US" sz="1200">
                <a:solidFill>
                  <a:schemeClr val="dk1"/>
                </a:solidFill>
                <a:latin typeface="Times New Roman"/>
                <a:ea typeface="Times New Roman"/>
                <a:cs typeface="Times New Roman"/>
                <a:sym typeface="Times New Roman"/>
              </a:rPr>
              <a:t>The learning experiences in this unit prepare students for the mastery of</a:t>
            </a:r>
            <a:endParaRPr/>
          </a:p>
          <a:p>
            <a:pPr indent="0" lvl="0" marL="0" rtl="0" algn="l">
              <a:spcBef>
                <a:spcPts val="360"/>
              </a:spcBef>
              <a:spcAft>
                <a:spcPts val="0"/>
              </a:spcAft>
              <a:buNone/>
            </a:pPr>
            <a:r>
              <a:rPr b="1" i="0" lang="en-US" sz="1200">
                <a:solidFill>
                  <a:schemeClr val="dk1"/>
                </a:solidFill>
                <a:latin typeface="Times New Roman"/>
                <a:ea typeface="Times New Roman"/>
                <a:cs typeface="Times New Roman"/>
                <a:sym typeface="Times New Roman"/>
              </a:rPr>
              <a:t>Performance Expectations</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i="0" lang="en-US" sz="1200">
                <a:solidFill>
                  <a:schemeClr val="dk1"/>
                </a:solidFill>
                <a:latin typeface="Times New Roman"/>
                <a:ea typeface="Times New Roman"/>
                <a:cs typeface="Times New Roman"/>
                <a:sym typeface="Times New Roman"/>
              </a:rPr>
              <a:t>LS1-2</a:t>
            </a:r>
            <a:r>
              <a:rPr b="0" i="0" lang="en-US" sz="1200">
                <a:solidFill>
                  <a:schemeClr val="dk1"/>
                </a:solidFill>
                <a:latin typeface="Times New Roman"/>
                <a:ea typeface="Times New Roman"/>
                <a:cs typeface="Times New Roman"/>
                <a:sym typeface="Times New Roman"/>
              </a:rPr>
              <a:t> Develop and use a model to illustrate the hierarchical organization of interacting systems that provide specific functions within multicellular organisms. </a:t>
            </a:r>
            <a:endParaRPr/>
          </a:p>
          <a:p>
            <a:pPr indent="0" lvl="0" marL="0" rtl="0" algn="l">
              <a:spcBef>
                <a:spcPts val="360"/>
              </a:spcBef>
              <a:spcAft>
                <a:spcPts val="0"/>
              </a:spcAft>
              <a:buNone/>
            </a:pPr>
            <a:r>
              <a:rPr b="1" i="0" lang="en-US" sz="1200">
                <a:solidFill>
                  <a:schemeClr val="dk1"/>
                </a:solidFill>
                <a:latin typeface="Times New Roman"/>
                <a:ea typeface="Times New Roman"/>
                <a:cs typeface="Times New Roman"/>
                <a:sym typeface="Times New Roman"/>
              </a:rPr>
              <a:t>LS1-3 </a:t>
            </a:r>
            <a:r>
              <a:rPr b="0" i="0" lang="en-US" sz="1200">
                <a:solidFill>
                  <a:schemeClr val="dk1"/>
                </a:solidFill>
                <a:latin typeface="Times New Roman"/>
                <a:ea typeface="Times New Roman"/>
                <a:cs typeface="Times New Roman"/>
                <a:sym typeface="Times New Roman"/>
              </a:rPr>
              <a:t>Plan and conduct an investigation to provide evidence that feedback mechanisms maintain homeostasis. </a:t>
            </a:r>
            <a:endParaRPr/>
          </a:p>
          <a:p>
            <a:pPr indent="0" lvl="0" marL="0" rtl="0" algn="l">
              <a:spcBef>
                <a:spcPts val="360"/>
              </a:spcBef>
              <a:spcAft>
                <a:spcPts val="0"/>
              </a:spcAft>
              <a:buNone/>
            </a:pPr>
            <a:r>
              <a:rPr b="1" i="0" lang="en-US" sz="1200">
                <a:solidFill>
                  <a:schemeClr val="dk1"/>
                </a:solidFill>
                <a:latin typeface="Times New Roman"/>
                <a:ea typeface="Times New Roman"/>
                <a:cs typeface="Times New Roman"/>
                <a:sym typeface="Times New Roman"/>
              </a:rPr>
              <a:t>ETS1-2</a:t>
            </a:r>
            <a:r>
              <a:rPr b="0" i="0" lang="en-US" sz="1200">
                <a:solidFill>
                  <a:schemeClr val="dk1"/>
                </a:solidFill>
                <a:latin typeface="Times New Roman"/>
                <a:ea typeface="Times New Roman"/>
                <a:cs typeface="Times New Roman"/>
                <a:sym typeface="Times New Roman"/>
              </a:rPr>
              <a:t> Design a solution to a complex real-world problem by breaking it down into smaller, more manageable problems that can be solved through engineering. </a:t>
            </a:r>
            <a:endParaRPr/>
          </a:p>
          <a:p>
            <a:pPr indent="0" lvl="0" marL="0" rtl="0" algn="l">
              <a:spcBef>
                <a:spcPts val="360"/>
              </a:spcBef>
              <a:spcAft>
                <a:spcPts val="0"/>
              </a:spcAft>
              <a:buNone/>
            </a:pPr>
            <a:r>
              <a:rPr b="1" i="0" lang="en-US" sz="1200">
                <a:solidFill>
                  <a:schemeClr val="dk1"/>
                </a:solidFill>
                <a:latin typeface="Times New Roman"/>
                <a:ea typeface="Times New Roman"/>
                <a:cs typeface="Times New Roman"/>
                <a:sym typeface="Times New Roman"/>
              </a:rPr>
              <a:t>ETS1-3 </a:t>
            </a:r>
            <a:r>
              <a:rPr b="0" i="0" lang="en-US" sz="1200">
                <a:solidFill>
                  <a:schemeClr val="dk1"/>
                </a:solidFill>
                <a:latin typeface="Times New Roman"/>
                <a:ea typeface="Times New Roman"/>
                <a:cs typeface="Times New Roman"/>
                <a:sym typeface="Times New Roman"/>
              </a:rPr>
              <a:t>Evaluate a solution to a complex real-world problem based on prioritized criteria and trade-offs that account for a range of constraints, including cost, safety, reliability, and aesthetics, as well as possible social, cultural, and environmental impacts.</a:t>
            </a:r>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111" name="Google Shape;111;p3: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12" name="Google Shape;112;p3: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 name="Google Shape;117;p4: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rPr b="1" i="0" lang="en-US" sz="1200">
                <a:solidFill>
                  <a:schemeClr val="dk1"/>
                </a:solidFill>
                <a:latin typeface="Times New Roman"/>
                <a:ea typeface="Times New Roman"/>
                <a:cs typeface="Times New Roman"/>
                <a:sym typeface="Times New Roman"/>
              </a:rPr>
              <a:t>Lesson Objective</a:t>
            </a:r>
            <a:endParaRPr/>
          </a:p>
          <a:p>
            <a:pPr indent="0" lvl="0" marL="0" rtl="0" algn="l">
              <a:spcBef>
                <a:spcPts val="360"/>
              </a:spcBef>
              <a:spcAft>
                <a:spcPts val="0"/>
              </a:spcAft>
              <a:buNone/>
            </a:pPr>
            <a:r>
              <a:rPr b="0" i="0" lang="en-US" sz="1200">
                <a:solidFill>
                  <a:schemeClr val="dk1"/>
                </a:solidFill>
                <a:latin typeface="Times New Roman"/>
                <a:ea typeface="Times New Roman"/>
                <a:cs typeface="Times New Roman"/>
                <a:sym typeface="Times New Roman"/>
              </a:rPr>
              <a:t>Construct explanations about the evidence that supports common ancestry and evolution of living organisms.</a:t>
            </a:r>
            <a:endParaRPr/>
          </a:p>
          <a:p>
            <a:pPr indent="0" lvl="0" marL="0" marR="0" rtl="0" algn="l">
              <a:lnSpc>
                <a:spcPct val="100000"/>
              </a:lnSpc>
              <a:spcBef>
                <a:spcPts val="360"/>
              </a:spcBef>
              <a:spcAft>
                <a:spcPts val="0"/>
              </a:spcAft>
              <a:buClr>
                <a:schemeClr val="dk1"/>
              </a:buClr>
              <a:buSzPts val="1200"/>
              <a:buFont typeface="Times New Roman"/>
              <a:buNone/>
            </a:pPr>
            <a:r>
              <a:t/>
            </a:r>
            <a:endParaRPr b="1" i="0" sz="1200">
              <a:solidFill>
                <a:schemeClr val="dk1"/>
              </a:solidFill>
              <a:latin typeface="Times New Roman"/>
              <a:ea typeface="Times New Roman"/>
              <a:cs typeface="Times New Roman"/>
              <a:sym typeface="Times New Roman"/>
            </a:endParaRPr>
          </a:p>
          <a:p>
            <a:pPr indent="0" lvl="0" marL="0" marR="0" rtl="0" algn="l">
              <a:lnSpc>
                <a:spcPct val="100000"/>
              </a:lnSpc>
              <a:spcBef>
                <a:spcPts val="360"/>
              </a:spcBef>
              <a:spcAft>
                <a:spcPts val="0"/>
              </a:spcAft>
              <a:buClr>
                <a:schemeClr val="dk1"/>
              </a:buClr>
              <a:buSzPts val="1200"/>
              <a:buFont typeface="Times New Roman"/>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118" name="Google Shape;118;p4: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19" name="Google Shape;119;p4: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5: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 name="Google Shape;132;p5: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133" name="Google Shape;133;p5: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34" name="Google Shape;134;p5: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6: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 name="Google Shape;144;p6: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a:p>
        </p:txBody>
      </p:sp>
      <p:sp>
        <p:nvSpPr>
          <p:cNvPr id="145" name="Google Shape;145;p6: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46" name="Google Shape;146;p6: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7: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6" name="Google Shape;156;p7: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157" name="Google Shape;157;p7: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58" name="Google Shape;158;p7: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8: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 name="Google Shape;167;p8: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a:p>
        </p:txBody>
      </p:sp>
      <p:sp>
        <p:nvSpPr>
          <p:cNvPr id="168" name="Google Shape;168;p8: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69" name="Google Shape;169;p8: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9: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8" name="Google Shape;178;p9: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a:p>
        </p:txBody>
      </p:sp>
      <p:sp>
        <p:nvSpPr>
          <p:cNvPr id="179" name="Google Shape;179;p9: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80" name="Google Shape;180;p9: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0: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p10: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a:p>
        </p:txBody>
      </p:sp>
      <p:sp>
        <p:nvSpPr>
          <p:cNvPr id="191" name="Google Shape;191;p10: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192" name="Google Shape;192;p10: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1: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2" name="Google Shape;202;p11: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a:p>
        </p:txBody>
      </p:sp>
      <p:sp>
        <p:nvSpPr>
          <p:cNvPr id="203" name="Google Shape;203;p11: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204" name="Google Shape;204;p11: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2: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 name="Google Shape;215;p12: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216" name="Google Shape;216;p12: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217" name="Google Shape;217;p12: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3: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6" name="Google Shape;226;p13: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227" name="Google Shape;227;p13: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228" name="Google Shape;228;p13: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4: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7" name="Google Shape;237;p14: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238" name="Google Shape;238;p14: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239" name="Google Shape;239;p14: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5: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 name="Google Shape;251;p15: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252" name="Google Shape;252;p15: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253" name="Google Shape;253;p15: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6: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2" name="Google Shape;262;p16: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263" name="Google Shape;263;p16: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264" name="Google Shape;264;p16: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7: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9" name="Google Shape;279;p17: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280" name="Google Shape;280;p17: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281" name="Google Shape;281;p17: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8: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3" name="Google Shape;293;p18: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294" name="Google Shape;294;p18: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295" name="Google Shape;295;p18: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9: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7" name="Google Shape;307;p19: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308" name="Google Shape;308;p19: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309" name="Google Shape;309;p19: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0: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8" name="Google Shape;318;p20: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319" name="Google Shape;319;p20: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320" name="Google Shape;320;p20: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1: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8" name="Google Shape;328;p21: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329" name="Google Shape;329;p21: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330" name="Google Shape;330;p21: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2: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8" name="Google Shape;338;p22: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a:p>
        </p:txBody>
      </p:sp>
      <p:sp>
        <p:nvSpPr>
          <p:cNvPr id="339" name="Google Shape;339;p22: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340" name="Google Shape;340;p22: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23: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1" name="Google Shape;351;p23: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352" name="Google Shape;352;p23: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353" name="Google Shape;353;p23: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24: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1" name="Google Shape;361;p24: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362" name="Google Shape;362;p24: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363" name="Google Shape;363;p24: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25: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6" name="Google Shape;376;p25: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b="0" i="0" sz="1200">
              <a:solidFill>
                <a:schemeClr val="dk1"/>
              </a:solidFill>
              <a:latin typeface="Times New Roman"/>
              <a:ea typeface="Times New Roman"/>
              <a:cs typeface="Times New Roman"/>
              <a:sym typeface="Times New Roman"/>
            </a:endParaRPr>
          </a:p>
        </p:txBody>
      </p:sp>
      <p:sp>
        <p:nvSpPr>
          <p:cNvPr id="377" name="Google Shape;377;p25: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378" name="Google Shape;378;p25: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26:notes"/>
          <p:cNvSpPr/>
          <p:nvPr>
            <p:ph idx="2" type="sldImg"/>
          </p:nvPr>
        </p:nvSpPr>
        <p:spPr>
          <a:xfrm>
            <a:off x="1196975" y="695325"/>
            <a:ext cx="4616450" cy="34623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7" name="Google Shape;387;p26:notes"/>
          <p:cNvSpPr txBox="1"/>
          <p:nvPr>
            <p:ph idx="1" type="body"/>
          </p:nvPr>
        </p:nvSpPr>
        <p:spPr>
          <a:xfrm>
            <a:off x="933451" y="4387771"/>
            <a:ext cx="5143500" cy="4154341"/>
          </a:xfrm>
          <a:prstGeom prst="rect">
            <a:avLst/>
          </a:prstGeom>
          <a:noFill/>
          <a:ln>
            <a:noFill/>
          </a:ln>
        </p:spPr>
        <p:txBody>
          <a:bodyPr anchorCtr="0" anchor="t" bIns="46825" lIns="93675" spcFirstLastPara="1" rIns="93675" wrap="square" tIns="46825">
            <a:noAutofit/>
          </a:bodyPr>
          <a:lstStyle/>
          <a:p>
            <a:pPr indent="0" lvl="0" marL="0" rtl="0" algn="l">
              <a:spcBef>
                <a:spcPts val="0"/>
              </a:spcBef>
              <a:spcAft>
                <a:spcPts val="0"/>
              </a:spcAft>
              <a:buNone/>
            </a:pPr>
            <a:r>
              <a:t/>
            </a:r>
            <a:endParaRPr/>
          </a:p>
        </p:txBody>
      </p:sp>
      <p:sp>
        <p:nvSpPr>
          <p:cNvPr id="388" name="Google Shape;388;p26:notes"/>
          <p:cNvSpPr txBox="1"/>
          <p:nvPr>
            <p:ph idx="10" type="dt"/>
          </p:nvPr>
        </p:nvSpPr>
        <p:spPr>
          <a:xfrm>
            <a:off x="3971929" y="1"/>
            <a:ext cx="3038475" cy="460542"/>
          </a:xfrm>
          <a:prstGeom prst="rect">
            <a:avLst/>
          </a:prstGeom>
          <a:noFill/>
          <a:ln>
            <a:noFill/>
          </a:ln>
        </p:spPr>
        <p:txBody>
          <a:bodyPr anchorCtr="0" anchor="t" bIns="46825" lIns="93675" spcFirstLastPara="1" rIns="93675" wrap="square" tIns="46825">
            <a:noAutofit/>
          </a:bodyPr>
          <a:lstStyle/>
          <a:p>
            <a:pPr indent="0" lvl="0" marL="0" rtl="0" algn="r">
              <a:spcBef>
                <a:spcPts val="0"/>
              </a:spcBef>
              <a:spcAft>
                <a:spcPts val="0"/>
              </a:spcAft>
              <a:buNone/>
            </a:pPr>
            <a:r>
              <a:rPr lang="en-US"/>
              <a:t>9/23/20</a:t>
            </a:r>
            <a:endParaRPr/>
          </a:p>
        </p:txBody>
      </p:sp>
      <p:sp>
        <p:nvSpPr>
          <p:cNvPr id="389" name="Google Shape;389;p26:notes"/>
          <p:cNvSpPr txBox="1"/>
          <p:nvPr>
            <p:ph idx="12" type="sldNum"/>
          </p:nvPr>
        </p:nvSpPr>
        <p:spPr>
          <a:xfrm>
            <a:off x="3971929" y="8775536"/>
            <a:ext cx="3038475" cy="460542"/>
          </a:xfrm>
          <a:prstGeom prst="rect">
            <a:avLst/>
          </a:prstGeom>
          <a:noFill/>
          <a:ln>
            <a:noFill/>
          </a:ln>
        </p:spPr>
        <p:txBody>
          <a:bodyPr anchorCtr="0" anchor="b" bIns="46825" lIns="93675" spcFirstLastPara="1" rIns="93675" wrap="square" tIns="468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27:notes"/>
          <p:cNvSpPr txBox="1"/>
          <p:nvPr>
            <p:ph idx="1" type="body"/>
          </p:nvPr>
        </p:nvSpPr>
        <p:spPr>
          <a:xfrm>
            <a:off x="701025" y="4387125"/>
            <a:ext cx="5608300" cy="415622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7:notes"/>
          <p:cNvSpPr/>
          <p:nvPr>
            <p:ph idx="2" type="sldImg"/>
          </p:nvPr>
        </p:nvSpPr>
        <p:spPr>
          <a:xfrm>
            <a:off x="1168625" y="692700"/>
            <a:ext cx="4673825" cy="34635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jpg"/><Relationship Id="rId3"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 name="Shape 12"/>
        <p:cNvGrpSpPr/>
        <p:nvPr/>
      </p:nvGrpSpPr>
      <p:grpSpPr>
        <a:xfrm>
          <a:off x="0" y="0"/>
          <a:ext cx="0" cy="0"/>
          <a:chOff x="0" y="0"/>
          <a:chExt cx="0" cy="0"/>
        </a:xfrm>
      </p:grpSpPr>
      <p:sp>
        <p:nvSpPr>
          <p:cNvPr id="13" name="Google Shape;13;p2"/>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2A900"/>
              </a:buClr>
              <a:buSzPts val="2800"/>
              <a:buFont typeface="Cambria"/>
              <a:buNone/>
              <a:defRPr>
                <a:solidFill>
                  <a:srgbClr val="F2A900"/>
                </a:solidFill>
                <a:latin typeface="Cambria"/>
                <a:ea typeface="Cambria"/>
                <a:cs typeface="Cambria"/>
                <a:sym typeface="Cambri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
          <p:cNvSpPr txBox="1"/>
          <p:nvPr>
            <p:ph idx="1" type="body"/>
          </p:nvPr>
        </p:nvSpPr>
        <p:spPr>
          <a:xfrm>
            <a:off x="457200" y="1151692"/>
            <a:ext cx="8229600" cy="4799741"/>
          </a:xfrm>
          <a:prstGeom prst="rect">
            <a:avLst/>
          </a:prstGeom>
          <a:noFill/>
          <a:ln>
            <a:noFill/>
          </a:ln>
        </p:spPr>
        <p:txBody>
          <a:bodyPr anchorCtr="0" anchor="t" bIns="45700" lIns="0" spcFirstLastPara="1" rIns="0" wrap="square" tIns="45700">
            <a:noAutofit/>
          </a:bodyPr>
          <a:lstStyle>
            <a:lvl1pPr indent="-365760" lvl="0" marL="457200" algn="l">
              <a:spcBef>
                <a:spcPts val="0"/>
              </a:spcBef>
              <a:spcAft>
                <a:spcPts val="0"/>
              </a:spcAft>
              <a:buClr>
                <a:schemeClr val="dk1"/>
              </a:buClr>
              <a:buSzPts val="2160"/>
              <a:buChar char="•"/>
              <a:defRPr/>
            </a:lvl1pPr>
            <a:lvl2pPr indent="-342900" lvl="1" marL="914400" algn="l">
              <a:spcBef>
                <a:spcPts val="0"/>
              </a:spcBef>
              <a:spcAft>
                <a:spcPts val="0"/>
              </a:spcAft>
              <a:buClr>
                <a:schemeClr val="dk1"/>
              </a:buClr>
              <a:buSzPts val="1800"/>
              <a:buChar char="–"/>
              <a:defRPr/>
            </a:lvl2pPr>
            <a:lvl3pPr indent="-342900" lvl="2" marL="1371600" algn="l">
              <a:spcBef>
                <a:spcPts val="0"/>
              </a:spcBef>
              <a:spcAft>
                <a:spcPts val="0"/>
              </a:spcAft>
              <a:buClr>
                <a:schemeClr val="dk1"/>
              </a:buClr>
              <a:buSzPts val="1800"/>
              <a:buChar char="•"/>
              <a:defRPr/>
            </a:lvl3pPr>
            <a:lvl4pPr indent="-342900" lvl="3" marL="1828800" algn="l">
              <a:spcBef>
                <a:spcPts val="0"/>
              </a:spcBef>
              <a:spcAft>
                <a:spcPts val="0"/>
              </a:spcAft>
              <a:buClr>
                <a:schemeClr val="dk1"/>
              </a:buClr>
              <a:buSzPts val="1800"/>
              <a:buChar char="-"/>
              <a:defRPr/>
            </a:lvl4pPr>
            <a:lvl5pPr indent="-342900" lvl="4" marL="2286000" algn="l">
              <a:spcBef>
                <a:spcPts val="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 name="Google Shape;15;p2"/>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16" name="Shape 16"/>
        <p:cNvGrpSpPr/>
        <p:nvPr/>
      </p:nvGrpSpPr>
      <p:grpSpPr>
        <a:xfrm>
          <a:off x="0" y="0"/>
          <a:ext cx="0" cy="0"/>
          <a:chOff x="0" y="0"/>
          <a:chExt cx="0" cy="0"/>
        </a:xfrm>
      </p:grpSpPr>
      <p:grpSp>
        <p:nvGrpSpPr>
          <p:cNvPr id="17" name="Google Shape;17;p3"/>
          <p:cNvGrpSpPr/>
          <p:nvPr/>
        </p:nvGrpSpPr>
        <p:grpSpPr>
          <a:xfrm>
            <a:off x="457200" y="442000"/>
            <a:ext cx="8235757" cy="5504790"/>
            <a:chOff x="457200" y="442000"/>
            <a:chExt cx="8235757" cy="5504790"/>
          </a:xfrm>
        </p:grpSpPr>
        <p:sp>
          <p:nvSpPr>
            <p:cNvPr id="18" name="Google Shape;18;p3"/>
            <p:cNvSpPr/>
            <p:nvPr/>
          </p:nvSpPr>
          <p:spPr>
            <a:xfrm>
              <a:off x="457200" y="1603390"/>
              <a:ext cx="7251192" cy="43434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pic>
          <p:nvPicPr>
            <p:cNvPr descr="HMH_vertical logo.png" id="19" name="Google Shape;19;p3"/>
            <p:cNvPicPr preferRelativeResize="0"/>
            <p:nvPr/>
          </p:nvPicPr>
          <p:blipFill rotWithShape="1">
            <a:blip r:embed="rId2">
              <a:alphaModFix/>
            </a:blip>
            <a:srcRect b="0" l="0" r="0" t="0"/>
            <a:stretch/>
          </p:blipFill>
          <p:spPr>
            <a:xfrm>
              <a:off x="7042912" y="442000"/>
              <a:ext cx="1650045" cy="1039328"/>
            </a:xfrm>
            <a:prstGeom prst="rect">
              <a:avLst/>
            </a:prstGeom>
            <a:noFill/>
            <a:ln>
              <a:noFill/>
            </a:ln>
          </p:spPr>
        </p:pic>
      </p:grpSp>
      <p:sp>
        <p:nvSpPr>
          <p:cNvPr id="20" name="Google Shape;20;p3"/>
          <p:cNvSpPr txBox="1"/>
          <p:nvPr>
            <p:ph type="ctrTitle"/>
          </p:nvPr>
        </p:nvSpPr>
        <p:spPr>
          <a:xfrm>
            <a:off x="706001" y="1662793"/>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4000"/>
              <a:buFont typeface="Calibri"/>
              <a:buNone/>
              <a:defRPr b="1" sz="40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subTitle"/>
          </p:nvPr>
        </p:nvSpPr>
        <p:spPr>
          <a:xfrm>
            <a:off x="706001" y="2305216"/>
            <a:ext cx="6400800" cy="175260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2880"/>
              <a:buNone/>
              <a:defRPr b="1" sz="2400">
                <a:solidFill>
                  <a:srgbClr val="FFFFFF"/>
                </a:solidFill>
              </a:defRPr>
            </a:lvl1pPr>
            <a:lvl2pPr lvl="1" algn="ctr">
              <a:spcBef>
                <a:spcPts val="0"/>
              </a:spcBef>
              <a:spcAft>
                <a:spcPts val="0"/>
              </a:spcAft>
              <a:buClr>
                <a:srgbClr val="979899"/>
              </a:buClr>
              <a:buSzPts val="2000"/>
              <a:buNone/>
              <a:defRPr>
                <a:solidFill>
                  <a:srgbClr val="979899"/>
                </a:solidFill>
              </a:defRPr>
            </a:lvl2pPr>
            <a:lvl3pPr lvl="2" algn="ctr">
              <a:spcBef>
                <a:spcPts val="0"/>
              </a:spcBef>
              <a:spcAft>
                <a:spcPts val="0"/>
              </a:spcAft>
              <a:buClr>
                <a:srgbClr val="979899"/>
              </a:buClr>
              <a:buSzPts val="2000"/>
              <a:buNone/>
              <a:defRPr>
                <a:solidFill>
                  <a:srgbClr val="979899"/>
                </a:solidFill>
              </a:defRPr>
            </a:lvl3pPr>
            <a:lvl4pPr lvl="3" algn="ctr">
              <a:spcBef>
                <a:spcPts val="0"/>
              </a:spcBef>
              <a:spcAft>
                <a:spcPts val="0"/>
              </a:spcAft>
              <a:buClr>
                <a:srgbClr val="979899"/>
              </a:buClr>
              <a:buSzPts val="2000"/>
              <a:buNone/>
              <a:defRPr>
                <a:solidFill>
                  <a:srgbClr val="979899"/>
                </a:solidFill>
              </a:defRPr>
            </a:lvl4pPr>
            <a:lvl5pPr lvl="4" algn="ctr">
              <a:spcBef>
                <a:spcPts val="0"/>
              </a:spcBef>
              <a:spcAft>
                <a:spcPts val="0"/>
              </a:spcAft>
              <a:buClr>
                <a:srgbClr val="979899"/>
              </a:buClr>
              <a:buSzPts val="2000"/>
              <a:buNone/>
              <a:defRPr>
                <a:solidFill>
                  <a:srgbClr val="979899"/>
                </a:solidFill>
              </a:defRPr>
            </a:lvl5pPr>
            <a:lvl6pPr lvl="5" algn="ctr">
              <a:spcBef>
                <a:spcPts val="400"/>
              </a:spcBef>
              <a:spcAft>
                <a:spcPts val="0"/>
              </a:spcAft>
              <a:buClr>
                <a:srgbClr val="979899"/>
              </a:buClr>
              <a:buSzPts val="2000"/>
              <a:buNone/>
              <a:defRPr>
                <a:solidFill>
                  <a:srgbClr val="979899"/>
                </a:solidFill>
              </a:defRPr>
            </a:lvl6pPr>
            <a:lvl7pPr lvl="6" algn="ctr">
              <a:spcBef>
                <a:spcPts val="400"/>
              </a:spcBef>
              <a:spcAft>
                <a:spcPts val="0"/>
              </a:spcAft>
              <a:buClr>
                <a:srgbClr val="979899"/>
              </a:buClr>
              <a:buSzPts val="2000"/>
              <a:buNone/>
              <a:defRPr>
                <a:solidFill>
                  <a:srgbClr val="979899"/>
                </a:solidFill>
              </a:defRPr>
            </a:lvl7pPr>
            <a:lvl8pPr lvl="7" algn="ctr">
              <a:spcBef>
                <a:spcPts val="400"/>
              </a:spcBef>
              <a:spcAft>
                <a:spcPts val="0"/>
              </a:spcAft>
              <a:buClr>
                <a:srgbClr val="979899"/>
              </a:buClr>
              <a:buSzPts val="2000"/>
              <a:buNone/>
              <a:defRPr>
                <a:solidFill>
                  <a:srgbClr val="979899"/>
                </a:solidFill>
              </a:defRPr>
            </a:lvl8pPr>
            <a:lvl9pPr lvl="8" algn="ctr">
              <a:spcBef>
                <a:spcPts val="400"/>
              </a:spcBef>
              <a:spcAft>
                <a:spcPts val="0"/>
              </a:spcAft>
              <a:buClr>
                <a:srgbClr val="979899"/>
              </a:buClr>
              <a:buSzPts val="2000"/>
              <a:buNone/>
              <a:defRPr>
                <a:solidFill>
                  <a:srgbClr val="979899"/>
                </a:solidFill>
              </a:defRPr>
            </a:lvl9pPr>
          </a:lstStyle>
          <a:p/>
        </p:txBody>
      </p:sp>
      <p:sp>
        <p:nvSpPr>
          <p:cNvPr id="22" name="Google Shape;22;p3"/>
          <p:cNvSpPr txBox="1"/>
          <p:nvPr>
            <p:ph idx="2" type="body"/>
          </p:nvPr>
        </p:nvSpPr>
        <p:spPr>
          <a:xfrm>
            <a:off x="706001" y="932464"/>
            <a:ext cx="3675499" cy="597725"/>
          </a:xfrm>
          <a:prstGeom prst="rect">
            <a:avLst/>
          </a:prstGeom>
          <a:noFill/>
          <a:ln>
            <a:noFill/>
          </a:ln>
        </p:spPr>
        <p:txBody>
          <a:bodyPr anchorCtr="0" anchor="b" bIns="45700" lIns="0" spcFirstLastPara="1" rIns="0" wrap="square" tIns="45700">
            <a:noAutofit/>
          </a:bodyPr>
          <a:lstStyle>
            <a:lvl1pPr indent="-228600" lvl="0" marL="457200" algn="l">
              <a:spcBef>
                <a:spcPts val="600"/>
              </a:spcBef>
              <a:spcAft>
                <a:spcPts val="0"/>
              </a:spcAft>
              <a:buClr>
                <a:srgbClr val="54585A"/>
              </a:buClr>
              <a:buSzPts val="1680"/>
              <a:buNone/>
              <a:defRPr b="1" sz="1400">
                <a:solidFill>
                  <a:srgbClr val="54585A"/>
                </a:solidFill>
              </a:defRPr>
            </a:lvl1pPr>
            <a:lvl2pPr indent="-228600" lvl="1" marL="914400" algn="l">
              <a:spcBef>
                <a:spcPts val="0"/>
              </a:spcBef>
              <a:spcAft>
                <a:spcPts val="0"/>
              </a:spcAft>
              <a:buClr>
                <a:srgbClr val="54585A"/>
              </a:buClr>
              <a:buSzPts val="1400"/>
              <a:buNone/>
              <a:defRPr b="1" sz="1400">
                <a:solidFill>
                  <a:srgbClr val="54585A"/>
                </a:solidFill>
              </a:defRPr>
            </a:lvl2pPr>
            <a:lvl3pPr indent="-228600" lvl="2" marL="1371600" algn="l">
              <a:spcBef>
                <a:spcPts val="0"/>
              </a:spcBef>
              <a:spcAft>
                <a:spcPts val="0"/>
              </a:spcAft>
              <a:buClr>
                <a:srgbClr val="54585A"/>
              </a:buClr>
              <a:buSzPts val="1400"/>
              <a:buNone/>
              <a:defRPr b="1" sz="1400">
                <a:solidFill>
                  <a:srgbClr val="54585A"/>
                </a:solidFill>
              </a:defRPr>
            </a:lvl3pPr>
            <a:lvl4pPr indent="-228600" lvl="3" marL="1828800" algn="l">
              <a:spcBef>
                <a:spcPts val="0"/>
              </a:spcBef>
              <a:spcAft>
                <a:spcPts val="0"/>
              </a:spcAft>
              <a:buClr>
                <a:srgbClr val="54585A"/>
              </a:buClr>
              <a:buSzPts val="1400"/>
              <a:buNone/>
              <a:defRPr b="1" sz="1400">
                <a:solidFill>
                  <a:srgbClr val="54585A"/>
                </a:solidFill>
              </a:defRPr>
            </a:lvl4pPr>
            <a:lvl5pPr indent="-228600" lvl="4" marL="2286000" algn="l">
              <a:spcBef>
                <a:spcPts val="0"/>
              </a:spcBef>
              <a:spcAft>
                <a:spcPts val="0"/>
              </a:spcAft>
              <a:buClr>
                <a:srgbClr val="54585A"/>
              </a:buClr>
              <a:buSzPts val="1400"/>
              <a:buNone/>
              <a:defRPr b="1" sz="1400">
                <a:solidFill>
                  <a:srgbClr val="54585A"/>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4"/>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457200" y="1146175"/>
            <a:ext cx="3994150" cy="4525963"/>
          </a:xfrm>
          <a:prstGeom prst="rect">
            <a:avLst/>
          </a:prstGeom>
          <a:noFill/>
          <a:ln>
            <a:noFill/>
          </a:ln>
        </p:spPr>
        <p:txBody>
          <a:bodyPr anchorCtr="0" anchor="t" bIns="45700" lIns="0" spcFirstLastPara="1" rIns="0" wrap="square" tIns="45700">
            <a:noAutofit/>
          </a:bodyPr>
          <a:lstStyle>
            <a:lvl1pPr indent="-365760" lvl="0" marL="457200" algn="l">
              <a:spcBef>
                <a:spcPts val="0"/>
              </a:spcBef>
              <a:spcAft>
                <a:spcPts val="0"/>
              </a:spcAft>
              <a:buClr>
                <a:schemeClr val="dk1"/>
              </a:buClr>
              <a:buSzPts val="2160"/>
              <a:buChar char="•"/>
              <a:defRPr sz="1800"/>
            </a:lvl1pPr>
            <a:lvl2pPr indent="-342900" lvl="1" marL="914400" algn="l">
              <a:spcBef>
                <a:spcPts val="0"/>
              </a:spcBef>
              <a:spcAft>
                <a:spcPts val="0"/>
              </a:spcAft>
              <a:buClr>
                <a:schemeClr val="dk1"/>
              </a:buClr>
              <a:buSzPts val="1800"/>
              <a:buChar char="–"/>
              <a:defRPr sz="1800"/>
            </a:lvl2pPr>
            <a:lvl3pPr indent="-342900" lvl="2" marL="1371600" algn="l">
              <a:spcBef>
                <a:spcPts val="0"/>
              </a:spcBef>
              <a:spcAft>
                <a:spcPts val="0"/>
              </a:spcAft>
              <a:buClr>
                <a:schemeClr val="dk1"/>
              </a:buClr>
              <a:buSzPts val="1800"/>
              <a:buChar char="•"/>
              <a:defRPr sz="1800"/>
            </a:lvl3pPr>
            <a:lvl4pPr indent="-342900" lvl="3" marL="1828800" algn="l">
              <a:spcBef>
                <a:spcPts val="0"/>
              </a:spcBef>
              <a:spcAft>
                <a:spcPts val="0"/>
              </a:spcAft>
              <a:buClr>
                <a:schemeClr val="dk1"/>
              </a:buClr>
              <a:buSzPts val="1800"/>
              <a:buChar char="-"/>
              <a:defRPr sz="1800"/>
            </a:lvl4pPr>
            <a:lvl5pPr indent="-342900" lvl="4" marL="2286000" algn="l">
              <a:spcBef>
                <a:spcPts val="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6" name="Google Shape;26;p4"/>
          <p:cNvSpPr txBox="1"/>
          <p:nvPr>
            <p:ph idx="2" type="body"/>
          </p:nvPr>
        </p:nvSpPr>
        <p:spPr>
          <a:xfrm>
            <a:off x="4692650" y="1146175"/>
            <a:ext cx="3994150" cy="4525963"/>
          </a:xfrm>
          <a:prstGeom prst="rect">
            <a:avLst/>
          </a:prstGeom>
          <a:noFill/>
          <a:ln>
            <a:noFill/>
          </a:ln>
        </p:spPr>
        <p:txBody>
          <a:bodyPr anchorCtr="0" anchor="t" bIns="45700" lIns="0" spcFirstLastPara="1" rIns="0" wrap="square" tIns="45700">
            <a:noAutofit/>
          </a:bodyPr>
          <a:lstStyle>
            <a:lvl1pPr indent="-365760" lvl="0" marL="457200" algn="l">
              <a:spcBef>
                <a:spcPts val="0"/>
              </a:spcBef>
              <a:spcAft>
                <a:spcPts val="0"/>
              </a:spcAft>
              <a:buClr>
                <a:schemeClr val="dk1"/>
              </a:buClr>
              <a:buSzPts val="2160"/>
              <a:buChar char="•"/>
              <a:defRPr sz="1800"/>
            </a:lvl1pPr>
            <a:lvl2pPr indent="-342900" lvl="1" marL="914400" algn="l">
              <a:spcBef>
                <a:spcPts val="0"/>
              </a:spcBef>
              <a:spcAft>
                <a:spcPts val="0"/>
              </a:spcAft>
              <a:buClr>
                <a:schemeClr val="dk1"/>
              </a:buClr>
              <a:buSzPts val="1800"/>
              <a:buChar char="–"/>
              <a:defRPr sz="1800"/>
            </a:lvl2pPr>
            <a:lvl3pPr indent="-342900" lvl="2" marL="1371600" algn="l">
              <a:spcBef>
                <a:spcPts val="0"/>
              </a:spcBef>
              <a:spcAft>
                <a:spcPts val="0"/>
              </a:spcAft>
              <a:buClr>
                <a:schemeClr val="dk1"/>
              </a:buClr>
              <a:buSzPts val="1800"/>
              <a:buChar char="•"/>
              <a:defRPr sz="1800"/>
            </a:lvl3pPr>
            <a:lvl4pPr indent="-342900" lvl="3" marL="1828800" algn="l">
              <a:spcBef>
                <a:spcPts val="0"/>
              </a:spcBef>
              <a:spcAft>
                <a:spcPts val="0"/>
              </a:spcAft>
              <a:buClr>
                <a:schemeClr val="dk1"/>
              </a:buClr>
              <a:buSzPts val="1800"/>
              <a:buChar char="-"/>
              <a:defRPr sz="1800"/>
            </a:lvl4pPr>
            <a:lvl5pPr indent="-342900" lvl="4" marL="2286000" algn="l">
              <a:spcBef>
                <a:spcPts val="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7" name="Google Shape;27;p4"/>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rinter-friendly" showMasterSp="0">
  <p:cSld name="Title Slide printer-friendly">
    <p:spTree>
      <p:nvGrpSpPr>
        <p:cNvPr id="28" name="Shape 28"/>
        <p:cNvGrpSpPr/>
        <p:nvPr/>
      </p:nvGrpSpPr>
      <p:grpSpPr>
        <a:xfrm>
          <a:off x="0" y="0"/>
          <a:ext cx="0" cy="0"/>
          <a:chOff x="0" y="0"/>
          <a:chExt cx="0" cy="0"/>
        </a:xfrm>
      </p:grpSpPr>
      <p:grpSp>
        <p:nvGrpSpPr>
          <p:cNvPr id="29" name="Google Shape;29;p5"/>
          <p:cNvGrpSpPr/>
          <p:nvPr/>
        </p:nvGrpSpPr>
        <p:grpSpPr>
          <a:xfrm>
            <a:off x="500784" y="442000"/>
            <a:ext cx="8192173" cy="5456923"/>
            <a:chOff x="500784" y="442000"/>
            <a:chExt cx="8192173" cy="5456923"/>
          </a:xfrm>
        </p:grpSpPr>
        <p:sp>
          <p:nvSpPr>
            <p:cNvPr id="30" name="Google Shape;30;p5"/>
            <p:cNvSpPr/>
            <p:nvPr/>
          </p:nvSpPr>
          <p:spPr>
            <a:xfrm>
              <a:off x="500784" y="1646968"/>
              <a:ext cx="7150604" cy="4251955"/>
            </a:xfrm>
            <a:prstGeom prst="rect">
              <a:avLst/>
            </a:prstGeom>
            <a:noFill/>
            <a:ln cap="flat" cmpd="sng" w="1016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pic>
          <p:nvPicPr>
            <p:cNvPr descr="HMH_vertical logo.png" id="31" name="Google Shape;31;p5"/>
            <p:cNvPicPr preferRelativeResize="0"/>
            <p:nvPr/>
          </p:nvPicPr>
          <p:blipFill rotWithShape="1">
            <a:blip r:embed="rId2">
              <a:alphaModFix/>
            </a:blip>
            <a:srcRect b="0" l="0" r="0" t="0"/>
            <a:stretch/>
          </p:blipFill>
          <p:spPr>
            <a:xfrm>
              <a:off x="7042912" y="442000"/>
              <a:ext cx="1650045" cy="1039328"/>
            </a:xfrm>
            <a:prstGeom prst="rect">
              <a:avLst/>
            </a:prstGeom>
            <a:noFill/>
            <a:ln>
              <a:noFill/>
            </a:ln>
          </p:spPr>
        </p:pic>
      </p:grpSp>
      <p:sp>
        <p:nvSpPr>
          <p:cNvPr id="32" name="Google Shape;32;p5"/>
          <p:cNvSpPr txBox="1"/>
          <p:nvPr>
            <p:ph type="ctrTitle"/>
          </p:nvPr>
        </p:nvSpPr>
        <p:spPr>
          <a:xfrm>
            <a:off x="701675" y="1660525"/>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chemeClr val="dk2"/>
              </a:buClr>
              <a:buSzPts val="4000"/>
              <a:buFont typeface="Calibri"/>
              <a:buNone/>
              <a:defRPr b="1"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subTitle"/>
          </p:nvPr>
        </p:nvSpPr>
        <p:spPr>
          <a:xfrm>
            <a:off x="701675" y="2305339"/>
            <a:ext cx="6400800" cy="1593273"/>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2A900"/>
              </a:buClr>
              <a:buSzPts val="2880"/>
              <a:buNone/>
              <a:defRPr b="1" sz="2400">
                <a:solidFill>
                  <a:srgbClr val="F2A900"/>
                </a:solidFill>
              </a:defRPr>
            </a:lvl1pPr>
            <a:lvl2pPr lvl="1" algn="ctr">
              <a:spcBef>
                <a:spcPts val="0"/>
              </a:spcBef>
              <a:spcAft>
                <a:spcPts val="0"/>
              </a:spcAft>
              <a:buClr>
                <a:srgbClr val="979899"/>
              </a:buClr>
              <a:buSzPts val="2000"/>
              <a:buNone/>
              <a:defRPr>
                <a:solidFill>
                  <a:srgbClr val="979899"/>
                </a:solidFill>
              </a:defRPr>
            </a:lvl2pPr>
            <a:lvl3pPr lvl="2" algn="ctr">
              <a:spcBef>
                <a:spcPts val="0"/>
              </a:spcBef>
              <a:spcAft>
                <a:spcPts val="0"/>
              </a:spcAft>
              <a:buClr>
                <a:srgbClr val="979899"/>
              </a:buClr>
              <a:buSzPts val="2000"/>
              <a:buNone/>
              <a:defRPr>
                <a:solidFill>
                  <a:srgbClr val="979899"/>
                </a:solidFill>
              </a:defRPr>
            </a:lvl3pPr>
            <a:lvl4pPr lvl="3" algn="ctr">
              <a:spcBef>
                <a:spcPts val="0"/>
              </a:spcBef>
              <a:spcAft>
                <a:spcPts val="0"/>
              </a:spcAft>
              <a:buClr>
                <a:srgbClr val="979899"/>
              </a:buClr>
              <a:buSzPts val="2000"/>
              <a:buNone/>
              <a:defRPr>
                <a:solidFill>
                  <a:srgbClr val="979899"/>
                </a:solidFill>
              </a:defRPr>
            </a:lvl4pPr>
            <a:lvl5pPr lvl="4" algn="ctr">
              <a:spcBef>
                <a:spcPts val="0"/>
              </a:spcBef>
              <a:spcAft>
                <a:spcPts val="0"/>
              </a:spcAft>
              <a:buClr>
                <a:srgbClr val="979899"/>
              </a:buClr>
              <a:buSzPts val="2000"/>
              <a:buNone/>
              <a:defRPr>
                <a:solidFill>
                  <a:srgbClr val="979899"/>
                </a:solidFill>
              </a:defRPr>
            </a:lvl5pPr>
            <a:lvl6pPr lvl="5" algn="ctr">
              <a:spcBef>
                <a:spcPts val="400"/>
              </a:spcBef>
              <a:spcAft>
                <a:spcPts val="0"/>
              </a:spcAft>
              <a:buClr>
                <a:srgbClr val="979899"/>
              </a:buClr>
              <a:buSzPts val="2000"/>
              <a:buNone/>
              <a:defRPr>
                <a:solidFill>
                  <a:srgbClr val="979899"/>
                </a:solidFill>
              </a:defRPr>
            </a:lvl6pPr>
            <a:lvl7pPr lvl="6" algn="ctr">
              <a:spcBef>
                <a:spcPts val="400"/>
              </a:spcBef>
              <a:spcAft>
                <a:spcPts val="0"/>
              </a:spcAft>
              <a:buClr>
                <a:srgbClr val="979899"/>
              </a:buClr>
              <a:buSzPts val="2000"/>
              <a:buNone/>
              <a:defRPr>
                <a:solidFill>
                  <a:srgbClr val="979899"/>
                </a:solidFill>
              </a:defRPr>
            </a:lvl7pPr>
            <a:lvl8pPr lvl="7" algn="ctr">
              <a:spcBef>
                <a:spcPts val="400"/>
              </a:spcBef>
              <a:spcAft>
                <a:spcPts val="0"/>
              </a:spcAft>
              <a:buClr>
                <a:srgbClr val="979899"/>
              </a:buClr>
              <a:buSzPts val="2000"/>
              <a:buNone/>
              <a:defRPr>
                <a:solidFill>
                  <a:srgbClr val="979899"/>
                </a:solidFill>
              </a:defRPr>
            </a:lvl8pPr>
            <a:lvl9pPr lvl="8" algn="ctr">
              <a:spcBef>
                <a:spcPts val="400"/>
              </a:spcBef>
              <a:spcAft>
                <a:spcPts val="0"/>
              </a:spcAft>
              <a:buClr>
                <a:srgbClr val="979899"/>
              </a:buClr>
              <a:buSzPts val="2000"/>
              <a:buNone/>
              <a:defRPr>
                <a:solidFill>
                  <a:srgbClr val="979899"/>
                </a:solidFill>
              </a:defRPr>
            </a:lvl9pPr>
          </a:lstStyle>
          <a:p/>
        </p:txBody>
      </p:sp>
      <p:sp>
        <p:nvSpPr>
          <p:cNvPr id="34" name="Google Shape;34;p5"/>
          <p:cNvSpPr txBox="1"/>
          <p:nvPr>
            <p:ph idx="2" type="body"/>
          </p:nvPr>
        </p:nvSpPr>
        <p:spPr>
          <a:xfrm>
            <a:off x="701675" y="932464"/>
            <a:ext cx="3675499" cy="597725"/>
          </a:xfrm>
          <a:prstGeom prst="rect">
            <a:avLst/>
          </a:prstGeom>
          <a:noFill/>
          <a:ln>
            <a:noFill/>
          </a:ln>
        </p:spPr>
        <p:txBody>
          <a:bodyPr anchorCtr="0" anchor="b" bIns="45700" lIns="0" spcFirstLastPara="1" rIns="0" wrap="square" tIns="45700">
            <a:noAutofit/>
          </a:bodyPr>
          <a:lstStyle>
            <a:lvl1pPr indent="-228600" lvl="0" marL="457200" algn="l">
              <a:spcBef>
                <a:spcPts val="600"/>
              </a:spcBef>
              <a:spcAft>
                <a:spcPts val="0"/>
              </a:spcAft>
              <a:buClr>
                <a:srgbClr val="54585A"/>
              </a:buClr>
              <a:buSzPts val="1680"/>
              <a:buNone/>
              <a:defRPr b="1" sz="1400">
                <a:solidFill>
                  <a:srgbClr val="54585A"/>
                </a:solidFill>
              </a:defRPr>
            </a:lvl1pPr>
            <a:lvl2pPr indent="-228600" lvl="1" marL="914400" algn="l">
              <a:spcBef>
                <a:spcPts val="0"/>
              </a:spcBef>
              <a:spcAft>
                <a:spcPts val="0"/>
              </a:spcAft>
              <a:buClr>
                <a:srgbClr val="54585A"/>
              </a:buClr>
              <a:buSzPts val="1400"/>
              <a:buNone/>
              <a:defRPr b="1" sz="1400">
                <a:solidFill>
                  <a:srgbClr val="54585A"/>
                </a:solidFill>
              </a:defRPr>
            </a:lvl2pPr>
            <a:lvl3pPr indent="-228600" lvl="2" marL="1371600" algn="l">
              <a:spcBef>
                <a:spcPts val="0"/>
              </a:spcBef>
              <a:spcAft>
                <a:spcPts val="0"/>
              </a:spcAft>
              <a:buClr>
                <a:srgbClr val="54585A"/>
              </a:buClr>
              <a:buSzPts val="1400"/>
              <a:buNone/>
              <a:defRPr b="1" sz="1400">
                <a:solidFill>
                  <a:srgbClr val="54585A"/>
                </a:solidFill>
              </a:defRPr>
            </a:lvl3pPr>
            <a:lvl4pPr indent="-228600" lvl="3" marL="1828800" algn="l">
              <a:spcBef>
                <a:spcPts val="0"/>
              </a:spcBef>
              <a:spcAft>
                <a:spcPts val="0"/>
              </a:spcAft>
              <a:buClr>
                <a:srgbClr val="54585A"/>
              </a:buClr>
              <a:buSzPts val="1400"/>
              <a:buNone/>
              <a:defRPr b="1" sz="1400">
                <a:solidFill>
                  <a:srgbClr val="54585A"/>
                </a:solidFill>
              </a:defRPr>
            </a:lvl4pPr>
            <a:lvl5pPr indent="-228600" lvl="4" marL="2286000" algn="l">
              <a:spcBef>
                <a:spcPts val="0"/>
              </a:spcBef>
              <a:spcAft>
                <a:spcPts val="0"/>
              </a:spcAft>
              <a:buClr>
                <a:srgbClr val="54585A"/>
              </a:buClr>
              <a:buSzPts val="1400"/>
              <a:buNone/>
              <a:defRPr b="1" sz="1400">
                <a:solidFill>
                  <a:srgbClr val="54585A"/>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 Image" showMasterSp="0">
  <p:cSld name="Title Slide w Image">
    <p:spTree>
      <p:nvGrpSpPr>
        <p:cNvPr id="35" name="Shape 35"/>
        <p:cNvGrpSpPr/>
        <p:nvPr/>
      </p:nvGrpSpPr>
      <p:grpSpPr>
        <a:xfrm>
          <a:off x="0" y="0"/>
          <a:ext cx="0" cy="0"/>
          <a:chOff x="0" y="0"/>
          <a:chExt cx="0" cy="0"/>
        </a:xfrm>
      </p:grpSpPr>
      <p:pic>
        <p:nvPicPr>
          <p:cNvPr descr="A5H77N.jpg" id="36" name="Google Shape;36;p6"/>
          <p:cNvPicPr preferRelativeResize="0"/>
          <p:nvPr/>
        </p:nvPicPr>
        <p:blipFill rotWithShape="1">
          <a:blip r:embed="rId2">
            <a:alphaModFix/>
          </a:blip>
          <a:srcRect b="0" l="0" r="0" t="0"/>
          <a:stretch/>
        </p:blipFill>
        <p:spPr>
          <a:xfrm>
            <a:off x="477352" y="1621329"/>
            <a:ext cx="7232339" cy="4305531"/>
          </a:xfrm>
          <a:prstGeom prst="rect">
            <a:avLst/>
          </a:prstGeom>
          <a:noFill/>
          <a:ln>
            <a:noFill/>
          </a:ln>
        </p:spPr>
      </p:pic>
      <p:pic>
        <p:nvPicPr>
          <p:cNvPr descr="HMH_vertical logo.png" id="37" name="Google Shape;37;p6"/>
          <p:cNvPicPr preferRelativeResize="0"/>
          <p:nvPr/>
        </p:nvPicPr>
        <p:blipFill rotWithShape="1">
          <a:blip r:embed="rId3">
            <a:alphaModFix/>
          </a:blip>
          <a:srcRect b="0" l="0" r="0" t="0"/>
          <a:stretch/>
        </p:blipFill>
        <p:spPr>
          <a:xfrm>
            <a:off x="7042912" y="442000"/>
            <a:ext cx="1650045" cy="1039328"/>
          </a:xfrm>
          <a:prstGeom prst="rect">
            <a:avLst/>
          </a:prstGeom>
          <a:noFill/>
          <a:ln>
            <a:noFill/>
          </a:ln>
        </p:spPr>
      </p:pic>
      <p:sp>
        <p:nvSpPr>
          <p:cNvPr id="38" name="Google Shape;38;p6"/>
          <p:cNvSpPr txBox="1"/>
          <p:nvPr>
            <p:ph idx="1" type="body"/>
          </p:nvPr>
        </p:nvSpPr>
        <p:spPr>
          <a:xfrm>
            <a:off x="701675" y="932464"/>
            <a:ext cx="3675499" cy="597725"/>
          </a:xfrm>
          <a:prstGeom prst="rect">
            <a:avLst/>
          </a:prstGeom>
          <a:noFill/>
          <a:ln>
            <a:noFill/>
          </a:ln>
        </p:spPr>
        <p:txBody>
          <a:bodyPr anchorCtr="0" anchor="b" bIns="45700" lIns="0" spcFirstLastPara="1" rIns="0" wrap="square" tIns="45700">
            <a:noAutofit/>
          </a:bodyPr>
          <a:lstStyle>
            <a:lvl1pPr indent="-228600" lvl="0" marL="457200" algn="l">
              <a:spcBef>
                <a:spcPts val="600"/>
              </a:spcBef>
              <a:spcAft>
                <a:spcPts val="0"/>
              </a:spcAft>
              <a:buClr>
                <a:srgbClr val="54585A"/>
              </a:buClr>
              <a:buSzPts val="1680"/>
              <a:buNone/>
              <a:defRPr b="1" sz="1400">
                <a:solidFill>
                  <a:srgbClr val="54585A"/>
                </a:solidFill>
              </a:defRPr>
            </a:lvl1pPr>
            <a:lvl2pPr indent="-228600" lvl="1" marL="914400" algn="l">
              <a:spcBef>
                <a:spcPts val="0"/>
              </a:spcBef>
              <a:spcAft>
                <a:spcPts val="0"/>
              </a:spcAft>
              <a:buClr>
                <a:srgbClr val="54585A"/>
              </a:buClr>
              <a:buSzPts val="1400"/>
              <a:buNone/>
              <a:defRPr b="1" sz="1400">
                <a:solidFill>
                  <a:srgbClr val="54585A"/>
                </a:solidFill>
              </a:defRPr>
            </a:lvl2pPr>
            <a:lvl3pPr indent="-228600" lvl="2" marL="1371600" algn="l">
              <a:spcBef>
                <a:spcPts val="0"/>
              </a:spcBef>
              <a:spcAft>
                <a:spcPts val="0"/>
              </a:spcAft>
              <a:buClr>
                <a:srgbClr val="54585A"/>
              </a:buClr>
              <a:buSzPts val="1400"/>
              <a:buNone/>
              <a:defRPr b="1" sz="1400">
                <a:solidFill>
                  <a:srgbClr val="54585A"/>
                </a:solidFill>
              </a:defRPr>
            </a:lvl3pPr>
            <a:lvl4pPr indent="-228600" lvl="3" marL="1828800" algn="l">
              <a:spcBef>
                <a:spcPts val="0"/>
              </a:spcBef>
              <a:spcAft>
                <a:spcPts val="0"/>
              </a:spcAft>
              <a:buClr>
                <a:srgbClr val="54585A"/>
              </a:buClr>
              <a:buSzPts val="1400"/>
              <a:buNone/>
              <a:defRPr b="1" sz="1400">
                <a:solidFill>
                  <a:srgbClr val="54585A"/>
                </a:solidFill>
              </a:defRPr>
            </a:lvl4pPr>
            <a:lvl5pPr indent="-228600" lvl="4" marL="2286000" algn="l">
              <a:spcBef>
                <a:spcPts val="0"/>
              </a:spcBef>
              <a:spcAft>
                <a:spcPts val="0"/>
              </a:spcAft>
              <a:buClr>
                <a:srgbClr val="54585A"/>
              </a:buClr>
              <a:buSzPts val="1400"/>
              <a:buNone/>
              <a:defRPr b="1" sz="1400">
                <a:solidFill>
                  <a:srgbClr val="54585A"/>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9" name="Google Shape;39;p6"/>
          <p:cNvSpPr txBox="1"/>
          <p:nvPr/>
        </p:nvSpPr>
        <p:spPr>
          <a:xfrm>
            <a:off x="8250090" y="2296884"/>
            <a:ext cx="18466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rgbClr val="54585A"/>
              </a:solidFill>
              <a:latin typeface="Arial"/>
              <a:ea typeface="Arial"/>
              <a:cs typeface="Arial"/>
              <a:sym typeface="Arial"/>
            </a:endParaRPr>
          </a:p>
        </p:txBody>
      </p:sp>
      <p:sp>
        <p:nvSpPr>
          <p:cNvPr id="40" name="Google Shape;40;p6"/>
          <p:cNvSpPr/>
          <p:nvPr/>
        </p:nvSpPr>
        <p:spPr>
          <a:xfrm>
            <a:off x="111126" y="1754187"/>
            <a:ext cx="7143749" cy="2913061"/>
          </a:xfrm>
          <a:prstGeom prst="rect">
            <a:avLst/>
          </a:prstGeom>
          <a:noFill/>
          <a:ln cap="sq" cmpd="sng" w="381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sp>
        <p:nvSpPr>
          <p:cNvPr id="41" name="Google Shape;41;p6"/>
          <p:cNvSpPr txBox="1"/>
          <p:nvPr/>
        </p:nvSpPr>
        <p:spPr>
          <a:xfrm>
            <a:off x="730190" y="4435419"/>
            <a:ext cx="4704386" cy="2157599"/>
          </a:xfrm>
          <a:prstGeom prst="rect">
            <a:avLst/>
          </a:pr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050">
                <a:solidFill>
                  <a:srgbClr val="FFFFFF"/>
                </a:solidFill>
                <a:latin typeface="Arial"/>
                <a:ea typeface="Arial"/>
                <a:cs typeface="Arial"/>
                <a:sym typeface="Arial"/>
              </a:rPr>
              <a:t>Select an image that relates to the presentation subject.</a:t>
            </a:r>
            <a:endParaRPr/>
          </a:p>
          <a:p>
            <a:pPr indent="0" lvl="0" marL="0" marR="0" rtl="0" algn="l">
              <a:spcBef>
                <a:spcPts val="0"/>
              </a:spcBef>
              <a:spcAft>
                <a:spcPts val="0"/>
              </a:spcAft>
              <a:buNone/>
            </a:pPr>
            <a:r>
              <a:rPr b="1" lang="en-US" sz="1050">
                <a:solidFill>
                  <a:srgbClr val="FFFFFF"/>
                </a:solidFill>
                <a:latin typeface="Arial"/>
                <a:ea typeface="Arial"/>
                <a:cs typeface="Arial"/>
                <a:sym typeface="Arial"/>
              </a:rPr>
              <a:t>Do not use an image that reduces the visibility of the logo.</a:t>
            </a:r>
            <a:endParaRPr/>
          </a:p>
          <a:p>
            <a:pPr indent="0" lvl="0" marL="0" marR="0" rtl="0" algn="l">
              <a:spcBef>
                <a:spcPts val="0"/>
              </a:spcBef>
              <a:spcAft>
                <a:spcPts val="0"/>
              </a:spcAft>
              <a:buNone/>
            </a:pPr>
            <a:r>
              <a:rPr b="1" lang="en-US" sz="1050">
                <a:solidFill>
                  <a:srgbClr val="FFFFFF"/>
                </a:solidFill>
                <a:latin typeface="Arial"/>
                <a:ea typeface="Arial"/>
                <a:cs typeface="Arial"/>
                <a:sym typeface="Arial"/>
              </a:rPr>
              <a:t>Do not use more than one image!</a:t>
            </a:r>
            <a:endParaRPr/>
          </a:p>
          <a:p>
            <a:pPr indent="0" lvl="0" marL="0" marR="0" rtl="0" algn="l">
              <a:spcBef>
                <a:spcPts val="0"/>
              </a:spcBef>
              <a:spcAft>
                <a:spcPts val="0"/>
              </a:spcAft>
              <a:buNone/>
            </a:pPr>
            <a:r>
              <a:t/>
            </a:r>
            <a:endParaRPr b="1" sz="1000">
              <a:solidFill>
                <a:srgbClr val="FFFFFF"/>
              </a:solidFill>
              <a:latin typeface="Arial"/>
              <a:ea typeface="Arial"/>
              <a:cs typeface="Arial"/>
              <a:sym typeface="Arial"/>
            </a:endParaRPr>
          </a:p>
          <a:p>
            <a:pPr indent="0" lvl="0" marL="0" marR="0" rtl="0" algn="l">
              <a:spcBef>
                <a:spcPts val="0"/>
              </a:spcBef>
              <a:spcAft>
                <a:spcPts val="0"/>
              </a:spcAft>
              <a:buNone/>
            </a:pPr>
            <a:r>
              <a:rPr b="1" lang="en-US" sz="1000">
                <a:solidFill>
                  <a:srgbClr val="FFFFFF"/>
                </a:solidFill>
                <a:latin typeface="Arial"/>
                <a:ea typeface="Arial"/>
                <a:cs typeface="Arial"/>
                <a:sym typeface="Arial"/>
              </a:rPr>
              <a:t>Changing a photo in the image area</a:t>
            </a:r>
            <a:endParaRPr/>
          </a:p>
          <a:p>
            <a:pPr indent="0" lvl="0" marL="0" marR="0" rtl="0" algn="l">
              <a:spcBef>
                <a:spcPts val="0"/>
              </a:spcBef>
              <a:spcAft>
                <a:spcPts val="0"/>
              </a:spcAft>
              <a:buNone/>
            </a:pPr>
            <a:r>
              <a:rPr lang="en-US" sz="1000">
                <a:solidFill>
                  <a:srgbClr val="FFFFFF"/>
                </a:solidFill>
                <a:latin typeface="Arial"/>
                <a:ea typeface="Arial"/>
                <a:cs typeface="Arial"/>
                <a:sym typeface="Arial"/>
              </a:rPr>
              <a:t>In your menu bar select “View” &gt; “Master” &gt; “Slide Master”</a:t>
            </a:r>
            <a:endParaRPr/>
          </a:p>
          <a:p>
            <a:pPr indent="0" lvl="0" marL="0" marR="0" rtl="0" algn="l">
              <a:spcBef>
                <a:spcPts val="0"/>
              </a:spcBef>
              <a:spcAft>
                <a:spcPts val="0"/>
              </a:spcAft>
              <a:buNone/>
            </a:pPr>
            <a:r>
              <a:rPr lang="en-US" sz="1000">
                <a:solidFill>
                  <a:srgbClr val="FFFFFF"/>
                </a:solidFill>
                <a:latin typeface="Arial"/>
                <a:ea typeface="Arial"/>
                <a:cs typeface="Arial"/>
                <a:sym typeface="Arial"/>
              </a:rPr>
              <a:t>Go to the Title Slide Master you wish to change</a:t>
            </a:r>
            <a:endParaRPr/>
          </a:p>
          <a:p>
            <a:pPr indent="0" lvl="0" marL="0" marR="0" rtl="0" algn="l">
              <a:spcBef>
                <a:spcPts val="0"/>
              </a:spcBef>
              <a:spcAft>
                <a:spcPts val="0"/>
              </a:spcAft>
              <a:buNone/>
            </a:pPr>
            <a:r>
              <a:rPr lang="en-US" sz="1000">
                <a:solidFill>
                  <a:srgbClr val="FFFFFF"/>
                </a:solidFill>
                <a:latin typeface="Arial"/>
                <a:ea typeface="Arial"/>
                <a:cs typeface="Arial"/>
                <a:sym typeface="Arial"/>
              </a:rPr>
              <a:t>Select the image and delete </a:t>
            </a:r>
            <a:endParaRPr/>
          </a:p>
          <a:p>
            <a:pPr indent="0" lvl="0" marL="0" marR="0" rtl="0" algn="l">
              <a:spcBef>
                <a:spcPts val="0"/>
              </a:spcBef>
              <a:spcAft>
                <a:spcPts val="0"/>
              </a:spcAft>
              <a:buNone/>
            </a:pPr>
            <a:r>
              <a:rPr lang="en-US" sz="1000">
                <a:solidFill>
                  <a:srgbClr val="FFFFFF"/>
                </a:solidFill>
                <a:latin typeface="Arial"/>
                <a:ea typeface="Arial"/>
                <a:cs typeface="Arial"/>
                <a:sym typeface="Arial"/>
              </a:rPr>
              <a:t>Insert new image/photo on page and crop/resize to fit image area</a:t>
            </a:r>
            <a:endParaRPr/>
          </a:p>
          <a:p>
            <a:pPr indent="0" lvl="0" marL="0" marR="0" rtl="0" algn="l">
              <a:spcBef>
                <a:spcPts val="0"/>
              </a:spcBef>
              <a:spcAft>
                <a:spcPts val="0"/>
              </a:spcAft>
              <a:buNone/>
            </a:pPr>
            <a:r>
              <a:rPr lang="en-US" sz="1000">
                <a:solidFill>
                  <a:srgbClr val="FFFFFF"/>
                </a:solidFill>
                <a:latin typeface="Arial"/>
                <a:ea typeface="Arial"/>
                <a:cs typeface="Arial"/>
                <a:sym typeface="Arial"/>
              </a:rPr>
              <a:t>Once the new image placement is finalized, select “Arrange” &gt; “Send to back”</a:t>
            </a:r>
            <a:endParaRPr sz="1000">
              <a:solidFill>
                <a:srgbClr val="FFFFFF"/>
              </a:solidFill>
              <a:latin typeface="Arial"/>
              <a:ea typeface="Arial"/>
              <a:cs typeface="Arial"/>
              <a:sym typeface="Arial"/>
            </a:endParaRPr>
          </a:p>
          <a:p>
            <a:pPr indent="0" lvl="0" marL="0" marR="0" rtl="0" algn="l">
              <a:spcBef>
                <a:spcPts val="0"/>
              </a:spcBef>
              <a:spcAft>
                <a:spcPts val="0"/>
              </a:spcAft>
              <a:buNone/>
            </a:pPr>
            <a:r>
              <a:t/>
            </a:r>
            <a:endParaRPr b="1" sz="900">
              <a:solidFill>
                <a:srgbClr val="FFFFFF"/>
              </a:solidFill>
              <a:latin typeface="Arial"/>
              <a:ea typeface="Arial"/>
              <a:cs typeface="Arial"/>
              <a:sym typeface="Arial"/>
            </a:endParaRPr>
          </a:p>
          <a:p>
            <a:pPr indent="0" lvl="0" marL="0" marR="0" rtl="0" algn="l">
              <a:spcBef>
                <a:spcPts val="0"/>
              </a:spcBef>
              <a:spcAft>
                <a:spcPts val="0"/>
              </a:spcAft>
              <a:buNone/>
            </a:pPr>
            <a:r>
              <a:rPr b="1" lang="en-US" sz="1050">
                <a:solidFill>
                  <a:srgbClr val="FFFFFF"/>
                </a:solidFill>
                <a:latin typeface="Arial"/>
                <a:ea typeface="Arial"/>
                <a:cs typeface="Arial"/>
                <a:sym typeface="Arial"/>
              </a:rPr>
              <a:t>Delete these instructions before final use.</a:t>
            </a:r>
            <a:endParaRPr b="1" sz="1000">
              <a:solidFill>
                <a:srgbClr val="FFFFFF"/>
              </a:solidFill>
              <a:latin typeface="Arial"/>
              <a:ea typeface="Arial"/>
              <a:cs typeface="Arial"/>
              <a:sym typeface="Arial"/>
            </a:endParaRPr>
          </a:p>
        </p:txBody>
      </p:sp>
      <p:sp>
        <p:nvSpPr>
          <p:cNvPr id="42" name="Google Shape;42;p6"/>
          <p:cNvSpPr txBox="1"/>
          <p:nvPr>
            <p:ph type="ctrTitle"/>
          </p:nvPr>
        </p:nvSpPr>
        <p:spPr>
          <a:xfrm>
            <a:off x="701675" y="1660525"/>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4000"/>
              <a:buFont typeface="Calibri"/>
              <a:buNone/>
              <a:defRPr b="1" sz="40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6"/>
          <p:cNvSpPr txBox="1"/>
          <p:nvPr>
            <p:ph idx="2" type="subTitle"/>
          </p:nvPr>
        </p:nvSpPr>
        <p:spPr>
          <a:xfrm>
            <a:off x="701675" y="2301875"/>
            <a:ext cx="6400800" cy="175260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2880"/>
              <a:buNone/>
              <a:defRPr b="1" sz="2400">
                <a:solidFill>
                  <a:srgbClr val="FFFFFF"/>
                </a:solidFill>
              </a:defRPr>
            </a:lvl1pPr>
            <a:lvl2pPr lvl="1" algn="ctr">
              <a:spcBef>
                <a:spcPts val="0"/>
              </a:spcBef>
              <a:spcAft>
                <a:spcPts val="0"/>
              </a:spcAft>
              <a:buClr>
                <a:srgbClr val="979899"/>
              </a:buClr>
              <a:buSzPts val="2000"/>
              <a:buNone/>
              <a:defRPr>
                <a:solidFill>
                  <a:srgbClr val="979899"/>
                </a:solidFill>
              </a:defRPr>
            </a:lvl2pPr>
            <a:lvl3pPr lvl="2" algn="ctr">
              <a:spcBef>
                <a:spcPts val="0"/>
              </a:spcBef>
              <a:spcAft>
                <a:spcPts val="0"/>
              </a:spcAft>
              <a:buClr>
                <a:srgbClr val="979899"/>
              </a:buClr>
              <a:buSzPts val="2000"/>
              <a:buNone/>
              <a:defRPr>
                <a:solidFill>
                  <a:srgbClr val="979899"/>
                </a:solidFill>
              </a:defRPr>
            </a:lvl3pPr>
            <a:lvl4pPr lvl="3" algn="ctr">
              <a:spcBef>
                <a:spcPts val="0"/>
              </a:spcBef>
              <a:spcAft>
                <a:spcPts val="0"/>
              </a:spcAft>
              <a:buClr>
                <a:srgbClr val="979899"/>
              </a:buClr>
              <a:buSzPts val="2000"/>
              <a:buNone/>
              <a:defRPr>
                <a:solidFill>
                  <a:srgbClr val="979899"/>
                </a:solidFill>
              </a:defRPr>
            </a:lvl4pPr>
            <a:lvl5pPr lvl="4" algn="ctr">
              <a:spcBef>
                <a:spcPts val="0"/>
              </a:spcBef>
              <a:spcAft>
                <a:spcPts val="0"/>
              </a:spcAft>
              <a:buClr>
                <a:srgbClr val="979899"/>
              </a:buClr>
              <a:buSzPts val="2000"/>
              <a:buNone/>
              <a:defRPr>
                <a:solidFill>
                  <a:srgbClr val="979899"/>
                </a:solidFill>
              </a:defRPr>
            </a:lvl5pPr>
            <a:lvl6pPr lvl="5" algn="ctr">
              <a:spcBef>
                <a:spcPts val="400"/>
              </a:spcBef>
              <a:spcAft>
                <a:spcPts val="0"/>
              </a:spcAft>
              <a:buClr>
                <a:srgbClr val="979899"/>
              </a:buClr>
              <a:buSzPts val="2000"/>
              <a:buNone/>
              <a:defRPr>
                <a:solidFill>
                  <a:srgbClr val="979899"/>
                </a:solidFill>
              </a:defRPr>
            </a:lvl6pPr>
            <a:lvl7pPr lvl="6" algn="ctr">
              <a:spcBef>
                <a:spcPts val="400"/>
              </a:spcBef>
              <a:spcAft>
                <a:spcPts val="0"/>
              </a:spcAft>
              <a:buClr>
                <a:srgbClr val="979899"/>
              </a:buClr>
              <a:buSzPts val="2000"/>
              <a:buNone/>
              <a:defRPr>
                <a:solidFill>
                  <a:srgbClr val="979899"/>
                </a:solidFill>
              </a:defRPr>
            </a:lvl7pPr>
            <a:lvl8pPr lvl="7" algn="ctr">
              <a:spcBef>
                <a:spcPts val="400"/>
              </a:spcBef>
              <a:spcAft>
                <a:spcPts val="0"/>
              </a:spcAft>
              <a:buClr>
                <a:srgbClr val="979899"/>
              </a:buClr>
              <a:buSzPts val="2000"/>
              <a:buNone/>
              <a:defRPr>
                <a:solidFill>
                  <a:srgbClr val="979899"/>
                </a:solidFill>
              </a:defRPr>
            </a:lvl8pPr>
            <a:lvl9pPr lvl="8" algn="ctr">
              <a:spcBef>
                <a:spcPts val="400"/>
              </a:spcBef>
              <a:spcAft>
                <a:spcPts val="0"/>
              </a:spcAft>
              <a:buClr>
                <a:srgbClr val="979899"/>
              </a:buClr>
              <a:buSzPts val="2000"/>
              <a:buNone/>
              <a:defRPr>
                <a:solidFill>
                  <a:srgbClr val="979899"/>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ransparent" showMasterSp="0">
  <p:cSld name="Title Slide Transparent">
    <p:spTree>
      <p:nvGrpSpPr>
        <p:cNvPr id="44" name="Shape 44"/>
        <p:cNvGrpSpPr/>
        <p:nvPr/>
      </p:nvGrpSpPr>
      <p:grpSpPr>
        <a:xfrm>
          <a:off x="0" y="0"/>
          <a:ext cx="0" cy="0"/>
          <a:chOff x="0" y="0"/>
          <a:chExt cx="0" cy="0"/>
        </a:xfrm>
      </p:grpSpPr>
      <p:pic>
        <p:nvPicPr>
          <p:cNvPr descr="tree copy.jpg" id="45" name="Google Shape;45;p7"/>
          <p:cNvPicPr preferRelativeResize="0"/>
          <p:nvPr/>
        </p:nvPicPr>
        <p:blipFill rotWithShape="1">
          <a:blip r:embed="rId2">
            <a:alphaModFix/>
          </a:blip>
          <a:srcRect b="0" l="0" r="0" t="0"/>
          <a:stretch/>
        </p:blipFill>
        <p:spPr>
          <a:xfrm>
            <a:off x="0" y="853431"/>
            <a:ext cx="7302500" cy="6004569"/>
          </a:xfrm>
          <a:prstGeom prst="rect">
            <a:avLst/>
          </a:prstGeom>
          <a:noFill/>
          <a:ln>
            <a:noFill/>
          </a:ln>
        </p:spPr>
      </p:pic>
      <p:grpSp>
        <p:nvGrpSpPr>
          <p:cNvPr id="46" name="Google Shape;46;p7"/>
          <p:cNvGrpSpPr/>
          <p:nvPr/>
        </p:nvGrpSpPr>
        <p:grpSpPr>
          <a:xfrm>
            <a:off x="457200" y="442000"/>
            <a:ext cx="8235757" cy="5504790"/>
            <a:chOff x="457200" y="442000"/>
            <a:chExt cx="8235757" cy="5504790"/>
          </a:xfrm>
        </p:grpSpPr>
        <p:sp>
          <p:nvSpPr>
            <p:cNvPr id="47" name="Google Shape;47;p7"/>
            <p:cNvSpPr/>
            <p:nvPr/>
          </p:nvSpPr>
          <p:spPr>
            <a:xfrm>
              <a:off x="457200" y="1603390"/>
              <a:ext cx="7251192" cy="4343400"/>
            </a:xfrm>
            <a:prstGeom prst="rect">
              <a:avLst/>
            </a:prstGeom>
            <a:solidFill>
              <a:schemeClr val="dk2">
                <a:alpha val="8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pic>
          <p:nvPicPr>
            <p:cNvPr descr="HMH_vertical logo.png" id="48" name="Google Shape;48;p7"/>
            <p:cNvPicPr preferRelativeResize="0"/>
            <p:nvPr/>
          </p:nvPicPr>
          <p:blipFill rotWithShape="1">
            <a:blip r:embed="rId3">
              <a:alphaModFix/>
            </a:blip>
            <a:srcRect b="0" l="0" r="0" t="0"/>
            <a:stretch/>
          </p:blipFill>
          <p:spPr>
            <a:xfrm>
              <a:off x="7042912" y="442000"/>
              <a:ext cx="1650045" cy="1039328"/>
            </a:xfrm>
            <a:prstGeom prst="rect">
              <a:avLst/>
            </a:prstGeom>
            <a:noFill/>
            <a:ln>
              <a:noFill/>
            </a:ln>
          </p:spPr>
        </p:pic>
      </p:grpSp>
      <p:sp>
        <p:nvSpPr>
          <p:cNvPr id="49" name="Google Shape;49;p7"/>
          <p:cNvSpPr txBox="1"/>
          <p:nvPr>
            <p:ph type="ctrTitle"/>
          </p:nvPr>
        </p:nvSpPr>
        <p:spPr>
          <a:xfrm>
            <a:off x="701675" y="1660525"/>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4000"/>
              <a:buFont typeface="Calibri"/>
              <a:buNone/>
              <a:defRPr b="1" sz="40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7"/>
          <p:cNvSpPr txBox="1"/>
          <p:nvPr>
            <p:ph idx="1" type="subTitle"/>
          </p:nvPr>
        </p:nvSpPr>
        <p:spPr>
          <a:xfrm>
            <a:off x="701675" y="2301875"/>
            <a:ext cx="6400800" cy="175260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2880"/>
              <a:buNone/>
              <a:defRPr b="1" sz="2400">
                <a:solidFill>
                  <a:srgbClr val="FFFFFF"/>
                </a:solidFill>
              </a:defRPr>
            </a:lvl1pPr>
            <a:lvl2pPr lvl="1" algn="ctr">
              <a:spcBef>
                <a:spcPts val="0"/>
              </a:spcBef>
              <a:spcAft>
                <a:spcPts val="0"/>
              </a:spcAft>
              <a:buClr>
                <a:srgbClr val="979899"/>
              </a:buClr>
              <a:buSzPts val="2000"/>
              <a:buNone/>
              <a:defRPr>
                <a:solidFill>
                  <a:srgbClr val="979899"/>
                </a:solidFill>
              </a:defRPr>
            </a:lvl2pPr>
            <a:lvl3pPr lvl="2" algn="ctr">
              <a:spcBef>
                <a:spcPts val="0"/>
              </a:spcBef>
              <a:spcAft>
                <a:spcPts val="0"/>
              </a:spcAft>
              <a:buClr>
                <a:srgbClr val="979899"/>
              </a:buClr>
              <a:buSzPts val="2000"/>
              <a:buNone/>
              <a:defRPr>
                <a:solidFill>
                  <a:srgbClr val="979899"/>
                </a:solidFill>
              </a:defRPr>
            </a:lvl3pPr>
            <a:lvl4pPr lvl="3" algn="ctr">
              <a:spcBef>
                <a:spcPts val="0"/>
              </a:spcBef>
              <a:spcAft>
                <a:spcPts val="0"/>
              </a:spcAft>
              <a:buClr>
                <a:srgbClr val="979899"/>
              </a:buClr>
              <a:buSzPts val="2000"/>
              <a:buNone/>
              <a:defRPr>
                <a:solidFill>
                  <a:srgbClr val="979899"/>
                </a:solidFill>
              </a:defRPr>
            </a:lvl4pPr>
            <a:lvl5pPr lvl="4" algn="ctr">
              <a:spcBef>
                <a:spcPts val="0"/>
              </a:spcBef>
              <a:spcAft>
                <a:spcPts val="0"/>
              </a:spcAft>
              <a:buClr>
                <a:srgbClr val="979899"/>
              </a:buClr>
              <a:buSzPts val="2000"/>
              <a:buNone/>
              <a:defRPr>
                <a:solidFill>
                  <a:srgbClr val="979899"/>
                </a:solidFill>
              </a:defRPr>
            </a:lvl5pPr>
            <a:lvl6pPr lvl="5" algn="ctr">
              <a:spcBef>
                <a:spcPts val="400"/>
              </a:spcBef>
              <a:spcAft>
                <a:spcPts val="0"/>
              </a:spcAft>
              <a:buClr>
                <a:srgbClr val="979899"/>
              </a:buClr>
              <a:buSzPts val="2000"/>
              <a:buNone/>
              <a:defRPr>
                <a:solidFill>
                  <a:srgbClr val="979899"/>
                </a:solidFill>
              </a:defRPr>
            </a:lvl6pPr>
            <a:lvl7pPr lvl="6" algn="ctr">
              <a:spcBef>
                <a:spcPts val="400"/>
              </a:spcBef>
              <a:spcAft>
                <a:spcPts val="0"/>
              </a:spcAft>
              <a:buClr>
                <a:srgbClr val="979899"/>
              </a:buClr>
              <a:buSzPts val="2000"/>
              <a:buNone/>
              <a:defRPr>
                <a:solidFill>
                  <a:srgbClr val="979899"/>
                </a:solidFill>
              </a:defRPr>
            </a:lvl7pPr>
            <a:lvl8pPr lvl="7" algn="ctr">
              <a:spcBef>
                <a:spcPts val="400"/>
              </a:spcBef>
              <a:spcAft>
                <a:spcPts val="0"/>
              </a:spcAft>
              <a:buClr>
                <a:srgbClr val="979899"/>
              </a:buClr>
              <a:buSzPts val="2000"/>
              <a:buNone/>
              <a:defRPr>
                <a:solidFill>
                  <a:srgbClr val="979899"/>
                </a:solidFill>
              </a:defRPr>
            </a:lvl8pPr>
            <a:lvl9pPr lvl="8" algn="ctr">
              <a:spcBef>
                <a:spcPts val="400"/>
              </a:spcBef>
              <a:spcAft>
                <a:spcPts val="0"/>
              </a:spcAft>
              <a:buClr>
                <a:srgbClr val="979899"/>
              </a:buClr>
              <a:buSzPts val="2000"/>
              <a:buNone/>
              <a:defRPr>
                <a:solidFill>
                  <a:srgbClr val="979899"/>
                </a:solidFill>
              </a:defRPr>
            </a:lvl9pPr>
          </a:lstStyle>
          <a:p/>
        </p:txBody>
      </p:sp>
      <p:sp>
        <p:nvSpPr>
          <p:cNvPr id="51" name="Google Shape;51;p7"/>
          <p:cNvSpPr txBox="1"/>
          <p:nvPr>
            <p:ph idx="2" type="body"/>
          </p:nvPr>
        </p:nvSpPr>
        <p:spPr>
          <a:xfrm>
            <a:off x="701675" y="932464"/>
            <a:ext cx="3675499" cy="597725"/>
          </a:xfrm>
          <a:prstGeom prst="rect">
            <a:avLst/>
          </a:prstGeom>
          <a:noFill/>
          <a:ln>
            <a:noFill/>
          </a:ln>
        </p:spPr>
        <p:txBody>
          <a:bodyPr anchorCtr="0" anchor="b" bIns="45700" lIns="0" spcFirstLastPara="1" rIns="0" wrap="square" tIns="45700">
            <a:noAutofit/>
          </a:bodyPr>
          <a:lstStyle>
            <a:lvl1pPr indent="-228600" lvl="0" marL="457200" algn="l">
              <a:spcBef>
                <a:spcPts val="600"/>
              </a:spcBef>
              <a:spcAft>
                <a:spcPts val="0"/>
              </a:spcAft>
              <a:buClr>
                <a:srgbClr val="54585A"/>
              </a:buClr>
              <a:buSzPts val="1680"/>
              <a:buNone/>
              <a:defRPr b="1" sz="1400">
                <a:solidFill>
                  <a:srgbClr val="54585A"/>
                </a:solidFill>
              </a:defRPr>
            </a:lvl1pPr>
            <a:lvl2pPr indent="-228600" lvl="1" marL="914400" algn="l">
              <a:spcBef>
                <a:spcPts val="0"/>
              </a:spcBef>
              <a:spcAft>
                <a:spcPts val="0"/>
              </a:spcAft>
              <a:buClr>
                <a:srgbClr val="54585A"/>
              </a:buClr>
              <a:buSzPts val="1400"/>
              <a:buNone/>
              <a:defRPr b="1" sz="1400">
                <a:solidFill>
                  <a:srgbClr val="54585A"/>
                </a:solidFill>
              </a:defRPr>
            </a:lvl2pPr>
            <a:lvl3pPr indent="-228600" lvl="2" marL="1371600" algn="l">
              <a:spcBef>
                <a:spcPts val="0"/>
              </a:spcBef>
              <a:spcAft>
                <a:spcPts val="0"/>
              </a:spcAft>
              <a:buClr>
                <a:srgbClr val="54585A"/>
              </a:buClr>
              <a:buSzPts val="1400"/>
              <a:buNone/>
              <a:defRPr b="1" sz="1400">
                <a:solidFill>
                  <a:srgbClr val="54585A"/>
                </a:solidFill>
              </a:defRPr>
            </a:lvl3pPr>
            <a:lvl4pPr indent="-228600" lvl="3" marL="1828800" algn="l">
              <a:spcBef>
                <a:spcPts val="0"/>
              </a:spcBef>
              <a:spcAft>
                <a:spcPts val="0"/>
              </a:spcAft>
              <a:buClr>
                <a:srgbClr val="54585A"/>
              </a:buClr>
              <a:buSzPts val="1400"/>
              <a:buNone/>
              <a:defRPr b="1" sz="1400">
                <a:solidFill>
                  <a:srgbClr val="54585A"/>
                </a:solidFill>
              </a:defRPr>
            </a:lvl4pPr>
            <a:lvl5pPr indent="-228600" lvl="4" marL="2286000" algn="l">
              <a:spcBef>
                <a:spcPts val="0"/>
              </a:spcBef>
              <a:spcAft>
                <a:spcPts val="0"/>
              </a:spcAft>
              <a:buClr>
                <a:srgbClr val="54585A"/>
              </a:buClr>
              <a:buSzPts val="1400"/>
              <a:buNone/>
              <a:defRPr b="1" sz="1400">
                <a:solidFill>
                  <a:srgbClr val="54585A"/>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2" name="Google Shape;52;p7"/>
          <p:cNvSpPr txBox="1"/>
          <p:nvPr/>
        </p:nvSpPr>
        <p:spPr>
          <a:xfrm>
            <a:off x="730189" y="4435420"/>
            <a:ext cx="4741737" cy="2279000"/>
          </a:xfrm>
          <a:prstGeom prst="rect">
            <a:avLst/>
          </a:pr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050">
                <a:solidFill>
                  <a:srgbClr val="FFFFFF"/>
                </a:solidFill>
                <a:latin typeface="Arial"/>
                <a:ea typeface="Arial"/>
                <a:cs typeface="Arial"/>
                <a:sym typeface="Arial"/>
              </a:rPr>
              <a:t>Select an image that relates to the presentation subject.</a:t>
            </a:r>
            <a:endParaRPr/>
          </a:p>
          <a:p>
            <a:pPr indent="0" lvl="0" marL="0" marR="0" rtl="0" algn="l">
              <a:spcBef>
                <a:spcPts val="0"/>
              </a:spcBef>
              <a:spcAft>
                <a:spcPts val="0"/>
              </a:spcAft>
              <a:buNone/>
            </a:pPr>
            <a:r>
              <a:rPr b="1" lang="en-US" sz="1050">
                <a:solidFill>
                  <a:srgbClr val="FFFFFF"/>
                </a:solidFill>
                <a:latin typeface="Arial"/>
                <a:ea typeface="Arial"/>
                <a:cs typeface="Arial"/>
                <a:sym typeface="Arial"/>
              </a:rPr>
              <a:t>Do not use an image that reduces the visibility of the logo.</a:t>
            </a:r>
            <a:endParaRPr/>
          </a:p>
          <a:p>
            <a:pPr indent="0" lvl="0" marL="0" marR="0" rtl="0" algn="l">
              <a:spcBef>
                <a:spcPts val="0"/>
              </a:spcBef>
              <a:spcAft>
                <a:spcPts val="0"/>
              </a:spcAft>
              <a:buNone/>
            </a:pPr>
            <a:r>
              <a:rPr b="1" lang="en-US" sz="1050">
                <a:solidFill>
                  <a:srgbClr val="FFFFFF"/>
                </a:solidFill>
                <a:latin typeface="Arial"/>
                <a:ea typeface="Arial"/>
                <a:cs typeface="Arial"/>
                <a:sym typeface="Arial"/>
              </a:rPr>
              <a:t>Do not use more than one image!</a:t>
            </a:r>
            <a:endParaRPr/>
          </a:p>
          <a:p>
            <a:pPr indent="0" lvl="0" marL="0" marR="0" rtl="0" algn="l">
              <a:spcBef>
                <a:spcPts val="0"/>
              </a:spcBef>
              <a:spcAft>
                <a:spcPts val="0"/>
              </a:spcAft>
              <a:buNone/>
            </a:pPr>
            <a:r>
              <a:t/>
            </a:r>
            <a:endParaRPr b="1" sz="1000">
              <a:solidFill>
                <a:srgbClr val="FFFFFF"/>
              </a:solidFill>
              <a:latin typeface="Arial"/>
              <a:ea typeface="Arial"/>
              <a:cs typeface="Arial"/>
              <a:sym typeface="Arial"/>
            </a:endParaRPr>
          </a:p>
          <a:p>
            <a:pPr indent="0" lvl="0" marL="0" marR="0" rtl="0" algn="l">
              <a:spcBef>
                <a:spcPts val="0"/>
              </a:spcBef>
              <a:spcAft>
                <a:spcPts val="0"/>
              </a:spcAft>
              <a:buNone/>
            </a:pPr>
            <a:r>
              <a:rPr b="1" lang="en-US" sz="1000">
                <a:solidFill>
                  <a:srgbClr val="FFFFFF"/>
                </a:solidFill>
                <a:latin typeface="Arial"/>
                <a:ea typeface="Arial"/>
                <a:cs typeface="Arial"/>
                <a:sym typeface="Arial"/>
              </a:rPr>
              <a:t>Changing a photo in the image area</a:t>
            </a:r>
            <a:endParaRPr/>
          </a:p>
          <a:p>
            <a:pPr indent="0" lvl="0" marL="0" marR="0" rtl="0" algn="l">
              <a:spcBef>
                <a:spcPts val="0"/>
              </a:spcBef>
              <a:spcAft>
                <a:spcPts val="0"/>
              </a:spcAft>
              <a:buNone/>
            </a:pPr>
            <a:r>
              <a:rPr lang="en-US" sz="1000">
                <a:solidFill>
                  <a:srgbClr val="FFFFFF"/>
                </a:solidFill>
                <a:latin typeface="Arial"/>
                <a:ea typeface="Arial"/>
                <a:cs typeface="Arial"/>
                <a:sym typeface="Arial"/>
              </a:rPr>
              <a:t>In your menu bar select “View” &gt; “Master” &gt; “Slide Master”</a:t>
            </a:r>
            <a:endParaRPr/>
          </a:p>
          <a:p>
            <a:pPr indent="0" lvl="0" marL="0" marR="0" rtl="0" algn="l">
              <a:spcBef>
                <a:spcPts val="0"/>
              </a:spcBef>
              <a:spcAft>
                <a:spcPts val="0"/>
              </a:spcAft>
              <a:buNone/>
            </a:pPr>
            <a:r>
              <a:rPr lang="en-US" sz="1000">
                <a:solidFill>
                  <a:srgbClr val="FFFFFF"/>
                </a:solidFill>
                <a:latin typeface="Arial"/>
                <a:ea typeface="Arial"/>
                <a:cs typeface="Arial"/>
                <a:sym typeface="Arial"/>
              </a:rPr>
              <a:t>Go to the Title Slide Master you wish to change</a:t>
            </a:r>
            <a:endParaRPr/>
          </a:p>
          <a:p>
            <a:pPr indent="0" lvl="0" marL="0" marR="0" rtl="0" algn="l">
              <a:spcBef>
                <a:spcPts val="0"/>
              </a:spcBef>
              <a:spcAft>
                <a:spcPts val="0"/>
              </a:spcAft>
              <a:buNone/>
            </a:pPr>
            <a:r>
              <a:rPr lang="en-US" sz="1000">
                <a:solidFill>
                  <a:srgbClr val="FFFFFF"/>
                </a:solidFill>
                <a:latin typeface="Arial"/>
                <a:ea typeface="Arial"/>
                <a:cs typeface="Arial"/>
                <a:sym typeface="Arial"/>
              </a:rPr>
              <a:t>Select the image and delete </a:t>
            </a:r>
            <a:endParaRPr/>
          </a:p>
          <a:p>
            <a:pPr indent="0" lvl="0" marL="0" marR="0" rtl="0" algn="l">
              <a:spcBef>
                <a:spcPts val="0"/>
              </a:spcBef>
              <a:spcAft>
                <a:spcPts val="0"/>
              </a:spcAft>
              <a:buNone/>
            </a:pPr>
            <a:r>
              <a:rPr lang="en-US" sz="1000">
                <a:solidFill>
                  <a:srgbClr val="FFFFFF"/>
                </a:solidFill>
                <a:latin typeface="Arial"/>
                <a:ea typeface="Arial"/>
                <a:cs typeface="Arial"/>
                <a:sym typeface="Arial"/>
              </a:rPr>
              <a:t>Insert new image/photo on page and crop/resize to fit image area</a:t>
            </a:r>
            <a:endParaRPr/>
          </a:p>
          <a:p>
            <a:pPr indent="0" lvl="0" marL="0" marR="0" rtl="0" algn="l">
              <a:spcBef>
                <a:spcPts val="0"/>
              </a:spcBef>
              <a:spcAft>
                <a:spcPts val="0"/>
              </a:spcAft>
              <a:buNone/>
            </a:pPr>
            <a:r>
              <a:rPr lang="en-US" sz="1000">
                <a:solidFill>
                  <a:srgbClr val="FFFFFF"/>
                </a:solidFill>
                <a:latin typeface="Arial"/>
                <a:ea typeface="Arial"/>
                <a:cs typeface="Arial"/>
                <a:sym typeface="Arial"/>
              </a:rPr>
              <a:t>Once the new image placement is finalized, select “Arrange” &gt; “Send to back”</a:t>
            </a:r>
            <a:endParaRPr sz="1000">
              <a:solidFill>
                <a:srgbClr val="FFFFFF"/>
              </a:solidFill>
              <a:latin typeface="Arial"/>
              <a:ea typeface="Arial"/>
              <a:cs typeface="Arial"/>
              <a:sym typeface="Arial"/>
            </a:endParaRPr>
          </a:p>
          <a:p>
            <a:pPr indent="0" lvl="0" marL="0" marR="0" rtl="0" algn="l">
              <a:spcBef>
                <a:spcPts val="0"/>
              </a:spcBef>
              <a:spcAft>
                <a:spcPts val="0"/>
              </a:spcAft>
              <a:buNone/>
            </a:pPr>
            <a:r>
              <a:t/>
            </a:r>
            <a:endParaRPr b="1" sz="900">
              <a:solidFill>
                <a:srgbClr val="FFFFFF"/>
              </a:solidFill>
              <a:latin typeface="Arial"/>
              <a:ea typeface="Arial"/>
              <a:cs typeface="Arial"/>
              <a:sym typeface="Arial"/>
            </a:endParaRPr>
          </a:p>
          <a:p>
            <a:pPr indent="0" lvl="0" marL="0" marR="0" rtl="0" algn="l">
              <a:spcBef>
                <a:spcPts val="0"/>
              </a:spcBef>
              <a:spcAft>
                <a:spcPts val="0"/>
              </a:spcAft>
              <a:buNone/>
            </a:pPr>
            <a:r>
              <a:rPr b="1" lang="en-US" sz="1050">
                <a:solidFill>
                  <a:srgbClr val="FFFFFF"/>
                </a:solidFill>
                <a:latin typeface="Arial"/>
                <a:ea typeface="Arial"/>
                <a:cs typeface="Arial"/>
                <a:sym typeface="Arial"/>
              </a:rPr>
              <a:t>Delete these instructions before final use.</a:t>
            </a:r>
            <a:endParaRPr b="1" sz="1000">
              <a:solidFill>
                <a:srgbClr val="FFFFFF"/>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Gray" showMasterSp="0">
  <p:cSld name="Title and Content Gray">
    <p:bg>
      <p:bgPr>
        <a:solidFill>
          <a:schemeClr val="dk1"/>
        </a:solidFill>
      </p:bgPr>
    </p:bg>
    <p:spTree>
      <p:nvGrpSpPr>
        <p:cNvPr id="53" name="Shape 53"/>
        <p:cNvGrpSpPr/>
        <p:nvPr/>
      </p:nvGrpSpPr>
      <p:grpSpPr>
        <a:xfrm>
          <a:off x="0" y="0"/>
          <a:ext cx="0" cy="0"/>
          <a:chOff x="0" y="0"/>
          <a:chExt cx="0" cy="0"/>
        </a:xfrm>
      </p:grpSpPr>
      <p:sp>
        <p:nvSpPr>
          <p:cNvPr id="54" name="Google Shape;54;p8"/>
          <p:cNvSpPr txBox="1"/>
          <p:nvPr>
            <p:ph type="title"/>
          </p:nvPr>
        </p:nvSpPr>
        <p:spPr>
          <a:xfrm>
            <a:off x="457200" y="318213"/>
            <a:ext cx="6858000" cy="62804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chemeClr val="dk2"/>
              </a:buClr>
              <a:buSzPts val="2800"/>
              <a:buFont typeface="Calibri"/>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 type="body"/>
          </p:nvPr>
        </p:nvSpPr>
        <p:spPr>
          <a:xfrm>
            <a:off x="457200" y="1288647"/>
            <a:ext cx="6858000" cy="4662786"/>
          </a:xfrm>
          <a:prstGeom prst="rect">
            <a:avLst/>
          </a:prstGeom>
          <a:noFill/>
          <a:ln>
            <a:noFill/>
          </a:ln>
        </p:spPr>
        <p:txBody>
          <a:bodyPr anchorCtr="0" anchor="t" bIns="45700" lIns="0" spcFirstLastPara="1" rIns="0" wrap="square" tIns="45700">
            <a:noAutofit/>
          </a:bodyPr>
          <a:lstStyle>
            <a:lvl1pPr indent="-228600" lvl="0" marL="457200" algn="l">
              <a:spcBef>
                <a:spcPts val="0"/>
              </a:spcBef>
              <a:spcAft>
                <a:spcPts val="0"/>
              </a:spcAft>
              <a:buClr>
                <a:schemeClr val="lt1"/>
              </a:buClr>
              <a:buSzPts val="2880"/>
              <a:buNone/>
              <a:defRPr sz="2400">
                <a:solidFill>
                  <a:schemeClr val="lt1"/>
                </a:solidFill>
              </a:defRPr>
            </a:lvl1pPr>
            <a:lvl2pPr indent="-228600" lvl="1" marL="914400" algn="l">
              <a:spcBef>
                <a:spcPts val="0"/>
              </a:spcBef>
              <a:spcAft>
                <a:spcPts val="0"/>
              </a:spcAft>
              <a:buClr>
                <a:schemeClr val="lt1"/>
              </a:buClr>
              <a:buSzPts val="2400"/>
              <a:buNone/>
              <a:defRPr sz="2400">
                <a:solidFill>
                  <a:schemeClr val="lt1"/>
                </a:solidFill>
              </a:defRPr>
            </a:lvl2pPr>
            <a:lvl3pPr indent="-228600" lvl="2" marL="1371600" algn="l">
              <a:spcBef>
                <a:spcPts val="0"/>
              </a:spcBef>
              <a:spcAft>
                <a:spcPts val="0"/>
              </a:spcAft>
              <a:buClr>
                <a:schemeClr val="lt1"/>
              </a:buClr>
              <a:buSzPts val="2400"/>
              <a:buNone/>
              <a:defRPr sz="2400">
                <a:solidFill>
                  <a:schemeClr val="lt1"/>
                </a:solidFill>
              </a:defRPr>
            </a:lvl3pPr>
            <a:lvl4pPr indent="-228600" lvl="3" marL="1828800" algn="l">
              <a:spcBef>
                <a:spcPts val="0"/>
              </a:spcBef>
              <a:spcAft>
                <a:spcPts val="0"/>
              </a:spcAft>
              <a:buClr>
                <a:schemeClr val="lt1"/>
              </a:buClr>
              <a:buSzPts val="2400"/>
              <a:buNone/>
              <a:defRPr sz="2400">
                <a:solidFill>
                  <a:schemeClr val="lt1"/>
                </a:solidFill>
              </a:defRPr>
            </a:lvl4pPr>
            <a:lvl5pPr indent="-228600" lvl="4" marL="2286000" algn="l">
              <a:spcBef>
                <a:spcPts val="0"/>
              </a:spcBef>
              <a:spcAft>
                <a:spcPts val="0"/>
              </a:spcAft>
              <a:buClr>
                <a:schemeClr val="lt1"/>
              </a:buClr>
              <a:buSzPts val="2400"/>
              <a:buNone/>
              <a:defRPr sz="2400">
                <a:solidFill>
                  <a:schemeClr val="lt1"/>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6" name="Google Shape;56;p8"/>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algn="l">
              <a:spcBef>
                <a:spcPts val="0"/>
              </a:spcBef>
              <a:spcAft>
                <a:spcPts val="0"/>
              </a:spcAft>
              <a:buNone/>
              <a:defRPr sz="1200">
                <a:solidFill>
                  <a:srgbClr val="FFFFFF"/>
                </a:solidFill>
                <a:latin typeface="Times New Roman"/>
                <a:ea typeface="Times New Roman"/>
                <a:cs typeface="Times New Roman"/>
                <a:sym typeface="Times New Roman"/>
              </a:defRPr>
            </a:lvl1pPr>
            <a:lvl2pPr indent="0" lvl="1" marL="0" algn="l">
              <a:spcBef>
                <a:spcPts val="0"/>
              </a:spcBef>
              <a:spcAft>
                <a:spcPts val="0"/>
              </a:spcAft>
              <a:buNone/>
              <a:defRPr sz="1200">
                <a:solidFill>
                  <a:srgbClr val="FFFFFF"/>
                </a:solidFill>
                <a:latin typeface="Times New Roman"/>
                <a:ea typeface="Times New Roman"/>
                <a:cs typeface="Times New Roman"/>
                <a:sym typeface="Times New Roman"/>
              </a:defRPr>
            </a:lvl2pPr>
            <a:lvl3pPr indent="0" lvl="2" marL="0" algn="l">
              <a:spcBef>
                <a:spcPts val="0"/>
              </a:spcBef>
              <a:spcAft>
                <a:spcPts val="0"/>
              </a:spcAft>
              <a:buNone/>
              <a:defRPr sz="1200">
                <a:solidFill>
                  <a:srgbClr val="FFFFFF"/>
                </a:solidFill>
                <a:latin typeface="Times New Roman"/>
                <a:ea typeface="Times New Roman"/>
                <a:cs typeface="Times New Roman"/>
                <a:sym typeface="Times New Roman"/>
              </a:defRPr>
            </a:lvl3pPr>
            <a:lvl4pPr indent="0" lvl="3" marL="0" algn="l">
              <a:spcBef>
                <a:spcPts val="0"/>
              </a:spcBef>
              <a:spcAft>
                <a:spcPts val="0"/>
              </a:spcAft>
              <a:buNone/>
              <a:defRPr sz="1200">
                <a:solidFill>
                  <a:srgbClr val="FFFFFF"/>
                </a:solidFill>
                <a:latin typeface="Times New Roman"/>
                <a:ea typeface="Times New Roman"/>
                <a:cs typeface="Times New Roman"/>
                <a:sym typeface="Times New Roman"/>
              </a:defRPr>
            </a:lvl4pPr>
            <a:lvl5pPr indent="0" lvl="4" marL="0" algn="l">
              <a:spcBef>
                <a:spcPts val="0"/>
              </a:spcBef>
              <a:spcAft>
                <a:spcPts val="0"/>
              </a:spcAft>
              <a:buNone/>
              <a:defRPr sz="1200">
                <a:solidFill>
                  <a:srgbClr val="FFFFFF"/>
                </a:solidFill>
                <a:latin typeface="Times New Roman"/>
                <a:ea typeface="Times New Roman"/>
                <a:cs typeface="Times New Roman"/>
                <a:sym typeface="Times New Roman"/>
              </a:defRPr>
            </a:lvl5pPr>
            <a:lvl6pPr indent="0" lvl="5" marL="0" algn="l">
              <a:spcBef>
                <a:spcPts val="0"/>
              </a:spcBef>
              <a:spcAft>
                <a:spcPts val="0"/>
              </a:spcAft>
              <a:buNone/>
              <a:defRPr sz="1200">
                <a:solidFill>
                  <a:srgbClr val="FFFFFF"/>
                </a:solidFill>
                <a:latin typeface="Times New Roman"/>
                <a:ea typeface="Times New Roman"/>
                <a:cs typeface="Times New Roman"/>
                <a:sym typeface="Times New Roman"/>
              </a:defRPr>
            </a:lvl6pPr>
            <a:lvl7pPr indent="0" lvl="6" marL="0" algn="l">
              <a:spcBef>
                <a:spcPts val="0"/>
              </a:spcBef>
              <a:spcAft>
                <a:spcPts val="0"/>
              </a:spcAft>
              <a:buNone/>
              <a:defRPr sz="1200">
                <a:solidFill>
                  <a:srgbClr val="FFFFFF"/>
                </a:solidFill>
                <a:latin typeface="Times New Roman"/>
                <a:ea typeface="Times New Roman"/>
                <a:cs typeface="Times New Roman"/>
                <a:sym typeface="Times New Roman"/>
              </a:defRPr>
            </a:lvl7pPr>
            <a:lvl8pPr indent="0" lvl="7" marL="0" algn="l">
              <a:spcBef>
                <a:spcPts val="0"/>
              </a:spcBef>
              <a:spcAft>
                <a:spcPts val="0"/>
              </a:spcAft>
              <a:buNone/>
              <a:defRPr sz="1200">
                <a:solidFill>
                  <a:srgbClr val="FFFFFF"/>
                </a:solidFill>
                <a:latin typeface="Times New Roman"/>
                <a:ea typeface="Times New Roman"/>
                <a:cs typeface="Times New Roman"/>
                <a:sym typeface="Times New Roman"/>
              </a:defRPr>
            </a:lvl8pPr>
            <a:lvl9pPr indent="0" lvl="8" marL="0" algn="l">
              <a:spcBef>
                <a:spcPts val="0"/>
              </a:spcBef>
              <a:spcAft>
                <a:spcPts val="0"/>
              </a:spcAft>
              <a:buNone/>
              <a:defRPr sz="1200">
                <a:solidFill>
                  <a:srgbClr val="FFFFFF"/>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a:p>
        </p:txBody>
      </p:sp>
      <p:pic>
        <p:nvPicPr>
          <p:cNvPr descr="HMH_horizontal logo w.png" id="57" name="Google Shape;57;p8"/>
          <p:cNvPicPr preferRelativeResize="0"/>
          <p:nvPr/>
        </p:nvPicPr>
        <p:blipFill rotWithShape="1">
          <a:blip r:embed="rId2">
            <a:alphaModFix/>
          </a:blip>
          <a:srcRect b="0" l="0" r="0" t="0"/>
          <a:stretch/>
        </p:blipFill>
        <p:spPr>
          <a:xfrm>
            <a:off x="6818573" y="6398708"/>
            <a:ext cx="1917646" cy="349137"/>
          </a:xfrm>
          <a:prstGeom prst="rect">
            <a:avLst/>
          </a:prstGeom>
          <a:noFill/>
          <a:ln>
            <a:noFill/>
          </a:ln>
        </p:spPr>
      </p:pic>
      <p:sp>
        <p:nvSpPr>
          <p:cNvPr id="58" name="Google Shape;58;p8"/>
          <p:cNvSpPr/>
          <p:nvPr/>
        </p:nvSpPr>
        <p:spPr>
          <a:xfrm>
            <a:off x="0" y="0"/>
            <a:ext cx="6775704" cy="17373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sp>
        <p:nvSpPr>
          <p:cNvPr id="59" name="Google Shape;59;p8"/>
          <p:cNvSpPr/>
          <p:nvPr/>
        </p:nvSpPr>
        <p:spPr>
          <a:xfrm>
            <a:off x="6821424" y="0"/>
            <a:ext cx="2340864" cy="174171"/>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0" name="Shape 60"/>
        <p:cNvGrpSpPr/>
        <p:nvPr/>
      </p:nvGrpSpPr>
      <p:grpSpPr>
        <a:xfrm>
          <a:off x="0" y="0"/>
          <a:ext cx="0" cy="0"/>
          <a:chOff x="0" y="0"/>
          <a:chExt cx="0" cy="0"/>
        </a:xfrm>
      </p:grpSpPr>
      <p:sp>
        <p:nvSpPr>
          <p:cNvPr id="61" name="Google Shape;61;p9"/>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chemeClr val="dk1"/>
              </a:buClr>
              <a:buSzPts val="28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9"/>
          <p:cNvSpPr txBox="1"/>
          <p:nvPr>
            <p:ph idx="1" type="body"/>
          </p:nvPr>
        </p:nvSpPr>
        <p:spPr>
          <a:xfrm>
            <a:off x="457200" y="1146175"/>
            <a:ext cx="3994150" cy="639762"/>
          </a:xfrm>
          <a:prstGeom prst="rect">
            <a:avLst/>
          </a:prstGeom>
          <a:noFill/>
          <a:ln>
            <a:noFill/>
          </a:ln>
        </p:spPr>
        <p:txBody>
          <a:bodyPr anchorCtr="0" anchor="b" bIns="45700" lIns="0" spcFirstLastPara="1" rIns="0" wrap="square" tIns="45700">
            <a:noAutofit/>
          </a:bodyPr>
          <a:lstStyle>
            <a:lvl1pPr indent="-228600" lvl="0" marL="457200" algn="l">
              <a:spcBef>
                <a:spcPts val="0"/>
              </a:spcBef>
              <a:spcAft>
                <a:spcPts val="0"/>
              </a:spcAft>
              <a:buClr>
                <a:schemeClr val="dk1"/>
              </a:buClr>
              <a:buSzPts val="2160"/>
              <a:buNone/>
              <a:defRPr b="1" sz="1800"/>
            </a:lvl1pPr>
            <a:lvl2pPr indent="-228600" lvl="1" marL="914400" algn="l">
              <a:spcBef>
                <a:spcPts val="0"/>
              </a:spcBef>
              <a:spcAft>
                <a:spcPts val="0"/>
              </a:spcAft>
              <a:buClr>
                <a:schemeClr val="dk1"/>
              </a:buClr>
              <a:buSzPts val="2000"/>
              <a:buNone/>
              <a:defRPr b="1" sz="2000"/>
            </a:lvl2pPr>
            <a:lvl3pPr indent="-228600" lvl="2" marL="1371600" algn="l">
              <a:spcBef>
                <a:spcPts val="0"/>
              </a:spcBef>
              <a:spcAft>
                <a:spcPts val="0"/>
              </a:spcAft>
              <a:buClr>
                <a:schemeClr val="dk1"/>
              </a:buClr>
              <a:buSzPts val="1800"/>
              <a:buNone/>
              <a:defRPr b="1" sz="1800"/>
            </a:lvl3pPr>
            <a:lvl4pPr indent="-228600" lvl="3" marL="1828800" algn="l">
              <a:spcBef>
                <a:spcPts val="0"/>
              </a:spcBef>
              <a:spcAft>
                <a:spcPts val="0"/>
              </a:spcAft>
              <a:buClr>
                <a:schemeClr val="dk1"/>
              </a:buClr>
              <a:buSzPts val="1600"/>
              <a:buNone/>
              <a:defRPr b="1" sz="1600"/>
            </a:lvl4pPr>
            <a:lvl5pPr indent="-228600" lvl="4" marL="2286000" algn="l">
              <a:spcBef>
                <a:spcPts val="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3" name="Google Shape;63;p9"/>
          <p:cNvSpPr txBox="1"/>
          <p:nvPr>
            <p:ph idx="2" type="body"/>
          </p:nvPr>
        </p:nvSpPr>
        <p:spPr>
          <a:xfrm>
            <a:off x="457200" y="1785937"/>
            <a:ext cx="3994150" cy="3951288"/>
          </a:xfrm>
          <a:prstGeom prst="rect">
            <a:avLst/>
          </a:prstGeom>
          <a:noFill/>
          <a:ln>
            <a:noFill/>
          </a:ln>
        </p:spPr>
        <p:txBody>
          <a:bodyPr anchorCtr="0" anchor="t" bIns="45700" lIns="0" spcFirstLastPara="1" rIns="0" wrap="square" tIns="45700">
            <a:noAutofit/>
          </a:bodyPr>
          <a:lstStyle>
            <a:lvl1pPr indent="-365760" lvl="0" marL="457200" algn="l">
              <a:spcBef>
                <a:spcPts val="0"/>
              </a:spcBef>
              <a:spcAft>
                <a:spcPts val="0"/>
              </a:spcAft>
              <a:buClr>
                <a:schemeClr val="dk1"/>
              </a:buClr>
              <a:buSzPts val="2160"/>
              <a:buChar char="•"/>
              <a:defRPr sz="1800"/>
            </a:lvl1pPr>
            <a:lvl2pPr indent="-342900" lvl="1" marL="914400" algn="l">
              <a:spcBef>
                <a:spcPts val="0"/>
              </a:spcBef>
              <a:spcAft>
                <a:spcPts val="0"/>
              </a:spcAft>
              <a:buClr>
                <a:schemeClr val="dk1"/>
              </a:buClr>
              <a:buSzPts val="1800"/>
              <a:buChar char="–"/>
              <a:defRPr sz="1800"/>
            </a:lvl2pPr>
            <a:lvl3pPr indent="-342900" lvl="2" marL="1371600" algn="l">
              <a:spcBef>
                <a:spcPts val="0"/>
              </a:spcBef>
              <a:spcAft>
                <a:spcPts val="0"/>
              </a:spcAft>
              <a:buClr>
                <a:schemeClr val="dk1"/>
              </a:buClr>
              <a:buSzPts val="1800"/>
              <a:buChar char="•"/>
              <a:defRPr sz="1800"/>
            </a:lvl3pPr>
            <a:lvl4pPr indent="-342900" lvl="3" marL="1828800" algn="l">
              <a:spcBef>
                <a:spcPts val="0"/>
              </a:spcBef>
              <a:spcAft>
                <a:spcPts val="0"/>
              </a:spcAft>
              <a:buClr>
                <a:schemeClr val="dk1"/>
              </a:buClr>
              <a:buSzPts val="1800"/>
              <a:buChar char="-"/>
              <a:defRPr sz="1800"/>
            </a:lvl4pPr>
            <a:lvl5pPr indent="-342900" lvl="4" marL="2286000" algn="l">
              <a:spcBef>
                <a:spcPts val="0"/>
              </a:spcBef>
              <a:spcAft>
                <a:spcPts val="0"/>
              </a:spcAft>
              <a:buClr>
                <a:schemeClr val="dk1"/>
              </a:buClr>
              <a:buSzPts val="1800"/>
              <a:buChar char="»"/>
              <a:defRPr sz="18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4" name="Google Shape;64;p9"/>
          <p:cNvSpPr txBox="1"/>
          <p:nvPr>
            <p:ph idx="3" type="body"/>
          </p:nvPr>
        </p:nvSpPr>
        <p:spPr>
          <a:xfrm>
            <a:off x="4686300" y="1146175"/>
            <a:ext cx="4000500" cy="639762"/>
          </a:xfrm>
          <a:prstGeom prst="rect">
            <a:avLst/>
          </a:prstGeom>
          <a:noFill/>
          <a:ln>
            <a:noFill/>
          </a:ln>
        </p:spPr>
        <p:txBody>
          <a:bodyPr anchorCtr="0" anchor="b" bIns="45700" lIns="0" spcFirstLastPara="1" rIns="0" wrap="square" tIns="45700">
            <a:noAutofit/>
          </a:bodyPr>
          <a:lstStyle>
            <a:lvl1pPr indent="-228600" lvl="0" marL="457200" algn="l">
              <a:spcBef>
                <a:spcPts val="0"/>
              </a:spcBef>
              <a:spcAft>
                <a:spcPts val="0"/>
              </a:spcAft>
              <a:buClr>
                <a:schemeClr val="dk1"/>
              </a:buClr>
              <a:buSzPts val="2160"/>
              <a:buNone/>
              <a:defRPr b="1" sz="1800"/>
            </a:lvl1pPr>
            <a:lvl2pPr indent="-228600" lvl="1" marL="914400" algn="l">
              <a:spcBef>
                <a:spcPts val="0"/>
              </a:spcBef>
              <a:spcAft>
                <a:spcPts val="0"/>
              </a:spcAft>
              <a:buClr>
                <a:schemeClr val="dk1"/>
              </a:buClr>
              <a:buSzPts val="2000"/>
              <a:buNone/>
              <a:defRPr b="1" sz="2000"/>
            </a:lvl2pPr>
            <a:lvl3pPr indent="-228600" lvl="2" marL="1371600" algn="l">
              <a:spcBef>
                <a:spcPts val="0"/>
              </a:spcBef>
              <a:spcAft>
                <a:spcPts val="0"/>
              </a:spcAft>
              <a:buClr>
                <a:schemeClr val="dk1"/>
              </a:buClr>
              <a:buSzPts val="1800"/>
              <a:buNone/>
              <a:defRPr b="1" sz="1800"/>
            </a:lvl3pPr>
            <a:lvl4pPr indent="-228600" lvl="3" marL="1828800" algn="l">
              <a:spcBef>
                <a:spcPts val="0"/>
              </a:spcBef>
              <a:spcAft>
                <a:spcPts val="0"/>
              </a:spcAft>
              <a:buClr>
                <a:schemeClr val="dk1"/>
              </a:buClr>
              <a:buSzPts val="1600"/>
              <a:buNone/>
              <a:defRPr b="1" sz="1600"/>
            </a:lvl4pPr>
            <a:lvl5pPr indent="-228600" lvl="4" marL="2286000" algn="l">
              <a:spcBef>
                <a:spcPts val="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5" name="Google Shape;65;p9"/>
          <p:cNvSpPr txBox="1"/>
          <p:nvPr>
            <p:ph idx="4" type="body"/>
          </p:nvPr>
        </p:nvSpPr>
        <p:spPr>
          <a:xfrm>
            <a:off x="4686300" y="1785937"/>
            <a:ext cx="4000500" cy="3951288"/>
          </a:xfrm>
          <a:prstGeom prst="rect">
            <a:avLst/>
          </a:prstGeom>
          <a:noFill/>
          <a:ln>
            <a:noFill/>
          </a:ln>
        </p:spPr>
        <p:txBody>
          <a:bodyPr anchorCtr="0" anchor="t" bIns="45700" lIns="0" spcFirstLastPara="1" rIns="0" wrap="square" tIns="45700">
            <a:noAutofit/>
          </a:bodyPr>
          <a:lstStyle>
            <a:lvl1pPr indent="-365760" lvl="0" marL="457200" algn="l">
              <a:spcBef>
                <a:spcPts val="0"/>
              </a:spcBef>
              <a:spcAft>
                <a:spcPts val="0"/>
              </a:spcAft>
              <a:buClr>
                <a:schemeClr val="dk1"/>
              </a:buClr>
              <a:buSzPts val="2160"/>
              <a:buChar char="•"/>
              <a:defRPr sz="1800"/>
            </a:lvl1pPr>
            <a:lvl2pPr indent="-342900" lvl="1" marL="914400" algn="l">
              <a:spcBef>
                <a:spcPts val="0"/>
              </a:spcBef>
              <a:spcAft>
                <a:spcPts val="0"/>
              </a:spcAft>
              <a:buClr>
                <a:schemeClr val="dk1"/>
              </a:buClr>
              <a:buSzPts val="1800"/>
              <a:buChar char="–"/>
              <a:defRPr sz="1800"/>
            </a:lvl2pPr>
            <a:lvl3pPr indent="-342900" lvl="2" marL="1371600" algn="l">
              <a:spcBef>
                <a:spcPts val="0"/>
              </a:spcBef>
              <a:spcAft>
                <a:spcPts val="0"/>
              </a:spcAft>
              <a:buClr>
                <a:schemeClr val="dk1"/>
              </a:buClr>
              <a:buSzPts val="1800"/>
              <a:buChar char="•"/>
              <a:defRPr sz="1800"/>
            </a:lvl3pPr>
            <a:lvl4pPr indent="-342900" lvl="3" marL="1828800" algn="l">
              <a:spcBef>
                <a:spcPts val="0"/>
              </a:spcBef>
              <a:spcAft>
                <a:spcPts val="0"/>
              </a:spcAft>
              <a:buClr>
                <a:schemeClr val="dk1"/>
              </a:buClr>
              <a:buSzPts val="1800"/>
              <a:buChar char="-"/>
              <a:defRPr sz="1800"/>
            </a:lvl4pPr>
            <a:lvl5pPr indent="-342900" lvl="4" marL="2286000" algn="l">
              <a:spcBef>
                <a:spcPts val="0"/>
              </a:spcBef>
              <a:spcAft>
                <a:spcPts val="0"/>
              </a:spcAft>
              <a:buClr>
                <a:schemeClr val="dk1"/>
              </a:buClr>
              <a:buSzPts val="1800"/>
              <a:buChar char="»"/>
              <a:defRPr sz="18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6" name="Google Shape;66;p9"/>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7" name="Shape 67"/>
        <p:cNvGrpSpPr/>
        <p:nvPr/>
      </p:nvGrpSpPr>
      <p:grpSpPr>
        <a:xfrm>
          <a:off x="0" y="0"/>
          <a:ext cx="0" cy="0"/>
          <a:chOff x="0" y="0"/>
          <a:chExt cx="0" cy="0"/>
        </a:xfrm>
      </p:grpSpPr>
      <p:sp>
        <p:nvSpPr>
          <p:cNvPr id="68" name="Google Shape;68;p10"/>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10"/>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0" name="Shape 70"/>
        <p:cNvGrpSpPr/>
        <p:nvPr/>
      </p:nvGrpSpPr>
      <p:grpSpPr>
        <a:xfrm>
          <a:off x="0" y="0"/>
          <a:ext cx="0" cy="0"/>
          <a:chOff x="0" y="0"/>
          <a:chExt cx="0" cy="0"/>
        </a:xfrm>
      </p:grpSpPr>
      <p:sp>
        <p:nvSpPr>
          <p:cNvPr id="71" name="Google Shape;71;p11"/>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algn="l">
              <a:spcBef>
                <a:spcPts val="0"/>
              </a:spcBef>
              <a:spcAft>
                <a:spcPts val="0"/>
              </a:spcAft>
              <a:buNone/>
              <a:defRPr/>
            </a:lvl1pPr>
            <a:lvl2pPr indent="0" lvl="1" marL="0" algn="l">
              <a:spcBef>
                <a:spcPts val="0"/>
              </a:spcBef>
              <a:spcAft>
                <a:spcPts val="0"/>
              </a:spcAft>
              <a:buNone/>
              <a:defRPr/>
            </a:lvl2pPr>
            <a:lvl3pPr indent="0" lvl="2" marL="0" algn="l">
              <a:spcBef>
                <a:spcPts val="0"/>
              </a:spcBef>
              <a:spcAft>
                <a:spcPts val="0"/>
              </a:spcAft>
              <a:buNone/>
              <a:defRPr/>
            </a:lvl3pPr>
            <a:lvl4pPr indent="0" lvl="3" marL="0" algn="l">
              <a:spcBef>
                <a:spcPts val="0"/>
              </a:spcBef>
              <a:spcAft>
                <a:spcPts val="0"/>
              </a:spcAft>
              <a:buNone/>
              <a:defRPr/>
            </a:lvl4pPr>
            <a:lvl5pPr indent="0" lvl="4" marL="0" algn="l">
              <a:spcBef>
                <a:spcPts val="0"/>
              </a:spcBef>
              <a:spcAft>
                <a:spcPts val="0"/>
              </a:spcAft>
              <a:buNone/>
              <a:defRPr/>
            </a:lvl5pPr>
            <a:lvl6pPr indent="0" lvl="5" marL="0" algn="l">
              <a:spcBef>
                <a:spcPts val="0"/>
              </a:spcBef>
              <a:spcAft>
                <a:spcPts val="0"/>
              </a:spcAft>
              <a:buNone/>
              <a:defRPr/>
            </a:lvl6pPr>
            <a:lvl7pPr indent="0" lvl="6" marL="0" algn="l">
              <a:spcBef>
                <a:spcPts val="0"/>
              </a:spcBef>
              <a:spcAft>
                <a:spcPts val="0"/>
              </a:spcAft>
              <a:buNone/>
              <a:defRPr/>
            </a:lvl7pPr>
            <a:lvl8pPr indent="0" lvl="7" marL="0" algn="l">
              <a:spcBef>
                <a:spcPts val="0"/>
              </a:spcBef>
              <a:spcAft>
                <a:spcPts val="0"/>
              </a:spcAft>
              <a:buNone/>
              <a:defRPr/>
            </a:lvl8pPr>
            <a:lvl9pPr indent="0" lvl="8" marL="0" algn="l">
              <a:spcBef>
                <a:spcPts val="0"/>
              </a:spcBef>
              <a:spcAft>
                <a:spcPts val="0"/>
              </a:spcAft>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vider Golden" showMasterSp="0">
  <p:cSld name="1_Divider Golden">
    <p:spTree>
      <p:nvGrpSpPr>
        <p:cNvPr id="72" name="Shape 72"/>
        <p:cNvGrpSpPr/>
        <p:nvPr/>
      </p:nvGrpSpPr>
      <p:grpSpPr>
        <a:xfrm>
          <a:off x="0" y="0"/>
          <a:ext cx="0" cy="0"/>
          <a:chOff x="0" y="0"/>
          <a:chExt cx="0" cy="0"/>
        </a:xfrm>
      </p:grpSpPr>
      <p:sp>
        <p:nvSpPr>
          <p:cNvPr id="73" name="Google Shape;73;p12"/>
          <p:cNvSpPr/>
          <p:nvPr/>
        </p:nvSpPr>
        <p:spPr>
          <a:xfrm>
            <a:off x="203505" y="216029"/>
            <a:ext cx="8736990" cy="6425943"/>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CE3D95"/>
              </a:solidFill>
              <a:latin typeface="Times New Roman"/>
              <a:ea typeface="Times New Roman"/>
              <a:cs typeface="Times New Roman"/>
              <a:sym typeface="Times New Roman"/>
            </a:endParaRPr>
          </a:p>
        </p:txBody>
      </p:sp>
      <p:sp>
        <p:nvSpPr>
          <p:cNvPr id="74" name="Google Shape;74;p12"/>
          <p:cNvSpPr txBox="1"/>
          <p:nvPr>
            <p:ph type="ctrTitle"/>
          </p:nvPr>
        </p:nvSpPr>
        <p:spPr>
          <a:xfrm>
            <a:off x="701675" y="1660525"/>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4000"/>
              <a:buFont typeface="Calibri"/>
              <a:buNone/>
              <a:defRPr b="1" sz="40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12"/>
          <p:cNvSpPr txBox="1"/>
          <p:nvPr>
            <p:ph idx="1" type="subTitle"/>
          </p:nvPr>
        </p:nvSpPr>
        <p:spPr>
          <a:xfrm>
            <a:off x="701675" y="2302948"/>
            <a:ext cx="6400800" cy="175260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2880"/>
              <a:buNone/>
              <a:defRPr b="1" sz="2400">
                <a:solidFill>
                  <a:srgbClr val="FFFFFF"/>
                </a:solidFill>
              </a:defRPr>
            </a:lvl1pPr>
            <a:lvl2pPr lvl="1" algn="ctr">
              <a:spcBef>
                <a:spcPts val="0"/>
              </a:spcBef>
              <a:spcAft>
                <a:spcPts val="0"/>
              </a:spcAft>
              <a:buClr>
                <a:srgbClr val="979899"/>
              </a:buClr>
              <a:buSzPts val="2000"/>
              <a:buNone/>
              <a:defRPr>
                <a:solidFill>
                  <a:srgbClr val="979899"/>
                </a:solidFill>
              </a:defRPr>
            </a:lvl2pPr>
            <a:lvl3pPr lvl="2" algn="ctr">
              <a:spcBef>
                <a:spcPts val="0"/>
              </a:spcBef>
              <a:spcAft>
                <a:spcPts val="0"/>
              </a:spcAft>
              <a:buClr>
                <a:srgbClr val="979899"/>
              </a:buClr>
              <a:buSzPts val="2000"/>
              <a:buNone/>
              <a:defRPr>
                <a:solidFill>
                  <a:srgbClr val="979899"/>
                </a:solidFill>
              </a:defRPr>
            </a:lvl3pPr>
            <a:lvl4pPr lvl="3" algn="ctr">
              <a:spcBef>
                <a:spcPts val="0"/>
              </a:spcBef>
              <a:spcAft>
                <a:spcPts val="0"/>
              </a:spcAft>
              <a:buClr>
                <a:srgbClr val="979899"/>
              </a:buClr>
              <a:buSzPts val="2000"/>
              <a:buNone/>
              <a:defRPr>
                <a:solidFill>
                  <a:srgbClr val="979899"/>
                </a:solidFill>
              </a:defRPr>
            </a:lvl4pPr>
            <a:lvl5pPr lvl="4" algn="ctr">
              <a:spcBef>
                <a:spcPts val="0"/>
              </a:spcBef>
              <a:spcAft>
                <a:spcPts val="0"/>
              </a:spcAft>
              <a:buClr>
                <a:srgbClr val="979899"/>
              </a:buClr>
              <a:buSzPts val="2000"/>
              <a:buNone/>
              <a:defRPr>
                <a:solidFill>
                  <a:srgbClr val="979899"/>
                </a:solidFill>
              </a:defRPr>
            </a:lvl5pPr>
            <a:lvl6pPr lvl="5" algn="ctr">
              <a:spcBef>
                <a:spcPts val="400"/>
              </a:spcBef>
              <a:spcAft>
                <a:spcPts val="0"/>
              </a:spcAft>
              <a:buClr>
                <a:srgbClr val="979899"/>
              </a:buClr>
              <a:buSzPts val="2000"/>
              <a:buNone/>
              <a:defRPr>
                <a:solidFill>
                  <a:srgbClr val="979899"/>
                </a:solidFill>
              </a:defRPr>
            </a:lvl6pPr>
            <a:lvl7pPr lvl="6" algn="ctr">
              <a:spcBef>
                <a:spcPts val="400"/>
              </a:spcBef>
              <a:spcAft>
                <a:spcPts val="0"/>
              </a:spcAft>
              <a:buClr>
                <a:srgbClr val="979899"/>
              </a:buClr>
              <a:buSzPts val="2000"/>
              <a:buNone/>
              <a:defRPr>
                <a:solidFill>
                  <a:srgbClr val="979899"/>
                </a:solidFill>
              </a:defRPr>
            </a:lvl7pPr>
            <a:lvl8pPr lvl="7" algn="ctr">
              <a:spcBef>
                <a:spcPts val="400"/>
              </a:spcBef>
              <a:spcAft>
                <a:spcPts val="0"/>
              </a:spcAft>
              <a:buClr>
                <a:srgbClr val="979899"/>
              </a:buClr>
              <a:buSzPts val="2000"/>
              <a:buNone/>
              <a:defRPr>
                <a:solidFill>
                  <a:srgbClr val="979899"/>
                </a:solidFill>
              </a:defRPr>
            </a:lvl8pPr>
            <a:lvl9pPr lvl="8" algn="ctr">
              <a:spcBef>
                <a:spcPts val="400"/>
              </a:spcBef>
              <a:spcAft>
                <a:spcPts val="0"/>
              </a:spcAft>
              <a:buClr>
                <a:srgbClr val="979899"/>
              </a:buClr>
              <a:buSzPts val="2000"/>
              <a:buNone/>
              <a:defRPr>
                <a:solidFill>
                  <a:srgbClr val="979899"/>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printer-friendly" showMasterSp="0">
  <p:cSld name="Divider printer-friendly">
    <p:spTree>
      <p:nvGrpSpPr>
        <p:cNvPr id="76" name="Shape 76"/>
        <p:cNvGrpSpPr/>
        <p:nvPr/>
      </p:nvGrpSpPr>
      <p:grpSpPr>
        <a:xfrm>
          <a:off x="0" y="0"/>
          <a:ext cx="0" cy="0"/>
          <a:chOff x="0" y="0"/>
          <a:chExt cx="0" cy="0"/>
        </a:xfrm>
      </p:grpSpPr>
      <p:sp>
        <p:nvSpPr>
          <p:cNvPr id="77" name="Google Shape;77;p13"/>
          <p:cNvSpPr/>
          <p:nvPr/>
        </p:nvSpPr>
        <p:spPr>
          <a:xfrm>
            <a:off x="254306" y="260482"/>
            <a:ext cx="8645548" cy="6325353"/>
          </a:xfrm>
          <a:prstGeom prst="rect">
            <a:avLst/>
          </a:prstGeom>
          <a:noFill/>
          <a:ln cap="flat" cmpd="sng" w="1016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sp>
        <p:nvSpPr>
          <p:cNvPr id="78" name="Google Shape;78;p13"/>
          <p:cNvSpPr txBox="1"/>
          <p:nvPr>
            <p:ph type="ctrTitle"/>
          </p:nvPr>
        </p:nvSpPr>
        <p:spPr>
          <a:xfrm>
            <a:off x="701675" y="1660525"/>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chemeClr val="dk2"/>
              </a:buClr>
              <a:buSzPts val="4000"/>
              <a:buFont typeface="Calibri"/>
              <a:buNone/>
              <a:defRPr b="1"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13"/>
          <p:cNvSpPr txBox="1"/>
          <p:nvPr>
            <p:ph idx="1" type="subTitle"/>
          </p:nvPr>
        </p:nvSpPr>
        <p:spPr>
          <a:xfrm>
            <a:off x="701675" y="2302948"/>
            <a:ext cx="6400800" cy="175260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chemeClr val="dk2"/>
              </a:buClr>
              <a:buSzPts val="2880"/>
              <a:buNone/>
              <a:defRPr b="1" sz="2400">
                <a:solidFill>
                  <a:schemeClr val="dk2"/>
                </a:solidFill>
              </a:defRPr>
            </a:lvl1pPr>
            <a:lvl2pPr lvl="1" algn="ctr">
              <a:spcBef>
                <a:spcPts val="0"/>
              </a:spcBef>
              <a:spcAft>
                <a:spcPts val="0"/>
              </a:spcAft>
              <a:buClr>
                <a:srgbClr val="979899"/>
              </a:buClr>
              <a:buSzPts val="2000"/>
              <a:buNone/>
              <a:defRPr>
                <a:solidFill>
                  <a:srgbClr val="979899"/>
                </a:solidFill>
              </a:defRPr>
            </a:lvl2pPr>
            <a:lvl3pPr lvl="2" algn="ctr">
              <a:spcBef>
                <a:spcPts val="0"/>
              </a:spcBef>
              <a:spcAft>
                <a:spcPts val="0"/>
              </a:spcAft>
              <a:buClr>
                <a:srgbClr val="979899"/>
              </a:buClr>
              <a:buSzPts val="2000"/>
              <a:buNone/>
              <a:defRPr>
                <a:solidFill>
                  <a:srgbClr val="979899"/>
                </a:solidFill>
              </a:defRPr>
            </a:lvl3pPr>
            <a:lvl4pPr lvl="3" algn="ctr">
              <a:spcBef>
                <a:spcPts val="0"/>
              </a:spcBef>
              <a:spcAft>
                <a:spcPts val="0"/>
              </a:spcAft>
              <a:buClr>
                <a:srgbClr val="979899"/>
              </a:buClr>
              <a:buSzPts val="2000"/>
              <a:buNone/>
              <a:defRPr>
                <a:solidFill>
                  <a:srgbClr val="979899"/>
                </a:solidFill>
              </a:defRPr>
            </a:lvl4pPr>
            <a:lvl5pPr lvl="4" algn="ctr">
              <a:spcBef>
                <a:spcPts val="0"/>
              </a:spcBef>
              <a:spcAft>
                <a:spcPts val="0"/>
              </a:spcAft>
              <a:buClr>
                <a:srgbClr val="979899"/>
              </a:buClr>
              <a:buSzPts val="2000"/>
              <a:buNone/>
              <a:defRPr>
                <a:solidFill>
                  <a:srgbClr val="979899"/>
                </a:solidFill>
              </a:defRPr>
            </a:lvl5pPr>
            <a:lvl6pPr lvl="5" algn="ctr">
              <a:spcBef>
                <a:spcPts val="400"/>
              </a:spcBef>
              <a:spcAft>
                <a:spcPts val="0"/>
              </a:spcAft>
              <a:buClr>
                <a:srgbClr val="979899"/>
              </a:buClr>
              <a:buSzPts val="2000"/>
              <a:buNone/>
              <a:defRPr>
                <a:solidFill>
                  <a:srgbClr val="979899"/>
                </a:solidFill>
              </a:defRPr>
            </a:lvl6pPr>
            <a:lvl7pPr lvl="6" algn="ctr">
              <a:spcBef>
                <a:spcPts val="400"/>
              </a:spcBef>
              <a:spcAft>
                <a:spcPts val="0"/>
              </a:spcAft>
              <a:buClr>
                <a:srgbClr val="979899"/>
              </a:buClr>
              <a:buSzPts val="2000"/>
              <a:buNone/>
              <a:defRPr>
                <a:solidFill>
                  <a:srgbClr val="979899"/>
                </a:solidFill>
              </a:defRPr>
            </a:lvl7pPr>
            <a:lvl8pPr lvl="7" algn="ctr">
              <a:spcBef>
                <a:spcPts val="400"/>
              </a:spcBef>
              <a:spcAft>
                <a:spcPts val="0"/>
              </a:spcAft>
              <a:buClr>
                <a:srgbClr val="979899"/>
              </a:buClr>
              <a:buSzPts val="2000"/>
              <a:buNone/>
              <a:defRPr>
                <a:solidFill>
                  <a:srgbClr val="979899"/>
                </a:solidFill>
              </a:defRPr>
            </a:lvl8pPr>
            <a:lvl9pPr lvl="8" algn="ctr">
              <a:spcBef>
                <a:spcPts val="400"/>
              </a:spcBef>
              <a:spcAft>
                <a:spcPts val="0"/>
              </a:spcAft>
              <a:buClr>
                <a:srgbClr val="979899"/>
              </a:buClr>
              <a:buSzPts val="2000"/>
              <a:buNone/>
              <a:defRPr>
                <a:solidFill>
                  <a:srgbClr val="979899"/>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vider Dark Background" showMasterSp="0">
  <p:cSld name="1_Divider Dark Background">
    <p:bg>
      <p:bgPr>
        <a:solidFill>
          <a:schemeClr val="dk1"/>
        </a:solidFill>
      </p:bgPr>
    </p:bg>
    <p:spTree>
      <p:nvGrpSpPr>
        <p:cNvPr id="80" name="Shape 80"/>
        <p:cNvGrpSpPr/>
        <p:nvPr/>
      </p:nvGrpSpPr>
      <p:grpSpPr>
        <a:xfrm>
          <a:off x="0" y="0"/>
          <a:ext cx="0" cy="0"/>
          <a:chOff x="0" y="0"/>
          <a:chExt cx="0" cy="0"/>
        </a:xfrm>
      </p:grpSpPr>
      <p:sp>
        <p:nvSpPr>
          <p:cNvPr id="81" name="Google Shape;81;p14"/>
          <p:cNvSpPr/>
          <p:nvPr/>
        </p:nvSpPr>
        <p:spPr>
          <a:xfrm>
            <a:off x="254306" y="260482"/>
            <a:ext cx="8645548" cy="6325353"/>
          </a:xfrm>
          <a:prstGeom prst="rect">
            <a:avLst/>
          </a:prstGeom>
          <a:noFill/>
          <a:ln cap="flat" cmpd="sng" w="1016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Times New Roman"/>
              <a:ea typeface="Times New Roman"/>
              <a:cs typeface="Times New Roman"/>
              <a:sym typeface="Times New Roman"/>
            </a:endParaRPr>
          </a:p>
        </p:txBody>
      </p:sp>
      <p:sp>
        <p:nvSpPr>
          <p:cNvPr id="82" name="Google Shape;82;p14"/>
          <p:cNvSpPr txBox="1"/>
          <p:nvPr>
            <p:ph type="ctrTitle"/>
          </p:nvPr>
        </p:nvSpPr>
        <p:spPr>
          <a:xfrm>
            <a:off x="701675" y="1660525"/>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chemeClr val="dk2"/>
              </a:buClr>
              <a:buSzPts val="4000"/>
              <a:buFont typeface="Calibri"/>
              <a:buNone/>
              <a:defRPr b="1"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4"/>
          <p:cNvSpPr txBox="1"/>
          <p:nvPr>
            <p:ph idx="1" type="subTitle"/>
          </p:nvPr>
        </p:nvSpPr>
        <p:spPr>
          <a:xfrm>
            <a:off x="701675" y="2302948"/>
            <a:ext cx="6400800" cy="175260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chemeClr val="dk2"/>
              </a:buClr>
              <a:buSzPts val="2880"/>
              <a:buNone/>
              <a:defRPr b="1" sz="2400">
                <a:solidFill>
                  <a:schemeClr val="dk2"/>
                </a:solidFill>
              </a:defRPr>
            </a:lvl1pPr>
            <a:lvl2pPr lvl="1" algn="ctr">
              <a:spcBef>
                <a:spcPts val="0"/>
              </a:spcBef>
              <a:spcAft>
                <a:spcPts val="0"/>
              </a:spcAft>
              <a:buClr>
                <a:srgbClr val="979899"/>
              </a:buClr>
              <a:buSzPts val="2000"/>
              <a:buNone/>
              <a:defRPr>
                <a:solidFill>
                  <a:srgbClr val="979899"/>
                </a:solidFill>
              </a:defRPr>
            </a:lvl2pPr>
            <a:lvl3pPr lvl="2" algn="ctr">
              <a:spcBef>
                <a:spcPts val="0"/>
              </a:spcBef>
              <a:spcAft>
                <a:spcPts val="0"/>
              </a:spcAft>
              <a:buClr>
                <a:srgbClr val="979899"/>
              </a:buClr>
              <a:buSzPts val="2000"/>
              <a:buNone/>
              <a:defRPr>
                <a:solidFill>
                  <a:srgbClr val="979899"/>
                </a:solidFill>
              </a:defRPr>
            </a:lvl3pPr>
            <a:lvl4pPr lvl="3" algn="ctr">
              <a:spcBef>
                <a:spcPts val="0"/>
              </a:spcBef>
              <a:spcAft>
                <a:spcPts val="0"/>
              </a:spcAft>
              <a:buClr>
                <a:srgbClr val="979899"/>
              </a:buClr>
              <a:buSzPts val="2000"/>
              <a:buNone/>
              <a:defRPr>
                <a:solidFill>
                  <a:srgbClr val="979899"/>
                </a:solidFill>
              </a:defRPr>
            </a:lvl4pPr>
            <a:lvl5pPr lvl="4" algn="ctr">
              <a:spcBef>
                <a:spcPts val="0"/>
              </a:spcBef>
              <a:spcAft>
                <a:spcPts val="0"/>
              </a:spcAft>
              <a:buClr>
                <a:srgbClr val="979899"/>
              </a:buClr>
              <a:buSzPts val="2000"/>
              <a:buNone/>
              <a:defRPr>
                <a:solidFill>
                  <a:srgbClr val="979899"/>
                </a:solidFill>
              </a:defRPr>
            </a:lvl5pPr>
            <a:lvl6pPr lvl="5" algn="ctr">
              <a:spcBef>
                <a:spcPts val="400"/>
              </a:spcBef>
              <a:spcAft>
                <a:spcPts val="0"/>
              </a:spcAft>
              <a:buClr>
                <a:srgbClr val="979899"/>
              </a:buClr>
              <a:buSzPts val="2000"/>
              <a:buNone/>
              <a:defRPr>
                <a:solidFill>
                  <a:srgbClr val="979899"/>
                </a:solidFill>
              </a:defRPr>
            </a:lvl6pPr>
            <a:lvl7pPr lvl="6" algn="ctr">
              <a:spcBef>
                <a:spcPts val="400"/>
              </a:spcBef>
              <a:spcAft>
                <a:spcPts val="0"/>
              </a:spcAft>
              <a:buClr>
                <a:srgbClr val="979899"/>
              </a:buClr>
              <a:buSzPts val="2000"/>
              <a:buNone/>
              <a:defRPr>
                <a:solidFill>
                  <a:srgbClr val="979899"/>
                </a:solidFill>
              </a:defRPr>
            </a:lvl7pPr>
            <a:lvl8pPr lvl="7" algn="ctr">
              <a:spcBef>
                <a:spcPts val="400"/>
              </a:spcBef>
              <a:spcAft>
                <a:spcPts val="0"/>
              </a:spcAft>
              <a:buClr>
                <a:srgbClr val="979899"/>
              </a:buClr>
              <a:buSzPts val="2000"/>
              <a:buNone/>
              <a:defRPr>
                <a:solidFill>
                  <a:srgbClr val="979899"/>
                </a:solidFill>
              </a:defRPr>
            </a:lvl8pPr>
            <a:lvl9pPr lvl="8" algn="ctr">
              <a:spcBef>
                <a:spcPts val="400"/>
              </a:spcBef>
              <a:spcAft>
                <a:spcPts val="0"/>
              </a:spcAft>
              <a:buClr>
                <a:srgbClr val="979899"/>
              </a:buClr>
              <a:buSzPts val="2000"/>
              <a:buNone/>
              <a:defRPr>
                <a:solidFill>
                  <a:srgbClr val="979899"/>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Purple" showMasterSp="0">
  <p:cSld name="Divider Purple">
    <p:spTree>
      <p:nvGrpSpPr>
        <p:cNvPr id="84" name="Shape 84"/>
        <p:cNvGrpSpPr/>
        <p:nvPr/>
      </p:nvGrpSpPr>
      <p:grpSpPr>
        <a:xfrm>
          <a:off x="0" y="0"/>
          <a:ext cx="0" cy="0"/>
          <a:chOff x="0" y="0"/>
          <a:chExt cx="0" cy="0"/>
        </a:xfrm>
      </p:grpSpPr>
      <p:sp>
        <p:nvSpPr>
          <p:cNvPr id="85" name="Google Shape;85;p15"/>
          <p:cNvSpPr/>
          <p:nvPr/>
        </p:nvSpPr>
        <p:spPr>
          <a:xfrm>
            <a:off x="203505" y="216029"/>
            <a:ext cx="8736990" cy="6425943"/>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CE3D95"/>
              </a:solidFill>
              <a:latin typeface="Times New Roman"/>
              <a:ea typeface="Times New Roman"/>
              <a:cs typeface="Times New Roman"/>
              <a:sym typeface="Times New Roman"/>
            </a:endParaRPr>
          </a:p>
        </p:txBody>
      </p:sp>
      <p:sp>
        <p:nvSpPr>
          <p:cNvPr id="86" name="Google Shape;86;p15"/>
          <p:cNvSpPr txBox="1"/>
          <p:nvPr>
            <p:ph type="ctrTitle"/>
          </p:nvPr>
        </p:nvSpPr>
        <p:spPr>
          <a:xfrm>
            <a:off x="701675" y="1660525"/>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4000"/>
              <a:buFont typeface="Calibri"/>
              <a:buNone/>
              <a:defRPr b="1" sz="40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5"/>
          <p:cNvSpPr txBox="1"/>
          <p:nvPr>
            <p:ph idx="1" type="subTitle"/>
          </p:nvPr>
        </p:nvSpPr>
        <p:spPr>
          <a:xfrm>
            <a:off x="701675" y="2302948"/>
            <a:ext cx="6400800" cy="175260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2880"/>
              <a:buNone/>
              <a:defRPr b="1" sz="2400">
                <a:solidFill>
                  <a:srgbClr val="FFFFFF"/>
                </a:solidFill>
              </a:defRPr>
            </a:lvl1pPr>
            <a:lvl2pPr lvl="1" algn="ctr">
              <a:spcBef>
                <a:spcPts val="0"/>
              </a:spcBef>
              <a:spcAft>
                <a:spcPts val="0"/>
              </a:spcAft>
              <a:buClr>
                <a:srgbClr val="979899"/>
              </a:buClr>
              <a:buSzPts val="2000"/>
              <a:buNone/>
              <a:defRPr>
                <a:solidFill>
                  <a:srgbClr val="979899"/>
                </a:solidFill>
              </a:defRPr>
            </a:lvl2pPr>
            <a:lvl3pPr lvl="2" algn="ctr">
              <a:spcBef>
                <a:spcPts val="0"/>
              </a:spcBef>
              <a:spcAft>
                <a:spcPts val="0"/>
              </a:spcAft>
              <a:buClr>
                <a:srgbClr val="979899"/>
              </a:buClr>
              <a:buSzPts val="2000"/>
              <a:buNone/>
              <a:defRPr>
                <a:solidFill>
                  <a:srgbClr val="979899"/>
                </a:solidFill>
              </a:defRPr>
            </a:lvl3pPr>
            <a:lvl4pPr lvl="3" algn="ctr">
              <a:spcBef>
                <a:spcPts val="0"/>
              </a:spcBef>
              <a:spcAft>
                <a:spcPts val="0"/>
              </a:spcAft>
              <a:buClr>
                <a:srgbClr val="979899"/>
              </a:buClr>
              <a:buSzPts val="2000"/>
              <a:buNone/>
              <a:defRPr>
                <a:solidFill>
                  <a:srgbClr val="979899"/>
                </a:solidFill>
              </a:defRPr>
            </a:lvl4pPr>
            <a:lvl5pPr lvl="4" algn="ctr">
              <a:spcBef>
                <a:spcPts val="0"/>
              </a:spcBef>
              <a:spcAft>
                <a:spcPts val="0"/>
              </a:spcAft>
              <a:buClr>
                <a:srgbClr val="979899"/>
              </a:buClr>
              <a:buSzPts val="2000"/>
              <a:buNone/>
              <a:defRPr>
                <a:solidFill>
                  <a:srgbClr val="979899"/>
                </a:solidFill>
              </a:defRPr>
            </a:lvl5pPr>
            <a:lvl6pPr lvl="5" algn="ctr">
              <a:spcBef>
                <a:spcPts val="400"/>
              </a:spcBef>
              <a:spcAft>
                <a:spcPts val="0"/>
              </a:spcAft>
              <a:buClr>
                <a:srgbClr val="979899"/>
              </a:buClr>
              <a:buSzPts val="2000"/>
              <a:buNone/>
              <a:defRPr>
                <a:solidFill>
                  <a:srgbClr val="979899"/>
                </a:solidFill>
              </a:defRPr>
            </a:lvl6pPr>
            <a:lvl7pPr lvl="6" algn="ctr">
              <a:spcBef>
                <a:spcPts val="400"/>
              </a:spcBef>
              <a:spcAft>
                <a:spcPts val="0"/>
              </a:spcAft>
              <a:buClr>
                <a:srgbClr val="979899"/>
              </a:buClr>
              <a:buSzPts val="2000"/>
              <a:buNone/>
              <a:defRPr>
                <a:solidFill>
                  <a:srgbClr val="979899"/>
                </a:solidFill>
              </a:defRPr>
            </a:lvl7pPr>
            <a:lvl8pPr lvl="7" algn="ctr">
              <a:spcBef>
                <a:spcPts val="400"/>
              </a:spcBef>
              <a:spcAft>
                <a:spcPts val="0"/>
              </a:spcAft>
              <a:buClr>
                <a:srgbClr val="979899"/>
              </a:buClr>
              <a:buSzPts val="2000"/>
              <a:buNone/>
              <a:defRPr>
                <a:solidFill>
                  <a:srgbClr val="979899"/>
                </a:solidFill>
              </a:defRPr>
            </a:lvl8pPr>
            <a:lvl9pPr lvl="8" algn="ctr">
              <a:spcBef>
                <a:spcPts val="400"/>
              </a:spcBef>
              <a:spcAft>
                <a:spcPts val="0"/>
              </a:spcAft>
              <a:buClr>
                <a:srgbClr val="979899"/>
              </a:buClr>
              <a:buSzPts val="2000"/>
              <a:buNone/>
              <a:defRPr>
                <a:solidFill>
                  <a:srgbClr val="979899"/>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Fuschia" showMasterSp="0">
  <p:cSld name="Divider Fuschia">
    <p:spTree>
      <p:nvGrpSpPr>
        <p:cNvPr id="88" name="Shape 88"/>
        <p:cNvGrpSpPr/>
        <p:nvPr/>
      </p:nvGrpSpPr>
      <p:grpSpPr>
        <a:xfrm>
          <a:off x="0" y="0"/>
          <a:ext cx="0" cy="0"/>
          <a:chOff x="0" y="0"/>
          <a:chExt cx="0" cy="0"/>
        </a:xfrm>
      </p:grpSpPr>
      <p:sp>
        <p:nvSpPr>
          <p:cNvPr id="89" name="Google Shape;89;p16"/>
          <p:cNvSpPr/>
          <p:nvPr/>
        </p:nvSpPr>
        <p:spPr>
          <a:xfrm>
            <a:off x="203505" y="216029"/>
            <a:ext cx="8736990" cy="6425943"/>
          </a:xfrm>
          <a:prstGeom prst="rect">
            <a:avLst/>
          </a:prstGeom>
          <a:solidFill>
            <a:srgbClr val="CE3D9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CE3D95"/>
              </a:solidFill>
              <a:latin typeface="Times New Roman"/>
              <a:ea typeface="Times New Roman"/>
              <a:cs typeface="Times New Roman"/>
              <a:sym typeface="Times New Roman"/>
            </a:endParaRPr>
          </a:p>
        </p:txBody>
      </p:sp>
      <p:sp>
        <p:nvSpPr>
          <p:cNvPr id="90" name="Google Shape;90;p16"/>
          <p:cNvSpPr txBox="1"/>
          <p:nvPr>
            <p:ph type="ctrTitle"/>
          </p:nvPr>
        </p:nvSpPr>
        <p:spPr>
          <a:xfrm>
            <a:off x="701675" y="1660525"/>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4000"/>
              <a:buFont typeface="Calibri"/>
              <a:buNone/>
              <a:defRPr b="1" sz="40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16"/>
          <p:cNvSpPr txBox="1"/>
          <p:nvPr>
            <p:ph idx="1" type="subTitle"/>
          </p:nvPr>
        </p:nvSpPr>
        <p:spPr>
          <a:xfrm>
            <a:off x="701675" y="2302948"/>
            <a:ext cx="6400800" cy="175260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2880"/>
              <a:buNone/>
              <a:defRPr b="1" sz="2400">
                <a:solidFill>
                  <a:srgbClr val="FFFFFF"/>
                </a:solidFill>
              </a:defRPr>
            </a:lvl1pPr>
            <a:lvl2pPr lvl="1" algn="ctr">
              <a:spcBef>
                <a:spcPts val="0"/>
              </a:spcBef>
              <a:spcAft>
                <a:spcPts val="0"/>
              </a:spcAft>
              <a:buClr>
                <a:srgbClr val="979899"/>
              </a:buClr>
              <a:buSzPts val="2000"/>
              <a:buNone/>
              <a:defRPr>
                <a:solidFill>
                  <a:srgbClr val="979899"/>
                </a:solidFill>
              </a:defRPr>
            </a:lvl2pPr>
            <a:lvl3pPr lvl="2" algn="ctr">
              <a:spcBef>
                <a:spcPts val="0"/>
              </a:spcBef>
              <a:spcAft>
                <a:spcPts val="0"/>
              </a:spcAft>
              <a:buClr>
                <a:srgbClr val="979899"/>
              </a:buClr>
              <a:buSzPts val="2000"/>
              <a:buNone/>
              <a:defRPr>
                <a:solidFill>
                  <a:srgbClr val="979899"/>
                </a:solidFill>
              </a:defRPr>
            </a:lvl3pPr>
            <a:lvl4pPr lvl="3" algn="ctr">
              <a:spcBef>
                <a:spcPts val="0"/>
              </a:spcBef>
              <a:spcAft>
                <a:spcPts val="0"/>
              </a:spcAft>
              <a:buClr>
                <a:srgbClr val="979899"/>
              </a:buClr>
              <a:buSzPts val="2000"/>
              <a:buNone/>
              <a:defRPr>
                <a:solidFill>
                  <a:srgbClr val="979899"/>
                </a:solidFill>
              </a:defRPr>
            </a:lvl4pPr>
            <a:lvl5pPr lvl="4" algn="ctr">
              <a:spcBef>
                <a:spcPts val="0"/>
              </a:spcBef>
              <a:spcAft>
                <a:spcPts val="0"/>
              </a:spcAft>
              <a:buClr>
                <a:srgbClr val="979899"/>
              </a:buClr>
              <a:buSzPts val="2000"/>
              <a:buNone/>
              <a:defRPr>
                <a:solidFill>
                  <a:srgbClr val="979899"/>
                </a:solidFill>
              </a:defRPr>
            </a:lvl5pPr>
            <a:lvl6pPr lvl="5" algn="ctr">
              <a:spcBef>
                <a:spcPts val="400"/>
              </a:spcBef>
              <a:spcAft>
                <a:spcPts val="0"/>
              </a:spcAft>
              <a:buClr>
                <a:srgbClr val="979899"/>
              </a:buClr>
              <a:buSzPts val="2000"/>
              <a:buNone/>
              <a:defRPr>
                <a:solidFill>
                  <a:srgbClr val="979899"/>
                </a:solidFill>
              </a:defRPr>
            </a:lvl6pPr>
            <a:lvl7pPr lvl="6" algn="ctr">
              <a:spcBef>
                <a:spcPts val="400"/>
              </a:spcBef>
              <a:spcAft>
                <a:spcPts val="0"/>
              </a:spcAft>
              <a:buClr>
                <a:srgbClr val="979899"/>
              </a:buClr>
              <a:buSzPts val="2000"/>
              <a:buNone/>
              <a:defRPr>
                <a:solidFill>
                  <a:srgbClr val="979899"/>
                </a:solidFill>
              </a:defRPr>
            </a:lvl7pPr>
            <a:lvl8pPr lvl="7" algn="ctr">
              <a:spcBef>
                <a:spcPts val="400"/>
              </a:spcBef>
              <a:spcAft>
                <a:spcPts val="0"/>
              </a:spcAft>
              <a:buClr>
                <a:srgbClr val="979899"/>
              </a:buClr>
              <a:buSzPts val="2000"/>
              <a:buNone/>
              <a:defRPr>
                <a:solidFill>
                  <a:srgbClr val="979899"/>
                </a:solidFill>
              </a:defRPr>
            </a:lvl8pPr>
            <a:lvl9pPr lvl="8" algn="ctr">
              <a:spcBef>
                <a:spcPts val="400"/>
              </a:spcBef>
              <a:spcAft>
                <a:spcPts val="0"/>
              </a:spcAft>
              <a:buClr>
                <a:srgbClr val="979899"/>
              </a:buClr>
              <a:buSzPts val="2000"/>
              <a:buNone/>
              <a:defRPr>
                <a:solidFill>
                  <a:srgbClr val="979899"/>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Blue" showMasterSp="0">
  <p:cSld name="Divider Blue">
    <p:spTree>
      <p:nvGrpSpPr>
        <p:cNvPr id="92" name="Shape 92"/>
        <p:cNvGrpSpPr/>
        <p:nvPr/>
      </p:nvGrpSpPr>
      <p:grpSpPr>
        <a:xfrm>
          <a:off x="0" y="0"/>
          <a:ext cx="0" cy="0"/>
          <a:chOff x="0" y="0"/>
          <a:chExt cx="0" cy="0"/>
        </a:xfrm>
      </p:grpSpPr>
      <p:sp>
        <p:nvSpPr>
          <p:cNvPr id="93" name="Google Shape;93;p17"/>
          <p:cNvSpPr/>
          <p:nvPr/>
        </p:nvSpPr>
        <p:spPr>
          <a:xfrm>
            <a:off x="203505" y="216029"/>
            <a:ext cx="8736990" cy="6425943"/>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CE3D95"/>
              </a:solidFill>
              <a:latin typeface="Times New Roman"/>
              <a:ea typeface="Times New Roman"/>
              <a:cs typeface="Times New Roman"/>
              <a:sym typeface="Times New Roman"/>
            </a:endParaRPr>
          </a:p>
        </p:txBody>
      </p:sp>
      <p:sp>
        <p:nvSpPr>
          <p:cNvPr id="94" name="Google Shape;94;p17"/>
          <p:cNvSpPr txBox="1"/>
          <p:nvPr>
            <p:ph type="ctrTitle"/>
          </p:nvPr>
        </p:nvSpPr>
        <p:spPr>
          <a:xfrm>
            <a:off x="701675" y="1660525"/>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4000"/>
              <a:buFont typeface="Calibri"/>
              <a:buNone/>
              <a:defRPr b="1" sz="40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17"/>
          <p:cNvSpPr txBox="1"/>
          <p:nvPr>
            <p:ph idx="1" type="subTitle"/>
          </p:nvPr>
        </p:nvSpPr>
        <p:spPr>
          <a:xfrm>
            <a:off x="701675" y="2302948"/>
            <a:ext cx="6400800" cy="175260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2880"/>
              <a:buNone/>
              <a:defRPr b="1" sz="2400">
                <a:solidFill>
                  <a:srgbClr val="FFFFFF"/>
                </a:solidFill>
              </a:defRPr>
            </a:lvl1pPr>
            <a:lvl2pPr lvl="1" algn="ctr">
              <a:spcBef>
                <a:spcPts val="0"/>
              </a:spcBef>
              <a:spcAft>
                <a:spcPts val="0"/>
              </a:spcAft>
              <a:buClr>
                <a:srgbClr val="979899"/>
              </a:buClr>
              <a:buSzPts val="2000"/>
              <a:buNone/>
              <a:defRPr>
                <a:solidFill>
                  <a:srgbClr val="979899"/>
                </a:solidFill>
              </a:defRPr>
            </a:lvl2pPr>
            <a:lvl3pPr lvl="2" algn="ctr">
              <a:spcBef>
                <a:spcPts val="0"/>
              </a:spcBef>
              <a:spcAft>
                <a:spcPts val="0"/>
              </a:spcAft>
              <a:buClr>
                <a:srgbClr val="979899"/>
              </a:buClr>
              <a:buSzPts val="2000"/>
              <a:buNone/>
              <a:defRPr>
                <a:solidFill>
                  <a:srgbClr val="979899"/>
                </a:solidFill>
              </a:defRPr>
            </a:lvl3pPr>
            <a:lvl4pPr lvl="3" algn="ctr">
              <a:spcBef>
                <a:spcPts val="0"/>
              </a:spcBef>
              <a:spcAft>
                <a:spcPts val="0"/>
              </a:spcAft>
              <a:buClr>
                <a:srgbClr val="979899"/>
              </a:buClr>
              <a:buSzPts val="2000"/>
              <a:buNone/>
              <a:defRPr>
                <a:solidFill>
                  <a:srgbClr val="979899"/>
                </a:solidFill>
              </a:defRPr>
            </a:lvl4pPr>
            <a:lvl5pPr lvl="4" algn="ctr">
              <a:spcBef>
                <a:spcPts val="0"/>
              </a:spcBef>
              <a:spcAft>
                <a:spcPts val="0"/>
              </a:spcAft>
              <a:buClr>
                <a:srgbClr val="979899"/>
              </a:buClr>
              <a:buSzPts val="2000"/>
              <a:buNone/>
              <a:defRPr>
                <a:solidFill>
                  <a:srgbClr val="979899"/>
                </a:solidFill>
              </a:defRPr>
            </a:lvl5pPr>
            <a:lvl6pPr lvl="5" algn="ctr">
              <a:spcBef>
                <a:spcPts val="400"/>
              </a:spcBef>
              <a:spcAft>
                <a:spcPts val="0"/>
              </a:spcAft>
              <a:buClr>
                <a:srgbClr val="979899"/>
              </a:buClr>
              <a:buSzPts val="2000"/>
              <a:buNone/>
              <a:defRPr>
                <a:solidFill>
                  <a:srgbClr val="979899"/>
                </a:solidFill>
              </a:defRPr>
            </a:lvl6pPr>
            <a:lvl7pPr lvl="6" algn="ctr">
              <a:spcBef>
                <a:spcPts val="400"/>
              </a:spcBef>
              <a:spcAft>
                <a:spcPts val="0"/>
              </a:spcAft>
              <a:buClr>
                <a:srgbClr val="979899"/>
              </a:buClr>
              <a:buSzPts val="2000"/>
              <a:buNone/>
              <a:defRPr>
                <a:solidFill>
                  <a:srgbClr val="979899"/>
                </a:solidFill>
              </a:defRPr>
            </a:lvl7pPr>
            <a:lvl8pPr lvl="7" algn="ctr">
              <a:spcBef>
                <a:spcPts val="400"/>
              </a:spcBef>
              <a:spcAft>
                <a:spcPts val="0"/>
              </a:spcAft>
              <a:buClr>
                <a:srgbClr val="979899"/>
              </a:buClr>
              <a:buSzPts val="2000"/>
              <a:buNone/>
              <a:defRPr>
                <a:solidFill>
                  <a:srgbClr val="979899"/>
                </a:solidFill>
              </a:defRPr>
            </a:lvl8pPr>
            <a:lvl9pPr lvl="8" algn="ctr">
              <a:spcBef>
                <a:spcPts val="400"/>
              </a:spcBef>
              <a:spcAft>
                <a:spcPts val="0"/>
              </a:spcAft>
              <a:buClr>
                <a:srgbClr val="979899"/>
              </a:buClr>
              <a:buSzPts val="2000"/>
              <a:buNone/>
              <a:defRPr>
                <a:solidFill>
                  <a:srgbClr val="979899"/>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Red" showMasterSp="0">
  <p:cSld name="Divider Red">
    <p:spTree>
      <p:nvGrpSpPr>
        <p:cNvPr id="96" name="Shape 96"/>
        <p:cNvGrpSpPr/>
        <p:nvPr/>
      </p:nvGrpSpPr>
      <p:grpSpPr>
        <a:xfrm>
          <a:off x="0" y="0"/>
          <a:ext cx="0" cy="0"/>
          <a:chOff x="0" y="0"/>
          <a:chExt cx="0" cy="0"/>
        </a:xfrm>
      </p:grpSpPr>
      <p:sp>
        <p:nvSpPr>
          <p:cNvPr id="97" name="Google Shape;97;p18"/>
          <p:cNvSpPr/>
          <p:nvPr/>
        </p:nvSpPr>
        <p:spPr>
          <a:xfrm>
            <a:off x="203505" y="216029"/>
            <a:ext cx="8736990" cy="6425943"/>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CE3D95"/>
              </a:solidFill>
              <a:latin typeface="Times New Roman"/>
              <a:ea typeface="Times New Roman"/>
              <a:cs typeface="Times New Roman"/>
              <a:sym typeface="Times New Roman"/>
            </a:endParaRPr>
          </a:p>
        </p:txBody>
      </p:sp>
      <p:sp>
        <p:nvSpPr>
          <p:cNvPr id="98" name="Google Shape;98;p18"/>
          <p:cNvSpPr txBox="1"/>
          <p:nvPr>
            <p:ph type="ctrTitle"/>
          </p:nvPr>
        </p:nvSpPr>
        <p:spPr>
          <a:xfrm>
            <a:off x="701675" y="1660525"/>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4000"/>
              <a:buFont typeface="Calibri"/>
              <a:buNone/>
              <a:defRPr b="1" sz="40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 name="Google Shape;99;p18"/>
          <p:cNvSpPr txBox="1"/>
          <p:nvPr>
            <p:ph idx="1" type="subTitle"/>
          </p:nvPr>
        </p:nvSpPr>
        <p:spPr>
          <a:xfrm>
            <a:off x="701675" y="2302948"/>
            <a:ext cx="6400800" cy="175260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2880"/>
              <a:buNone/>
              <a:defRPr b="1" sz="2400">
                <a:solidFill>
                  <a:srgbClr val="FFFFFF"/>
                </a:solidFill>
              </a:defRPr>
            </a:lvl1pPr>
            <a:lvl2pPr lvl="1" algn="ctr">
              <a:spcBef>
                <a:spcPts val="0"/>
              </a:spcBef>
              <a:spcAft>
                <a:spcPts val="0"/>
              </a:spcAft>
              <a:buClr>
                <a:srgbClr val="979899"/>
              </a:buClr>
              <a:buSzPts val="2000"/>
              <a:buNone/>
              <a:defRPr>
                <a:solidFill>
                  <a:srgbClr val="979899"/>
                </a:solidFill>
              </a:defRPr>
            </a:lvl2pPr>
            <a:lvl3pPr lvl="2" algn="ctr">
              <a:spcBef>
                <a:spcPts val="0"/>
              </a:spcBef>
              <a:spcAft>
                <a:spcPts val="0"/>
              </a:spcAft>
              <a:buClr>
                <a:srgbClr val="979899"/>
              </a:buClr>
              <a:buSzPts val="2000"/>
              <a:buNone/>
              <a:defRPr>
                <a:solidFill>
                  <a:srgbClr val="979899"/>
                </a:solidFill>
              </a:defRPr>
            </a:lvl3pPr>
            <a:lvl4pPr lvl="3" algn="ctr">
              <a:spcBef>
                <a:spcPts val="0"/>
              </a:spcBef>
              <a:spcAft>
                <a:spcPts val="0"/>
              </a:spcAft>
              <a:buClr>
                <a:srgbClr val="979899"/>
              </a:buClr>
              <a:buSzPts val="2000"/>
              <a:buNone/>
              <a:defRPr>
                <a:solidFill>
                  <a:srgbClr val="979899"/>
                </a:solidFill>
              </a:defRPr>
            </a:lvl4pPr>
            <a:lvl5pPr lvl="4" algn="ctr">
              <a:spcBef>
                <a:spcPts val="0"/>
              </a:spcBef>
              <a:spcAft>
                <a:spcPts val="0"/>
              </a:spcAft>
              <a:buClr>
                <a:srgbClr val="979899"/>
              </a:buClr>
              <a:buSzPts val="2000"/>
              <a:buNone/>
              <a:defRPr>
                <a:solidFill>
                  <a:srgbClr val="979899"/>
                </a:solidFill>
              </a:defRPr>
            </a:lvl5pPr>
            <a:lvl6pPr lvl="5" algn="ctr">
              <a:spcBef>
                <a:spcPts val="400"/>
              </a:spcBef>
              <a:spcAft>
                <a:spcPts val="0"/>
              </a:spcAft>
              <a:buClr>
                <a:srgbClr val="979899"/>
              </a:buClr>
              <a:buSzPts val="2000"/>
              <a:buNone/>
              <a:defRPr>
                <a:solidFill>
                  <a:srgbClr val="979899"/>
                </a:solidFill>
              </a:defRPr>
            </a:lvl6pPr>
            <a:lvl7pPr lvl="6" algn="ctr">
              <a:spcBef>
                <a:spcPts val="400"/>
              </a:spcBef>
              <a:spcAft>
                <a:spcPts val="0"/>
              </a:spcAft>
              <a:buClr>
                <a:srgbClr val="979899"/>
              </a:buClr>
              <a:buSzPts val="2000"/>
              <a:buNone/>
              <a:defRPr>
                <a:solidFill>
                  <a:srgbClr val="979899"/>
                </a:solidFill>
              </a:defRPr>
            </a:lvl7pPr>
            <a:lvl8pPr lvl="7" algn="ctr">
              <a:spcBef>
                <a:spcPts val="400"/>
              </a:spcBef>
              <a:spcAft>
                <a:spcPts val="0"/>
              </a:spcAft>
              <a:buClr>
                <a:srgbClr val="979899"/>
              </a:buClr>
              <a:buSzPts val="2000"/>
              <a:buNone/>
              <a:defRPr>
                <a:solidFill>
                  <a:srgbClr val="979899"/>
                </a:solidFill>
              </a:defRPr>
            </a:lvl8pPr>
            <a:lvl9pPr lvl="8" algn="ctr">
              <a:spcBef>
                <a:spcPts val="400"/>
              </a:spcBef>
              <a:spcAft>
                <a:spcPts val="0"/>
              </a:spcAft>
              <a:buClr>
                <a:srgbClr val="979899"/>
              </a:buClr>
              <a:buSzPts val="2000"/>
              <a:buNone/>
              <a:defRPr>
                <a:solidFill>
                  <a:srgbClr val="979899"/>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Yellow Green" showMasterSp="0">
  <p:cSld name="Divider Yellow Green">
    <p:spTree>
      <p:nvGrpSpPr>
        <p:cNvPr id="100" name="Shape 100"/>
        <p:cNvGrpSpPr/>
        <p:nvPr/>
      </p:nvGrpSpPr>
      <p:grpSpPr>
        <a:xfrm>
          <a:off x="0" y="0"/>
          <a:ext cx="0" cy="0"/>
          <a:chOff x="0" y="0"/>
          <a:chExt cx="0" cy="0"/>
        </a:xfrm>
      </p:grpSpPr>
      <p:sp>
        <p:nvSpPr>
          <p:cNvPr id="101" name="Google Shape;101;p19"/>
          <p:cNvSpPr/>
          <p:nvPr/>
        </p:nvSpPr>
        <p:spPr>
          <a:xfrm>
            <a:off x="203505" y="216029"/>
            <a:ext cx="8736990" cy="6425943"/>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CE3D95"/>
              </a:solidFill>
              <a:latin typeface="Times New Roman"/>
              <a:ea typeface="Times New Roman"/>
              <a:cs typeface="Times New Roman"/>
              <a:sym typeface="Times New Roman"/>
            </a:endParaRPr>
          </a:p>
        </p:txBody>
      </p:sp>
      <p:sp>
        <p:nvSpPr>
          <p:cNvPr id="102" name="Google Shape;102;p19"/>
          <p:cNvSpPr txBox="1"/>
          <p:nvPr>
            <p:ph type="ctrTitle"/>
          </p:nvPr>
        </p:nvSpPr>
        <p:spPr>
          <a:xfrm>
            <a:off x="701675" y="1660525"/>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4000"/>
              <a:buFont typeface="Calibri"/>
              <a:buNone/>
              <a:defRPr b="1" sz="40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3" name="Google Shape;103;p19"/>
          <p:cNvSpPr txBox="1"/>
          <p:nvPr>
            <p:ph idx="1" type="subTitle"/>
          </p:nvPr>
        </p:nvSpPr>
        <p:spPr>
          <a:xfrm>
            <a:off x="701675" y="2302948"/>
            <a:ext cx="6400800" cy="175260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2880"/>
              <a:buNone/>
              <a:defRPr b="1" sz="2400">
                <a:solidFill>
                  <a:srgbClr val="FFFFFF"/>
                </a:solidFill>
              </a:defRPr>
            </a:lvl1pPr>
            <a:lvl2pPr lvl="1" algn="ctr">
              <a:spcBef>
                <a:spcPts val="0"/>
              </a:spcBef>
              <a:spcAft>
                <a:spcPts val="0"/>
              </a:spcAft>
              <a:buClr>
                <a:srgbClr val="979899"/>
              </a:buClr>
              <a:buSzPts val="2000"/>
              <a:buNone/>
              <a:defRPr>
                <a:solidFill>
                  <a:srgbClr val="979899"/>
                </a:solidFill>
              </a:defRPr>
            </a:lvl2pPr>
            <a:lvl3pPr lvl="2" algn="ctr">
              <a:spcBef>
                <a:spcPts val="0"/>
              </a:spcBef>
              <a:spcAft>
                <a:spcPts val="0"/>
              </a:spcAft>
              <a:buClr>
                <a:srgbClr val="979899"/>
              </a:buClr>
              <a:buSzPts val="2000"/>
              <a:buNone/>
              <a:defRPr>
                <a:solidFill>
                  <a:srgbClr val="979899"/>
                </a:solidFill>
              </a:defRPr>
            </a:lvl3pPr>
            <a:lvl4pPr lvl="3" algn="ctr">
              <a:spcBef>
                <a:spcPts val="0"/>
              </a:spcBef>
              <a:spcAft>
                <a:spcPts val="0"/>
              </a:spcAft>
              <a:buClr>
                <a:srgbClr val="979899"/>
              </a:buClr>
              <a:buSzPts val="2000"/>
              <a:buNone/>
              <a:defRPr>
                <a:solidFill>
                  <a:srgbClr val="979899"/>
                </a:solidFill>
              </a:defRPr>
            </a:lvl4pPr>
            <a:lvl5pPr lvl="4" algn="ctr">
              <a:spcBef>
                <a:spcPts val="0"/>
              </a:spcBef>
              <a:spcAft>
                <a:spcPts val="0"/>
              </a:spcAft>
              <a:buClr>
                <a:srgbClr val="979899"/>
              </a:buClr>
              <a:buSzPts val="2000"/>
              <a:buNone/>
              <a:defRPr>
                <a:solidFill>
                  <a:srgbClr val="979899"/>
                </a:solidFill>
              </a:defRPr>
            </a:lvl5pPr>
            <a:lvl6pPr lvl="5" algn="ctr">
              <a:spcBef>
                <a:spcPts val="400"/>
              </a:spcBef>
              <a:spcAft>
                <a:spcPts val="0"/>
              </a:spcAft>
              <a:buClr>
                <a:srgbClr val="979899"/>
              </a:buClr>
              <a:buSzPts val="2000"/>
              <a:buNone/>
              <a:defRPr>
                <a:solidFill>
                  <a:srgbClr val="979899"/>
                </a:solidFill>
              </a:defRPr>
            </a:lvl6pPr>
            <a:lvl7pPr lvl="6" algn="ctr">
              <a:spcBef>
                <a:spcPts val="400"/>
              </a:spcBef>
              <a:spcAft>
                <a:spcPts val="0"/>
              </a:spcAft>
              <a:buClr>
                <a:srgbClr val="979899"/>
              </a:buClr>
              <a:buSzPts val="2000"/>
              <a:buNone/>
              <a:defRPr>
                <a:solidFill>
                  <a:srgbClr val="979899"/>
                </a:solidFill>
              </a:defRPr>
            </a:lvl7pPr>
            <a:lvl8pPr lvl="7" algn="ctr">
              <a:spcBef>
                <a:spcPts val="400"/>
              </a:spcBef>
              <a:spcAft>
                <a:spcPts val="0"/>
              </a:spcAft>
              <a:buClr>
                <a:srgbClr val="979899"/>
              </a:buClr>
              <a:buSzPts val="2000"/>
              <a:buNone/>
              <a:defRPr>
                <a:solidFill>
                  <a:srgbClr val="979899"/>
                </a:solidFill>
              </a:defRPr>
            </a:lvl8pPr>
            <a:lvl9pPr lvl="8" algn="ctr">
              <a:spcBef>
                <a:spcPts val="400"/>
              </a:spcBef>
              <a:spcAft>
                <a:spcPts val="0"/>
              </a:spcAft>
              <a:buClr>
                <a:srgbClr val="979899"/>
              </a:buClr>
              <a:buSzPts val="2000"/>
              <a:buNone/>
              <a:defRPr>
                <a:solidFill>
                  <a:srgbClr val="979899"/>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Pink" showMasterSp="0">
  <p:cSld name="Divider Pink">
    <p:spTree>
      <p:nvGrpSpPr>
        <p:cNvPr id="104" name="Shape 104"/>
        <p:cNvGrpSpPr/>
        <p:nvPr/>
      </p:nvGrpSpPr>
      <p:grpSpPr>
        <a:xfrm>
          <a:off x="0" y="0"/>
          <a:ext cx="0" cy="0"/>
          <a:chOff x="0" y="0"/>
          <a:chExt cx="0" cy="0"/>
        </a:xfrm>
      </p:grpSpPr>
      <p:sp>
        <p:nvSpPr>
          <p:cNvPr id="105" name="Google Shape;105;p20"/>
          <p:cNvSpPr/>
          <p:nvPr/>
        </p:nvSpPr>
        <p:spPr>
          <a:xfrm>
            <a:off x="203505" y="216029"/>
            <a:ext cx="8736990" cy="6425943"/>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CE3D95"/>
              </a:solidFill>
              <a:latin typeface="Times New Roman"/>
              <a:ea typeface="Times New Roman"/>
              <a:cs typeface="Times New Roman"/>
              <a:sym typeface="Times New Roman"/>
            </a:endParaRPr>
          </a:p>
        </p:txBody>
      </p:sp>
      <p:sp>
        <p:nvSpPr>
          <p:cNvPr id="106" name="Google Shape;106;p20"/>
          <p:cNvSpPr txBox="1"/>
          <p:nvPr>
            <p:ph type="ctrTitle"/>
          </p:nvPr>
        </p:nvSpPr>
        <p:spPr>
          <a:xfrm>
            <a:off x="701675" y="1660525"/>
            <a:ext cx="6400022" cy="73459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4000"/>
              <a:buFont typeface="Calibri"/>
              <a:buNone/>
              <a:defRPr b="1" sz="40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7" name="Google Shape;107;p20"/>
          <p:cNvSpPr txBox="1"/>
          <p:nvPr>
            <p:ph idx="1" type="subTitle"/>
          </p:nvPr>
        </p:nvSpPr>
        <p:spPr>
          <a:xfrm>
            <a:off x="701675" y="2302948"/>
            <a:ext cx="6400800" cy="1752600"/>
          </a:xfrm>
          <a:prstGeom prst="rect">
            <a:avLst/>
          </a:prstGeom>
          <a:noFill/>
          <a:ln>
            <a:noFill/>
          </a:ln>
        </p:spPr>
        <p:txBody>
          <a:bodyPr anchorCtr="0" anchor="t" bIns="45700" lIns="0" spcFirstLastPara="1" rIns="0" wrap="square" tIns="45700">
            <a:noAutofit/>
          </a:bodyPr>
          <a:lstStyle>
            <a:lvl1pPr lvl="0" algn="l">
              <a:spcBef>
                <a:spcPts val="0"/>
              </a:spcBef>
              <a:spcAft>
                <a:spcPts val="0"/>
              </a:spcAft>
              <a:buClr>
                <a:srgbClr val="FFFFFF"/>
              </a:buClr>
              <a:buSzPts val="2880"/>
              <a:buNone/>
              <a:defRPr b="1" sz="2400">
                <a:solidFill>
                  <a:srgbClr val="FFFFFF"/>
                </a:solidFill>
              </a:defRPr>
            </a:lvl1pPr>
            <a:lvl2pPr lvl="1" algn="ctr">
              <a:spcBef>
                <a:spcPts val="0"/>
              </a:spcBef>
              <a:spcAft>
                <a:spcPts val="0"/>
              </a:spcAft>
              <a:buClr>
                <a:srgbClr val="979899"/>
              </a:buClr>
              <a:buSzPts val="2000"/>
              <a:buNone/>
              <a:defRPr>
                <a:solidFill>
                  <a:srgbClr val="979899"/>
                </a:solidFill>
              </a:defRPr>
            </a:lvl2pPr>
            <a:lvl3pPr lvl="2" algn="ctr">
              <a:spcBef>
                <a:spcPts val="0"/>
              </a:spcBef>
              <a:spcAft>
                <a:spcPts val="0"/>
              </a:spcAft>
              <a:buClr>
                <a:srgbClr val="979899"/>
              </a:buClr>
              <a:buSzPts val="2000"/>
              <a:buNone/>
              <a:defRPr>
                <a:solidFill>
                  <a:srgbClr val="979899"/>
                </a:solidFill>
              </a:defRPr>
            </a:lvl3pPr>
            <a:lvl4pPr lvl="3" algn="ctr">
              <a:spcBef>
                <a:spcPts val="0"/>
              </a:spcBef>
              <a:spcAft>
                <a:spcPts val="0"/>
              </a:spcAft>
              <a:buClr>
                <a:srgbClr val="979899"/>
              </a:buClr>
              <a:buSzPts val="2000"/>
              <a:buNone/>
              <a:defRPr>
                <a:solidFill>
                  <a:srgbClr val="979899"/>
                </a:solidFill>
              </a:defRPr>
            </a:lvl4pPr>
            <a:lvl5pPr lvl="4" algn="ctr">
              <a:spcBef>
                <a:spcPts val="0"/>
              </a:spcBef>
              <a:spcAft>
                <a:spcPts val="0"/>
              </a:spcAft>
              <a:buClr>
                <a:srgbClr val="979899"/>
              </a:buClr>
              <a:buSzPts val="2000"/>
              <a:buNone/>
              <a:defRPr>
                <a:solidFill>
                  <a:srgbClr val="979899"/>
                </a:solidFill>
              </a:defRPr>
            </a:lvl5pPr>
            <a:lvl6pPr lvl="5" algn="ctr">
              <a:spcBef>
                <a:spcPts val="400"/>
              </a:spcBef>
              <a:spcAft>
                <a:spcPts val="0"/>
              </a:spcAft>
              <a:buClr>
                <a:srgbClr val="979899"/>
              </a:buClr>
              <a:buSzPts val="2000"/>
              <a:buNone/>
              <a:defRPr>
                <a:solidFill>
                  <a:srgbClr val="979899"/>
                </a:solidFill>
              </a:defRPr>
            </a:lvl6pPr>
            <a:lvl7pPr lvl="6" algn="ctr">
              <a:spcBef>
                <a:spcPts val="400"/>
              </a:spcBef>
              <a:spcAft>
                <a:spcPts val="0"/>
              </a:spcAft>
              <a:buClr>
                <a:srgbClr val="979899"/>
              </a:buClr>
              <a:buSzPts val="2000"/>
              <a:buNone/>
              <a:defRPr>
                <a:solidFill>
                  <a:srgbClr val="979899"/>
                </a:solidFill>
              </a:defRPr>
            </a:lvl7pPr>
            <a:lvl8pPr lvl="7" algn="ctr">
              <a:spcBef>
                <a:spcPts val="400"/>
              </a:spcBef>
              <a:spcAft>
                <a:spcPts val="0"/>
              </a:spcAft>
              <a:buClr>
                <a:srgbClr val="979899"/>
              </a:buClr>
              <a:buSzPts val="2000"/>
              <a:buNone/>
              <a:defRPr>
                <a:solidFill>
                  <a:srgbClr val="979899"/>
                </a:solidFill>
              </a:defRPr>
            </a:lvl8pPr>
            <a:lvl9pPr lvl="8" algn="ctr">
              <a:spcBef>
                <a:spcPts val="400"/>
              </a:spcBef>
              <a:spcAft>
                <a:spcPts val="0"/>
              </a:spcAft>
              <a:buClr>
                <a:srgbClr val="979899"/>
              </a:buClr>
              <a:buSzPts val="2000"/>
              <a:buNone/>
              <a:defRPr>
                <a:solidFill>
                  <a:srgbClr val="979899"/>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21" Type="http://schemas.openxmlformats.org/officeDocument/2006/relationships/theme" Target="../theme/theme2.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lvl1pPr lvl="0" marR="0" rtl="0" algn="l">
              <a:spcBef>
                <a:spcPts val="0"/>
              </a:spcBef>
              <a:spcAft>
                <a:spcPts val="0"/>
              </a:spcAft>
              <a:buClr>
                <a:schemeClr val="dk1"/>
              </a:buClr>
              <a:buSzPts val="2800"/>
              <a:buFont typeface="Calibri"/>
              <a:buNone/>
              <a:defRPr b="1" i="0" sz="28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151692"/>
            <a:ext cx="8229600" cy="4799741"/>
          </a:xfrm>
          <a:prstGeom prst="rect">
            <a:avLst/>
          </a:prstGeom>
          <a:noFill/>
          <a:ln>
            <a:noFill/>
          </a:ln>
        </p:spPr>
        <p:txBody>
          <a:bodyPr anchorCtr="0" anchor="t" bIns="45700" lIns="0" spcFirstLastPara="1" rIns="0" wrap="square" tIns="45700">
            <a:noAutofit/>
          </a:bodyPr>
          <a:lstStyle>
            <a:lvl1pPr indent="-381000" lvl="0" marL="457200" marR="0" rtl="0" algn="l">
              <a:spcBef>
                <a:spcPts val="0"/>
              </a:spcBef>
              <a:spcAft>
                <a:spcPts val="0"/>
              </a:spcAft>
              <a:buClr>
                <a:schemeClr val="dk1"/>
              </a:buClr>
              <a:buSzPts val="2400"/>
              <a:buFont typeface="Arial"/>
              <a:buChar char="•"/>
              <a:defRPr b="0" i="0" sz="2000" u="none" cap="none" strike="noStrike">
                <a:solidFill>
                  <a:schemeClr val="dk1"/>
                </a:solidFill>
                <a:latin typeface="Calibri"/>
                <a:ea typeface="Calibri"/>
                <a:cs typeface="Calibri"/>
                <a:sym typeface="Calibri"/>
              </a:defRPr>
            </a:lvl1pPr>
            <a:lvl2pPr indent="-355600" lvl="1" marL="914400" marR="0" rtl="0" algn="l">
              <a:spcBef>
                <a:spcPts val="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2pPr>
            <a:lvl3pPr indent="-355600" lvl="2" marL="1371600" marR="0" rtl="0" algn="l">
              <a:spcBef>
                <a:spcPts val="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55600" lvl="3" marL="1828800" marR="0" rtl="0" algn="l">
              <a:spcBef>
                <a:spcPts val="0"/>
              </a:spcBef>
              <a:spcAft>
                <a:spcPts val="0"/>
              </a:spcAft>
              <a:buClr>
                <a:schemeClr val="dk1"/>
              </a:buClr>
              <a:buSzPts val="2000"/>
              <a:buFont typeface="Merriweather Sans"/>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0"/>
              </a:spcBef>
              <a:spcAft>
                <a:spcPts val="0"/>
              </a:spcAft>
              <a:buClr>
                <a:schemeClr val="dk1"/>
              </a:buClr>
              <a:buSzPts val="2000"/>
              <a:buFont typeface="Merriweather Sans"/>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8" name="Google Shape;8;p1"/>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lvl1pPr indent="0" lvl="0" marL="0" marR="0" rtl="0" algn="l">
              <a:spcBef>
                <a:spcPts val="0"/>
              </a:spcBef>
              <a:spcAft>
                <a:spcPts val="0"/>
              </a:spcAft>
              <a:buNone/>
              <a:defRPr b="0" i="0" sz="1200" u="none" cap="none" strike="noStrike">
                <a:solidFill>
                  <a:srgbClr val="54585A"/>
                </a:solidFill>
                <a:latin typeface="Arial"/>
                <a:ea typeface="Arial"/>
                <a:cs typeface="Arial"/>
                <a:sym typeface="Arial"/>
              </a:defRPr>
            </a:lvl1pPr>
            <a:lvl2pPr indent="0" lvl="1" marL="0" marR="0" rtl="0" algn="l">
              <a:spcBef>
                <a:spcPts val="0"/>
              </a:spcBef>
              <a:spcAft>
                <a:spcPts val="0"/>
              </a:spcAft>
              <a:buNone/>
              <a:defRPr b="0" i="0" sz="1200" u="none" cap="none" strike="noStrike">
                <a:solidFill>
                  <a:srgbClr val="54585A"/>
                </a:solidFill>
                <a:latin typeface="Arial"/>
                <a:ea typeface="Arial"/>
                <a:cs typeface="Arial"/>
                <a:sym typeface="Arial"/>
              </a:defRPr>
            </a:lvl2pPr>
            <a:lvl3pPr indent="0" lvl="2" marL="0" marR="0" rtl="0" algn="l">
              <a:spcBef>
                <a:spcPts val="0"/>
              </a:spcBef>
              <a:spcAft>
                <a:spcPts val="0"/>
              </a:spcAft>
              <a:buNone/>
              <a:defRPr b="0" i="0" sz="1200" u="none" cap="none" strike="noStrike">
                <a:solidFill>
                  <a:srgbClr val="54585A"/>
                </a:solidFill>
                <a:latin typeface="Arial"/>
                <a:ea typeface="Arial"/>
                <a:cs typeface="Arial"/>
                <a:sym typeface="Arial"/>
              </a:defRPr>
            </a:lvl3pPr>
            <a:lvl4pPr indent="0" lvl="3" marL="0" marR="0" rtl="0" algn="l">
              <a:spcBef>
                <a:spcPts val="0"/>
              </a:spcBef>
              <a:spcAft>
                <a:spcPts val="0"/>
              </a:spcAft>
              <a:buNone/>
              <a:defRPr b="0" i="0" sz="1200" u="none" cap="none" strike="noStrike">
                <a:solidFill>
                  <a:srgbClr val="54585A"/>
                </a:solidFill>
                <a:latin typeface="Arial"/>
                <a:ea typeface="Arial"/>
                <a:cs typeface="Arial"/>
                <a:sym typeface="Arial"/>
              </a:defRPr>
            </a:lvl4pPr>
            <a:lvl5pPr indent="0" lvl="4" marL="0" marR="0" rtl="0" algn="l">
              <a:spcBef>
                <a:spcPts val="0"/>
              </a:spcBef>
              <a:spcAft>
                <a:spcPts val="0"/>
              </a:spcAft>
              <a:buNone/>
              <a:defRPr b="0" i="0" sz="1200" u="none" cap="none" strike="noStrike">
                <a:solidFill>
                  <a:srgbClr val="54585A"/>
                </a:solidFill>
                <a:latin typeface="Arial"/>
                <a:ea typeface="Arial"/>
                <a:cs typeface="Arial"/>
                <a:sym typeface="Arial"/>
              </a:defRPr>
            </a:lvl5pPr>
            <a:lvl6pPr indent="0" lvl="5" marL="0" marR="0" rtl="0" algn="l">
              <a:spcBef>
                <a:spcPts val="0"/>
              </a:spcBef>
              <a:spcAft>
                <a:spcPts val="0"/>
              </a:spcAft>
              <a:buNone/>
              <a:defRPr b="0" i="0" sz="1200" u="none" cap="none" strike="noStrike">
                <a:solidFill>
                  <a:srgbClr val="54585A"/>
                </a:solidFill>
                <a:latin typeface="Arial"/>
                <a:ea typeface="Arial"/>
                <a:cs typeface="Arial"/>
                <a:sym typeface="Arial"/>
              </a:defRPr>
            </a:lvl6pPr>
            <a:lvl7pPr indent="0" lvl="6" marL="0" marR="0" rtl="0" algn="l">
              <a:spcBef>
                <a:spcPts val="0"/>
              </a:spcBef>
              <a:spcAft>
                <a:spcPts val="0"/>
              </a:spcAft>
              <a:buNone/>
              <a:defRPr b="0" i="0" sz="1200" u="none" cap="none" strike="noStrike">
                <a:solidFill>
                  <a:srgbClr val="54585A"/>
                </a:solidFill>
                <a:latin typeface="Arial"/>
                <a:ea typeface="Arial"/>
                <a:cs typeface="Arial"/>
                <a:sym typeface="Arial"/>
              </a:defRPr>
            </a:lvl7pPr>
            <a:lvl8pPr indent="0" lvl="7" marL="0" marR="0" rtl="0" algn="l">
              <a:spcBef>
                <a:spcPts val="0"/>
              </a:spcBef>
              <a:spcAft>
                <a:spcPts val="0"/>
              </a:spcAft>
              <a:buNone/>
              <a:defRPr b="0" i="0" sz="1200" u="none" cap="none" strike="noStrike">
                <a:solidFill>
                  <a:srgbClr val="54585A"/>
                </a:solidFill>
                <a:latin typeface="Arial"/>
                <a:ea typeface="Arial"/>
                <a:cs typeface="Arial"/>
                <a:sym typeface="Arial"/>
              </a:defRPr>
            </a:lvl8pPr>
            <a:lvl9pPr indent="0" lvl="8" marL="0" marR="0" rtl="0" algn="l">
              <a:spcBef>
                <a:spcPts val="0"/>
              </a:spcBef>
              <a:spcAft>
                <a:spcPts val="0"/>
              </a:spcAft>
              <a:buNone/>
              <a:defRPr b="0" i="0" sz="1200" u="none" cap="none" strike="noStrike">
                <a:solidFill>
                  <a:srgbClr val="54585A"/>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pic>
        <p:nvPicPr>
          <p:cNvPr descr="HMH_horizontal logo.png" id="9" name="Google Shape;9;p1"/>
          <p:cNvPicPr preferRelativeResize="0"/>
          <p:nvPr/>
        </p:nvPicPr>
        <p:blipFill rotWithShape="1">
          <a:blip r:embed="rId1">
            <a:alphaModFix/>
          </a:blip>
          <a:srcRect b="0" l="0" r="0" t="0"/>
          <a:stretch/>
        </p:blipFill>
        <p:spPr>
          <a:xfrm>
            <a:off x="6824799" y="6399660"/>
            <a:ext cx="1912424" cy="348185"/>
          </a:xfrm>
          <a:prstGeom prst="rect">
            <a:avLst/>
          </a:prstGeom>
          <a:noFill/>
          <a:ln>
            <a:noFill/>
          </a:ln>
        </p:spPr>
      </p:pic>
      <p:sp>
        <p:nvSpPr>
          <p:cNvPr id="10" name="Google Shape;10;p1"/>
          <p:cNvSpPr/>
          <p:nvPr/>
        </p:nvSpPr>
        <p:spPr>
          <a:xfrm>
            <a:off x="0" y="0"/>
            <a:ext cx="6775704" cy="173736"/>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Times New Roman"/>
              <a:ea typeface="Times New Roman"/>
              <a:cs typeface="Times New Roman"/>
              <a:sym typeface="Times New Roman"/>
            </a:endParaRPr>
          </a:p>
        </p:txBody>
      </p:sp>
      <p:sp>
        <p:nvSpPr>
          <p:cNvPr id="11" name="Google Shape;11;p1"/>
          <p:cNvSpPr/>
          <p:nvPr/>
        </p:nvSpPr>
        <p:spPr>
          <a:xfrm>
            <a:off x="6821424" y="0"/>
            <a:ext cx="2340864" cy="174171"/>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5.png"/><Relationship Id="rId4" Type="http://schemas.openxmlformats.org/officeDocument/2006/relationships/image" Target="../media/image24.jpg"/><Relationship Id="rId5" Type="http://schemas.openxmlformats.org/officeDocument/2006/relationships/image" Target="../media/image1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5.png"/><Relationship Id="rId4" Type="http://schemas.openxmlformats.org/officeDocument/2006/relationships/image" Target="../media/image13.jpg"/><Relationship Id="rId5" Type="http://schemas.openxmlformats.org/officeDocument/2006/relationships/image" Target="../media/image11.jpg"/><Relationship Id="rId6" Type="http://schemas.openxmlformats.org/officeDocument/2006/relationships/image" Target="../media/image1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9.jpg"/><Relationship Id="rId4" Type="http://schemas.openxmlformats.org/officeDocument/2006/relationships/image" Target="../media/image1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s://www.hmhco.com/content/science/sciencedimensions/na/gr9-12/ete_biology_9780544535855_/book_pages/OPS/s9ml/glossary.xhtml#key-vestigialstructure" TargetMode="External"/><Relationship Id="rId4" Type="http://schemas.openxmlformats.org/officeDocument/2006/relationships/image" Target="../media/image1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hyperlink" Target="https://www.hmhco.com/content/science/sciencedimensions/na/gr9-12/ete_biology_9780544535855_/book_pages/OPS/s9ml/glossary.xhtml#key-uniformitarianism"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5.png"/><Relationship Id="rId4" Type="http://schemas.openxmlformats.org/officeDocument/2006/relationships/image" Target="../media/image20.jpg"/><Relationship Id="rId5" Type="http://schemas.openxmlformats.org/officeDocument/2006/relationships/image" Target="../media/image2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ph idx="1" type="subTitle"/>
          </p:nvPr>
        </p:nvSpPr>
        <p:spPr>
          <a:xfrm>
            <a:off x="627723" y="1787236"/>
            <a:ext cx="7095250" cy="175260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FFFFF"/>
              </a:buClr>
              <a:buSzPts val="3840"/>
              <a:buNone/>
            </a:pPr>
            <a:r>
              <a:rPr i="1" lang="en-US" sz="3200">
                <a:latin typeface="Cambria"/>
                <a:ea typeface="Cambria"/>
                <a:cs typeface="Cambria"/>
                <a:sym typeface="Cambria"/>
              </a:rPr>
              <a:t>HMH Science Dimensions</a:t>
            </a:r>
            <a:endParaRPr sz="3200">
              <a:latin typeface="Cambria"/>
              <a:ea typeface="Cambria"/>
              <a:cs typeface="Cambria"/>
              <a:sym typeface="Cambria"/>
            </a:endParaRPr>
          </a:p>
          <a:p>
            <a:pPr indent="0" lvl="0" marL="0" rtl="0" algn="l">
              <a:spcBef>
                <a:spcPts val="0"/>
              </a:spcBef>
              <a:spcAft>
                <a:spcPts val="0"/>
              </a:spcAft>
              <a:buClr>
                <a:srgbClr val="FFFFFF"/>
              </a:buClr>
              <a:buSzPts val="3840"/>
              <a:buNone/>
            </a:pPr>
            <a:r>
              <a:rPr lang="en-US" sz="3200">
                <a:latin typeface="Cambria"/>
                <a:ea typeface="Cambria"/>
                <a:cs typeface="Cambria"/>
                <a:sym typeface="Cambria"/>
              </a:rPr>
              <a:t>Unit 8: Evidence for Evolution</a:t>
            </a:r>
            <a:endParaRPr/>
          </a:p>
          <a:p>
            <a:pPr indent="0" lvl="0" marL="0" rtl="0" algn="l">
              <a:spcBef>
                <a:spcPts val="0"/>
              </a:spcBef>
              <a:spcAft>
                <a:spcPts val="0"/>
              </a:spcAft>
              <a:buClr>
                <a:srgbClr val="FFFFFF"/>
              </a:buClr>
              <a:buSzPts val="3840"/>
              <a:buNone/>
            </a:pPr>
            <a:r>
              <a:rPr lang="en-US" sz="3200">
                <a:latin typeface="Cambria"/>
                <a:ea typeface="Cambria"/>
                <a:cs typeface="Cambria"/>
                <a:sym typeface="Cambria"/>
              </a:rPr>
              <a:t>Lesson 1</a:t>
            </a:r>
            <a:r>
              <a:rPr lang="en-US" sz="2800">
                <a:latin typeface="Cambria"/>
                <a:ea typeface="Cambria"/>
                <a:cs typeface="Cambria"/>
                <a:sym typeface="Cambria"/>
              </a:rPr>
              <a:t>:</a:t>
            </a:r>
            <a:r>
              <a:rPr lang="en-US" sz="3200">
                <a:latin typeface="Cambria"/>
                <a:ea typeface="Cambria"/>
                <a:cs typeface="Cambria"/>
                <a:sym typeface="Cambria"/>
              </a:rPr>
              <a:t> Lines </a:t>
            </a:r>
            <a:r>
              <a:rPr lang="en-US" sz="2800">
                <a:latin typeface="Cambria"/>
                <a:ea typeface="Cambria"/>
                <a:cs typeface="Cambria"/>
                <a:sym typeface="Cambria"/>
              </a:rPr>
              <a:t>of</a:t>
            </a:r>
            <a:r>
              <a:rPr lang="en-US" sz="3200">
                <a:latin typeface="Cambria"/>
                <a:ea typeface="Cambria"/>
                <a:cs typeface="Cambria"/>
                <a:sym typeface="Cambria"/>
              </a:rPr>
              <a:t> </a:t>
            </a:r>
            <a:r>
              <a:rPr lang="en-US" sz="2800">
                <a:latin typeface="Cambria"/>
                <a:ea typeface="Cambria"/>
                <a:cs typeface="Cambria"/>
                <a:sym typeface="Cambria"/>
              </a:rPr>
              <a:t>Evidence</a:t>
            </a:r>
            <a:r>
              <a:rPr lang="en-US" sz="3200">
                <a:latin typeface="Cambria"/>
                <a:ea typeface="Cambria"/>
                <a:cs typeface="Cambria"/>
                <a:sym typeface="Cambria"/>
              </a:rPr>
              <a:t> </a:t>
            </a:r>
            <a:r>
              <a:rPr lang="en-US" sz="2800">
                <a:latin typeface="Cambria"/>
                <a:ea typeface="Cambria"/>
                <a:cs typeface="Cambria"/>
                <a:sym typeface="Cambria"/>
              </a:rPr>
              <a:t>for</a:t>
            </a:r>
            <a:r>
              <a:rPr lang="en-US" sz="3200">
                <a:latin typeface="Cambria"/>
                <a:ea typeface="Cambria"/>
                <a:cs typeface="Cambria"/>
                <a:sym typeface="Cambria"/>
              </a:rPr>
              <a:t> </a:t>
            </a:r>
            <a:r>
              <a:rPr lang="en-US" sz="2800">
                <a:latin typeface="Cambria"/>
                <a:ea typeface="Cambria"/>
                <a:cs typeface="Cambria"/>
                <a:sym typeface="Cambria"/>
              </a:rPr>
              <a:t>Evolution</a:t>
            </a:r>
            <a:endParaRPr sz="3200">
              <a:latin typeface="Cambria"/>
              <a:ea typeface="Cambria"/>
              <a:cs typeface="Cambria"/>
              <a:sym typeface="Cambri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2"/>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Can You Explain It?</a:t>
            </a:r>
            <a:endParaRPr/>
          </a:p>
        </p:txBody>
      </p:sp>
      <p:sp>
        <p:nvSpPr>
          <p:cNvPr id="122" name="Google Shape;122;p22"/>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23" name="Google Shape;123;p22"/>
          <p:cNvSpPr/>
          <p:nvPr/>
        </p:nvSpPr>
        <p:spPr>
          <a:xfrm>
            <a:off x="4772026" y="1498637"/>
            <a:ext cx="4060876" cy="267765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Cambria"/>
                <a:ea typeface="Cambria"/>
                <a:cs typeface="Cambria"/>
                <a:sym typeface="Cambria"/>
              </a:rPr>
              <a:t>Do you think chickens and other birds could be descendants of dinosaurs?</a:t>
            </a:r>
            <a:endParaRPr/>
          </a:p>
          <a:p>
            <a:pPr indent="0" lvl="0" marL="0" marR="0" rtl="0" algn="l">
              <a:spcBef>
                <a:spcPts val="0"/>
              </a:spcBef>
              <a:spcAft>
                <a:spcPts val="0"/>
              </a:spcAft>
              <a:buNone/>
            </a:pPr>
            <a:r>
              <a:t/>
            </a:r>
            <a:endParaRPr b="1" sz="2400">
              <a:solidFill>
                <a:schemeClr val="dk1"/>
              </a:solidFill>
              <a:latin typeface="Cambria"/>
              <a:ea typeface="Cambria"/>
              <a:cs typeface="Cambria"/>
              <a:sym typeface="Cambria"/>
            </a:endParaRPr>
          </a:p>
          <a:p>
            <a:pPr indent="0" lvl="0" marL="0" marR="0" rtl="0" algn="l">
              <a:spcBef>
                <a:spcPts val="0"/>
              </a:spcBef>
              <a:spcAft>
                <a:spcPts val="0"/>
              </a:spcAft>
              <a:buNone/>
            </a:pPr>
            <a:r>
              <a:rPr b="1" lang="en-US" sz="2400">
                <a:solidFill>
                  <a:schemeClr val="dk1"/>
                </a:solidFill>
                <a:latin typeface="Cambria"/>
                <a:ea typeface="Cambria"/>
                <a:cs typeface="Cambria"/>
                <a:sym typeface="Cambria"/>
              </a:rPr>
              <a:t>What evidence would you need to support such a claim?</a:t>
            </a:r>
            <a:endParaRPr/>
          </a:p>
        </p:txBody>
      </p:sp>
      <p:sp>
        <p:nvSpPr>
          <p:cNvPr id="124" name="Google Shape;124;p22"/>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8 Lesson 1</a:t>
            </a:r>
            <a:endParaRPr/>
          </a:p>
        </p:txBody>
      </p:sp>
      <p:sp>
        <p:nvSpPr>
          <p:cNvPr id="125" name="Google Shape;125;p22"/>
          <p:cNvSpPr/>
          <p:nvPr/>
        </p:nvSpPr>
        <p:spPr>
          <a:xfrm>
            <a:off x="311099" y="3431510"/>
            <a:ext cx="5646355" cy="36933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mbria"/>
                <a:ea typeface="Cambria"/>
                <a:cs typeface="Cambria"/>
                <a:sym typeface="Cambria"/>
              </a:rPr>
              <a:t>Modern Chicken		</a:t>
            </a:r>
            <a:endParaRPr/>
          </a:p>
        </p:txBody>
      </p:sp>
      <p:pic>
        <p:nvPicPr>
          <p:cNvPr descr="A drawing of a person&#10;&#10;Description automatically generated" id="126" name="Google Shape;126;p22"/>
          <p:cNvPicPr preferRelativeResize="0"/>
          <p:nvPr/>
        </p:nvPicPr>
        <p:blipFill rotWithShape="1">
          <a:blip r:embed="rId3">
            <a:alphaModFix/>
          </a:blip>
          <a:srcRect b="0" l="0" r="0" t="0"/>
          <a:stretch/>
        </p:blipFill>
        <p:spPr>
          <a:xfrm>
            <a:off x="8457361" y="286314"/>
            <a:ext cx="474345" cy="526415"/>
          </a:xfrm>
          <a:prstGeom prst="rect">
            <a:avLst/>
          </a:prstGeom>
          <a:noFill/>
          <a:ln>
            <a:noFill/>
          </a:ln>
        </p:spPr>
      </p:pic>
      <p:pic>
        <p:nvPicPr>
          <p:cNvPr descr="A bird that is standing in the dirt&#10;&#10;Description automatically generated" id="127" name="Google Shape;127;p22"/>
          <p:cNvPicPr preferRelativeResize="0"/>
          <p:nvPr/>
        </p:nvPicPr>
        <p:blipFill rotWithShape="1">
          <a:blip r:embed="rId4">
            <a:alphaModFix/>
          </a:blip>
          <a:srcRect b="0" l="0" r="0" t="0"/>
          <a:stretch/>
        </p:blipFill>
        <p:spPr>
          <a:xfrm>
            <a:off x="735482" y="974241"/>
            <a:ext cx="3836518" cy="2491625"/>
          </a:xfrm>
          <a:prstGeom prst="rect">
            <a:avLst/>
          </a:prstGeom>
          <a:noFill/>
          <a:ln>
            <a:noFill/>
          </a:ln>
        </p:spPr>
      </p:pic>
      <p:pic>
        <p:nvPicPr>
          <p:cNvPr descr="A close up of a stone wall&#10;&#10;Description automatically generated" id="128" name="Google Shape;128;p22"/>
          <p:cNvPicPr preferRelativeResize="0"/>
          <p:nvPr/>
        </p:nvPicPr>
        <p:blipFill rotWithShape="1">
          <a:blip r:embed="rId5">
            <a:alphaModFix/>
          </a:blip>
          <a:srcRect b="0" l="0" r="0" t="0"/>
          <a:stretch/>
        </p:blipFill>
        <p:spPr>
          <a:xfrm>
            <a:off x="735480" y="3854865"/>
            <a:ext cx="3836520" cy="2494470"/>
          </a:xfrm>
          <a:prstGeom prst="rect">
            <a:avLst/>
          </a:prstGeom>
          <a:noFill/>
          <a:ln>
            <a:noFill/>
          </a:ln>
        </p:spPr>
      </p:pic>
      <p:sp>
        <p:nvSpPr>
          <p:cNvPr id="129" name="Google Shape;129;p22"/>
          <p:cNvSpPr/>
          <p:nvPr/>
        </p:nvSpPr>
        <p:spPr>
          <a:xfrm>
            <a:off x="1646385" y="6349335"/>
            <a:ext cx="1700081"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mbria"/>
                <a:ea typeface="Cambria"/>
                <a:cs typeface="Cambria"/>
                <a:sym typeface="Cambria"/>
              </a:rPr>
              <a:t>Dinosaur Fossil</a:t>
            </a:r>
            <a:endParaRPr sz="1800">
              <a:solidFill>
                <a:schemeClr val="dk1"/>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3"/>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 Molecular and Genetic Evidence</a:t>
            </a:r>
            <a:br>
              <a:rPr lang="en-US">
                <a:solidFill>
                  <a:srgbClr val="F2A900"/>
                </a:solidFill>
                <a:latin typeface="Cambria"/>
                <a:ea typeface="Cambria"/>
                <a:cs typeface="Cambria"/>
                <a:sym typeface="Cambria"/>
              </a:rPr>
            </a:br>
            <a:endParaRPr>
              <a:solidFill>
                <a:srgbClr val="F2A900"/>
              </a:solidFill>
              <a:latin typeface="Cambria"/>
              <a:ea typeface="Cambria"/>
              <a:cs typeface="Cambria"/>
              <a:sym typeface="Cambria"/>
            </a:endParaRPr>
          </a:p>
        </p:txBody>
      </p:sp>
      <p:sp>
        <p:nvSpPr>
          <p:cNvPr id="137" name="Google Shape;137;p23"/>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38" name="Google Shape;138;p23"/>
          <p:cNvSpPr/>
          <p:nvPr/>
        </p:nvSpPr>
        <p:spPr>
          <a:xfrm>
            <a:off x="5084618" y="2815452"/>
            <a:ext cx="3747452" cy="201593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US" sz="2500">
                <a:solidFill>
                  <a:schemeClr val="dk1"/>
                </a:solidFill>
                <a:latin typeface="Cambria"/>
                <a:ea typeface="Cambria"/>
                <a:cs typeface="Cambria"/>
                <a:sym typeface="Cambria"/>
              </a:rPr>
            </a:br>
            <a:endParaRPr sz="2500">
              <a:solidFill>
                <a:schemeClr val="dk1"/>
              </a:solidFill>
              <a:latin typeface="Cambria"/>
              <a:ea typeface="Cambria"/>
              <a:cs typeface="Cambria"/>
              <a:sym typeface="Cambria"/>
            </a:endParaRPr>
          </a:p>
          <a:p>
            <a:pPr indent="0" lvl="0" marL="0" marR="0" rtl="0" algn="ctr">
              <a:spcBef>
                <a:spcPts val="0"/>
              </a:spcBef>
              <a:spcAft>
                <a:spcPts val="0"/>
              </a:spcAft>
              <a:buNone/>
            </a:pPr>
            <a:r>
              <a:t/>
            </a:r>
            <a:endParaRPr b="1" sz="2500">
              <a:solidFill>
                <a:schemeClr val="dk1"/>
              </a:solidFill>
              <a:latin typeface="Cambria"/>
              <a:ea typeface="Cambria"/>
              <a:cs typeface="Cambria"/>
              <a:sym typeface="Cambria"/>
            </a:endParaRPr>
          </a:p>
          <a:p>
            <a:pPr indent="0" lvl="0" marL="0" marR="0" rtl="0" algn="ctr">
              <a:spcBef>
                <a:spcPts val="0"/>
              </a:spcBef>
              <a:spcAft>
                <a:spcPts val="0"/>
              </a:spcAft>
              <a:buNone/>
            </a:pPr>
            <a:r>
              <a:t/>
            </a:r>
            <a:endParaRPr b="1" sz="2500">
              <a:solidFill>
                <a:schemeClr val="dk1"/>
              </a:solidFill>
              <a:latin typeface="Cambria"/>
              <a:ea typeface="Cambria"/>
              <a:cs typeface="Cambria"/>
              <a:sym typeface="Cambria"/>
            </a:endParaRPr>
          </a:p>
          <a:p>
            <a:pPr indent="0" lvl="0" marL="0" marR="0" rtl="0" algn="ctr">
              <a:spcBef>
                <a:spcPts val="0"/>
              </a:spcBef>
              <a:spcAft>
                <a:spcPts val="0"/>
              </a:spcAft>
              <a:buNone/>
            </a:pPr>
            <a:r>
              <a:t/>
            </a:r>
            <a:endParaRPr b="1" sz="2500">
              <a:solidFill>
                <a:schemeClr val="dk1"/>
              </a:solidFill>
              <a:latin typeface="Cambria"/>
              <a:ea typeface="Cambria"/>
              <a:cs typeface="Cambria"/>
              <a:sym typeface="Cambria"/>
            </a:endParaRPr>
          </a:p>
        </p:txBody>
      </p:sp>
      <p:sp>
        <p:nvSpPr>
          <p:cNvPr id="139" name="Google Shape;139;p23"/>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8 Lesson 1</a:t>
            </a:r>
            <a:endParaRPr/>
          </a:p>
        </p:txBody>
      </p:sp>
      <p:pic>
        <p:nvPicPr>
          <p:cNvPr descr="A close up of a map&#10;&#10;Description automatically generated" id="140" name="Google Shape;140;p23"/>
          <p:cNvPicPr preferRelativeResize="0"/>
          <p:nvPr/>
        </p:nvPicPr>
        <p:blipFill rotWithShape="1">
          <a:blip r:embed="rId3">
            <a:alphaModFix/>
          </a:blip>
          <a:srcRect b="0" l="0" r="0" t="0"/>
          <a:stretch/>
        </p:blipFill>
        <p:spPr>
          <a:xfrm>
            <a:off x="114300" y="1347028"/>
            <a:ext cx="4552171" cy="4031801"/>
          </a:xfrm>
          <a:prstGeom prst="rect">
            <a:avLst/>
          </a:prstGeom>
          <a:noFill/>
          <a:ln>
            <a:noFill/>
          </a:ln>
        </p:spPr>
      </p:pic>
      <p:sp>
        <p:nvSpPr>
          <p:cNvPr id="141" name="Google Shape;141;p23"/>
          <p:cNvSpPr/>
          <p:nvPr/>
        </p:nvSpPr>
        <p:spPr>
          <a:xfrm>
            <a:off x="4572000" y="1112046"/>
            <a:ext cx="4678217" cy="5262979"/>
          </a:xfrm>
          <a:prstGeom prst="rect">
            <a:avLst/>
          </a:prstGeom>
          <a:noFill/>
          <a:ln>
            <a:noFill/>
          </a:ln>
        </p:spPr>
        <p:txBody>
          <a:bodyPr anchorCtr="0" anchor="t" bIns="45700" lIns="91425" spcFirstLastPara="1" rIns="91425" wrap="square" tIns="45700">
            <a:noAutofit/>
          </a:bodyPr>
          <a:lstStyle/>
          <a:p>
            <a:pPr indent="-184150" lvl="0" marL="184150" marR="0" rtl="0" algn="l">
              <a:spcBef>
                <a:spcPts val="0"/>
              </a:spcBef>
              <a:spcAft>
                <a:spcPts val="0"/>
              </a:spcAft>
              <a:buClr>
                <a:schemeClr val="dk2"/>
              </a:buClr>
              <a:buSzPts val="2400"/>
              <a:buFont typeface="Arial"/>
              <a:buChar char="•"/>
            </a:pPr>
            <a:r>
              <a:rPr b="1" lang="en-US" sz="2400" u="sng">
                <a:solidFill>
                  <a:schemeClr val="dk2"/>
                </a:solidFill>
                <a:latin typeface="Cambria"/>
                <a:ea typeface="Cambria"/>
                <a:cs typeface="Cambria"/>
                <a:sym typeface="Cambria"/>
              </a:rPr>
              <a:t>Evolution</a:t>
            </a:r>
            <a:r>
              <a:rPr lang="en-US" sz="2400">
                <a:solidFill>
                  <a:srgbClr val="2A2C2D"/>
                </a:solidFill>
                <a:latin typeface="Cambria"/>
                <a:ea typeface="Cambria"/>
                <a:cs typeface="Cambria"/>
                <a:sym typeface="Cambria"/>
              </a:rPr>
              <a:t> is the process of biological change by which descendants come to differ from their ancestors. </a:t>
            </a:r>
            <a:endParaRPr/>
          </a:p>
          <a:p>
            <a:pPr indent="0" lvl="0" marL="0" marR="0" rtl="0" algn="l">
              <a:spcBef>
                <a:spcPts val="0"/>
              </a:spcBef>
              <a:spcAft>
                <a:spcPts val="0"/>
              </a:spcAft>
              <a:buNone/>
            </a:pPr>
            <a:r>
              <a:t/>
            </a:r>
            <a:endParaRPr sz="2400">
              <a:solidFill>
                <a:srgbClr val="2A2C2D"/>
              </a:solidFill>
              <a:latin typeface="Cambria"/>
              <a:ea typeface="Cambria"/>
              <a:cs typeface="Cambria"/>
              <a:sym typeface="Cambria"/>
            </a:endParaRPr>
          </a:p>
          <a:p>
            <a:pPr indent="-184150" lvl="0" marL="184150" marR="0" rtl="0" algn="l">
              <a:spcBef>
                <a:spcPts val="0"/>
              </a:spcBef>
              <a:spcAft>
                <a:spcPts val="0"/>
              </a:spcAft>
              <a:buClr>
                <a:srgbClr val="2A2C2D"/>
              </a:buClr>
              <a:buSzPts val="2400"/>
              <a:buFont typeface="Arial"/>
              <a:buChar char="•"/>
            </a:pPr>
            <a:r>
              <a:rPr lang="en-US" sz="2400">
                <a:solidFill>
                  <a:srgbClr val="2A2C2D"/>
                </a:solidFill>
                <a:latin typeface="Cambria"/>
                <a:ea typeface="Cambria"/>
                <a:cs typeface="Cambria"/>
                <a:sym typeface="Cambria"/>
              </a:rPr>
              <a:t>All living things on Earth share DNA as their genetic code. We all have the same four basic nucleotides that make up our genome. </a:t>
            </a:r>
            <a:endParaRPr/>
          </a:p>
          <a:p>
            <a:pPr indent="0" lvl="0" marL="0" marR="0" rtl="0" algn="l">
              <a:spcBef>
                <a:spcPts val="0"/>
              </a:spcBef>
              <a:spcAft>
                <a:spcPts val="0"/>
              </a:spcAft>
              <a:buNone/>
            </a:pPr>
            <a:r>
              <a:t/>
            </a:r>
            <a:endParaRPr sz="2400">
              <a:solidFill>
                <a:srgbClr val="2A2C2D"/>
              </a:solidFill>
              <a:latin typeface="Cambria"/>
              <a:ea typeface="Cambria"/>
              <a:cs typeface="Cambria"/>
              <a:sym typeface="Cambria"/>
            </a:endParaRPr>
          </a:p>
          <a:p>
            <a:pPr indent="-184150" lvl="0" marL="184150" marR="0" rtl="0" algn="l">
              <a:spcBef>
                <a:spcPts val="0"/>
              </a:spcBef>
              <a:spcAft>
                <a:spcPts val="0"/>
              </a:spcAft>
              <a:buClr>
                <a:srgbClr val="2A2C2D"/>
              </a:buClr>
              <a:buSzPts val="2400"/>
              <a:buFont typeface="Arial"/>
              <a:buChar char="•"/>
            </a:pPr>
            <a:r>
              <a:rPr lang="en-US" sz="2400">
                <a:solidFill>
                  <a:srgbClr val="2A2C2D"/>
                </a:solidFill>
                <a:latin typeface="Cambria"/>
                <a:ea typeface="Cambria"/>
                <a:cs typeface="Cambria"/>
                <a:sym typeface="Cambria"/>
              </a:rPr>
              <a:t>The more related two species are, the more similar their DNA will be.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4"/>
          <p:cNvSpPr txBox="1"/>
          <p:nvPr>
            <p:ph type="title"/>
          </p:nvPr>
        </p:nvSpPr>
        <p:spPr>
          <a:xfrm>
            <a:off x="457200" y="318212"/>
            <a:ext cx="8229600" cy="1456131"/>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Molecular and Genetic Evidence</a:t>
            </a:r>
            <a:br>
              <a:rPr lang="en-US">
                <a:solidFill>
                  <a:srgbClr val="F2A900"/>
                </a:solidFill>
                <a:latin typeface="Cambria"/>
                <a:ea typeface="Cambria"/>
                <a:cs typeface="Cambria"/>
                <a:sym typeface="Cambria"/>
              </a:rPr>
            </a:br>
            <a:r>
              <a:rPr lang="en-US">
                <a:solidFill>
                  <a:srgbClr val="0070C0"/>
                </a:solidFill>
                <a:latin typeface="Cambria"/>
                <a:ea typeface="Cambria"/>
                <a:cs typeface="Cambria"/>
                <a:sym typeface="Cambria"/>
              </a:rPr>
              <a:t>Hands-On Lab: Piecing Together Evidence</a:t>
            </a:r>
            <a:endParaRPr/>
          </a:p>
        </p:txBody>
      </p:sp>
      <p:sp>
        <p:nvSpPr>
          <p:cNvPr id="149" name="Google Shape;149;p24"/>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50" name="Google Shape;150;p24"/>
          <p:cNvSpPr/>
          <p:nvPr/>
        </p:nvSpPr>
        <p:spPr>
          <a:xfrm>
            <a:off x="457200" y="1881365"/>
            <a:ext cx="8429105" cy="861774"/>
          </a:xfrm>
          <a:prstGeom prst="rect">
            <a:avLst/>
          </a:prstGeom>
          <a:noFill/>
          <a:ln>
            <a:noFill/>
          </a:ln>
        </p:spPr>
        <p:txBody>
          <a:bodyPr anchorCtr="0" anchor="t" bIns="45700" lIns="91425" spcFirstLastPara="1" rIns="91425" wrap="square" tIns="45700">
            <a:noAutofit/>
          </a:bodyPr>
          <a:lstStyle/>
          <a:p>
            <a:pPr indent="-184150" lvl="0" marL="342900" marR="0" rtl="0" algn="l">
              <a:spcBef>
                <a:spcPts val="0"/>
              </a:spcBef>
              <a:spcAft>
                <a:spcPts val="0"/>
              </a:spcAft>
              <a:buClr>
                <a:schemeClr val="dk1"/>
              </a:buClr>
              <a:buSzPts val="2500"/>
              <a:buFont typeface="Arial"/>
              <a:buNone/>
            </a:pPr>
            <a:r>
              <a:t/>
            </a:r>
            <a:endParaRPr b="1" sz="2500">
              <a:solidFill>
                <a:schemeClr val="dk1"/>
              </a:solidFill>
              <a:latin typeface="Cambria"/>
              <a:ea typeface="Cambria"/>
              <a:cs typeface="Cambria"/>
              <a:sym typeface="Cambria"/>
            </a:endParaRPr>
          </a:p>
          <a:p>
            <a:pPr indent="-184150" lvl="0" marL="342900" marR="0" rtl="0" algn="l">
              <a:spcBef>
                <a:spcPts val="0"/>
              </a:spcBef>
              <a:spcAft>
                <a:spcPts val="0"/>
              </a:spcAft>
              <a:buClr>
                <a:schemeClr val="dk1"/>
              </a:buClr>
              <a:buSzPts val="2500"/>
              <a:buFont typeface="Arial"/>
              <a:buNone/>
            </a:pPr>
            <a:r>
              <a:t/>
            </a:r>
            <a:endParaRPr b="1" sz="2500">
              <a:solidFill>
                <a:schemeClr val="dk1"/>
              </a:solidFill>
              <a:latin typeface="Cambria"/>
              <a:ea typeface="Cambria"/>
              <a:cs typeface="Cambria"/>
              <a:sym typeface="Cambria"/>
            </a:endParaRPr>
          </a:p>
        </p:txBody>
      </p:sp>
      <p:sp>
        <p:nvSpPr>
          <p:cNvPr id="151" name="Google Shape;151;p24"/>
          <p:cNvSpPr txBox="1"/>
          <p:nvPr/>
        </p:nvSpPr>
        <p:spPr>
          <a:xfrm>
            <a:off x="1302094" y="2389956"/>
            <a:ext cx="6739315"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Cambria"/>
                <a:ea typeface="Cambria"/>
                <a:cs typeface="Cambria"/>
                <a:sym typeface="Cambria"/>
              </a:rPr>
              <a:t>In this activity, you will receive pieces of "evidence" about a picture in order to make observations, inferences, and predictions about it.</a:t>
            </a:r>
            <a:endParaRPr sz="2500">
              <a:solidFill>
                <a:schemeClr val="dk1"/>
              </a:solidFill>
              <a:latin typeface="Cambria"/>
              <a:ea typeface="Cambria"/>
              <a:cs typeface="Cambria"/>
              <a:sym typeface="Cambria"/>
            </a:endParaRPr>
          </a:p>
        </p:txBody>
      </p:sp>
      <p:sp>
        <p:nvSpPr>
          <p:cNvPr id="152" name="Google Shape;152;p24"/>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8 Lesson 1</a:t>
            </a:r>
            <a:endParaRPr/>
          </a:p>
        </p:txBody>
      </p:sp>
      <p:pic>
        <p:nvPicPr>
          <p:cNvPr id="153" name="Google Shape;153;p24"/>
          <p:cNvPicPr preferRelativeResize="0"/>
          <p:nvPr/>
        </p:nvPicPr>
        <p:blipFill rotWithShape="1">
          <a:blip r:embed="rId3">
            <a:alphaModFix/>
          </a:blip>
          <a:srcRect b="0" l="0" r="0" t="0"/>
          <a:stretch/>
        </p:blipFill>
        <p:spPr>
          <a:xfrm>
            <a:off x="2781300" y="5435225"/>
            <a:ext cx="3581400" cy="9398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5"/>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Molecular and Genetic Evidence</a:t>
            </a:r>
            <a:endParaRPr/>
          </a:p>
        </p:txBody>
      </p:sp>
      <p:sp>
        <p:nvSpPr>
          <p:cNvPr id="161" name="Google Shape;161;p25"/>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62" name="Google Shape;162;p25"/>
          <p:cNvSpPr/>
          <p:nvPr/>
        </p:nvSpPr>
        <p:spPr>
          <a:xfrm>
            <a:off x="431800" y="1927449"/>
            <a:ext cx="8280400" cy="201593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500">
                <a:solidFill>
                  <a:schemeClr val="dk1"/>
                </a:solidFill>
                <a:latin typeface="Cambria"/>
                <a:ea typeface="Cambria"/>
                <a:cs typeface="Cambria"/>
                <a:sym typeface="Cambria"/>
              </a:rPr>
              <a:t>ANALYZE</a:t>
            </a:r>
            <a:endParaRPr/>
          </a:p>
          <a:p>
            <a:pPr indent="0" lvl="0" marL="0" marR="0" rtl="0" algn="l">
              <a:spcBef>
                <a:spcPts val="0"/>
              </a:spcBef>
              <a:spcAft>
                <a:spcPts val="0"/>
              </a:spcAft>
              <a:buNone/>
            </a:pPr>
            <a:r>
              <a:t/>
            </a:r>
            <a:endParaRPr b="1" sz="2500">
              <a:solidFill>
                <a:schemeClr val="dk1"/>
              </a:solidFill>
              <a:latin typeface="Cambria"/>
              <a:ea typeface="Cambria"/>
              <a:cs typeface="Cambria"/>
              <a:sym typeface="Cambria"/>
            </a:endParaRPr>
          </a:p>
          <a:p>
            <a:pPr indent="0" lvl="0" marL="0" marR="0" rtl="0" algn="l">
              <a:spcBef>
                <a:spcPts val="0"/>
              </a:spcBef>
              <a:spcAft>
                <a:spcPts val="0"/>
              </a:spcAft>
              <a:buNone/>
            </a:pPr>
            <a:r>
              <a:rPr b="1" lang="en-US" sz="2500">
                <a:solidFill>
                  <a:schemeClr val="dk1"/>
                </a:solidFill>
                <a:latin typeface="Cambria"/>
                <a:ea typeface="Cambria"/>
                <a:cs typeface="Cambria"/>
                <a:sym typeface="Cambria"/>
              </a:rPr>
              <a:t>How do patterns in DNA support the claim that living things share a common ancestor?</a:t>
            </a:r>
            <a:endParaRPr/>
          </a:p>
          <a:p>
            <a:pPr indent="0" lvl="0" marL="0" marR="0" rtl="0" algn="l">
              <a:spcBef>
                <a:spcPts val="0"/>
              </a:spcBef>
              <a:spcAft>
                <a:spcPts val="0"/>
              </a:spcAft>
              <a:buNone/>
            </a:pPr>
            <a:r>
              <a:t/>
            </a:r>
            <a:endParaRPr b="1" sz="2500">
              <a:solidFill>
                <a:schemeClr val="dk1"/>
              </a:solidFill>
              <a:latin typeface="Cambria"/>
              <a:ea typeface="Cambria"/>
              <a:cs typeface="Cambria"/>
              <a:sym typeface="Cambria"/>
            </a:endParaRPr>
          </a:p>
        </p:txBody>
      </p:sp>
      <p:sp>
        <p:nvSpPr>
          <p:cNvPr id="163" name="Google Shape;163;p25"/>
          <p:cNvSpPr txBox="1"/>
          <p:nvPr/>
        </p:nvSpPr>
        <p:spPr>
          <a:xfrm>
            <a:off x="7298064" y="-55968"/>
            <a:ext cx="129234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8 Lesson 1</a:t>
            </a:r>
            <a:endParaRPr/>
          </a:p>
        </p:txBody>
      </p:sp>
      <p:pic>
        <p:nvPicPr>
          <p:cNvPr descr="A drawing of a person&#10;&#10;Description automatically generated" id="164" name="Google Shape;164;p25"/>
          <p:cNvPicPr preferRelativeResize="0"/>
          <p:nvPr/>
        </p:nvPicPr>
        <p:blipFill rotWithShape="1">
          <a:blip r:embed="rId3">
            <a:alphaModFix/>
          </a:blip>
          <a:srcRect b="0" l="0" r="0" t="0"/>
          <a:stretch/>
        </p:blipFill>
        <p:spPr>
          <a:xfrm>
            <a:off x="8457361" y="286314"/>
            <a:ext cx="474345" cy="52641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6"/>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Molecular and Genetic Evidence</a:t>
            </a:r>
            <a:endParaRPr/>
          </a:p>
        </p:txBody>
      </p:sp>
      <p:sp>
        <p:nvSpPr>
          <p:cNvPr id="172" name="Google Shape;172;p26"/>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73" name="Google Shape;173;p26"/>
          <p:cNvSpPr/>
          <p:nvPr/>
        </p:nvSpPr>
        <p:spPr>
          <a:xfrm>
            <a:off x="4190761" y="2454507"/>
            <a:ext cx="4665372" cy="236988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US"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b="1" sz="2500">
              <a:solidFill>
                <a:schemeClr val="dk1"/>
              </a:solidFill>
              <a:latin typeface="Cambria"/>
              <a:ea typeface="Cambria"/>
              <a:cs typeface="Cambria"/>
              <a:sym typeface="Cambria"/>
            </a:endParaRPr>
          </a:p>
          <a:p>
            <a:pPr indent="0" lvl="0" marL="0" marR="0" rtl="0" algn="ctr">
              <a:spcBef>
                <a:spcPts val="0"/>
              </a:spcBef>
              <a:spcAft>
                <a:spcPts val="0"/>
              </a:spcAft>
              <a:buNone/>
            </a:pPr>
            <a:r>
              <a:t/>
            </a:r>
            <a:endParaRPr b="1" sz="2500">
              <a:solidFill>
                <a:schemeClr val="dk1"/>
              </a:solidFill>
              <a:latin typeface="Cambria"/>
              <a:ea typeface="Cambria"/>
              <a:cs typeface="Cambria"/>
              <a:sym typeface="Cambria"/>
            </a:endParaRPr>
          </a:p>
          <a:p>
            <a:pPr indent="0" lvl="0" marL="0" marR="0" rtl="0" algn="ctr">
              <a:spcBef>
                <a:spcPts val="0"/>
              </a:spcBef>
              <a:spcAft>
                <a:spcPts val="0"/>
              </a:spcAft>
              <a:buNone/>
            </a:pPr>
            <a:r>
              <a:t/>
            </a:r>
            <a:endParaRPr b="1" sz="2500">
              <a:solidFill>
                <a:schemeClr val="dk1"/>
              </a:solidFill>
              <a:latin typeface="Cambria"/>
              <a:ea typeface="Cambria"/>
              <a:cs typeface="Cambria"/>
              <a:sym typeface="Cambria"/>
            </a:endParaRPr>
          </a:p>
          <a:p>
            <a:pPr indent="0" lvl="0" marL="0" marR="0" rtl="0" algn="ctr">
              <a:spcBef>
                <a:spcPts val="0"/>
              </a:spcBef>
              <a:spcAft>
                <a:spcPts val="0"/>
              </a:spcAft>
              <a:buNone/>
            </a:pPr>
            <a:r>
              <a:t/>
            </a:r>
            <a:endParaRPr b="1" sz="2500">
              <a:solidFill>
                <a:schemeClr val="dk1"/>
              </a:solidFill>
              <a:latin typeface="Cambria"/>
              <a:ea typeface="Cambria"/>
              <a:cs typeface="Cambria"/>
              <a:sym typeface="Cambria"/>
            </a:endParaRPr>
          </a:p>
        </p:txBody>
      </p:sp>
      <p:sp>
        <p:nvSpPr>
          <p:cNvPr id="174" name="Google Shape;174;p26"/>
          <p:cNvSpPr/>
          <p:nvPr/>
        </p:nvSpPr>
        <p:spPr>
          <a:xfrm>
            <a:off x="417011" y="1238749"/>
            <a:ext cx="8229600" cy="4708981"/>
          </a:xfrm>
          <a:prstGeom prst="rect">
            <a:avLst/>
          </a:prstGeom>
          <a:noFill/>
          <a:ln>
            <a:noFill/>
          </a:ln>
        </p:spPr>
        <p:txBody>
          <a:bodyPr anchorCtr="0" anchor="t" bIns="45700" lIns="91425" spcFirstLastPara="1" rIns="91425" wrap="square" tIns="45700">
            <a:noAutofit/>
          </a:bodyPr>
          <a:lstStyle/>
          <a:p>
            <a:pPr indent="-184150" lvl="0" marL="184150" marR="0" rtl="0" algn="l">
              <a:spcBef>
                <a:spcPts val="0"/>
              </a:spcBef>
              <a:spcAft>
                <a:spcPts val="0"/>
              </a:spcAft>
              <a:buClr>
                <a:srgbClr val="4C4E50"/>
              </a:buClr>
              <a:buSzPts val="2500"/>
              <a:buFont typeface="Arial"/>
              <a:buChar char="•"/>
            </a:pPr>
            <a:r>
              <a:rPr lang="en-US" sz="2500">
                <a:solidFill>
                  <a:srgbClr val="4C4E50"/>
                </a:solidFill>
                <a:latin typeface="Cambria"/>
                <a:ea typeface="Cambria"/>
                <a:cs typeface="Cambria"/>
                <a:sym typeface="Cambria"/>
              </a:rPr>
              <a:t>Sequences of DNA nucleotides known as pseudogenes also provide evidence of evolution. </a:t>
            </a:r>
            <a:r>
              <a:rPr b="1" lang="en-US" sz="2500" u="sng">
                <a:solidFill>
                  <a:schemeClr val="dk2"/>
                </a:solidFill>
                <a:latin typeface="Cambria"/>
                <a:ea typeface="Cambria"/>
                <a:cs typeface="Cambria"/>
                <a:sym typeface="Cambria"/>
              </a:rPr>
              <a:t>Pseudogenes</a:t>
            </a:r>
            <a:r>
              <a:rPr lang="en-US" sz="2500">
                <a:solidFill>
                  <a:srgbClr val="4C4E50"/>
                </a:solidFill>
                <a:latin typeface="Cambria"/>
                <a:ea typeface="Cambria"/>
                <a:cs typeface="Cambria"/>
                <a:sym typeface="Cambria"/>
              </a:rPr>
              <a:t> are genes that no longer function but are still carried along with functional DNA.  </a:t>
            </a:r>
            <a:endParaRPr/>
          </a:p>
          <a:p>
            <a:pPr indent="-184150" lvl="0" marL="184150" marR="0" rtl="0" algn="l">
              <a:spcBef>
                <a:spcPts val="0"/>
              </a:spcBef>
              <a:spcAft>
                <a:spcPts val="0"/>
              </a:spcAft>
              <a:buNone/>
            </a:pPr>
            <a:r>
              <a:t/>
            </a:r>
            <a:endParaRPr sz="2500">
              <a:solidFill>
                <a:srgbClr val="4C4E50"/>
              </a:solidFill>
              <a:latin typeface="Cambria"/>
              <a:ea typeface="Cambria"/>
              <a:cs typeface="Cambria"/>
              <a:sym typeface="Cambria"/>
            </a:endParaRPr>
          </a:p>
          <a:p>
            <a:pPr indent="-184150" lvl="0" marL="184150" marR="0" rtl="0" algn="l">
              <a:spcBef>
                <a:spcPts val="0"/>
              </a:spcBef>
              <a:spcAft>
                <a:spcPts val="0"/>
              </a:spcAft>
              <a:buClr>
                <a:srgbClr val="4C4E50"/>
              </a:buClr>
              <a:buSzPts val="2500"/>
              <a:buFont typeface="Arial"/>
              <a:buChar char="•"/>
            </a:pPr>
            <a:r>
              <a:rPr lang="en-US" sz="2500">
                <a:solidFill>
                  <a:srgbClr val="4C4E50"/>
                </a:solidFill>
                <a:latin typeface="Cambria"/>
                <a:ea typeface="Cambria"/>
                <a:cs typeface="Cambria"/>
                <a:sym typeface="Cambria"/>
              </a:rPr>
              <a:t>Similarities among cell types across organisms can also be revealed by comparing their proteins. A unique set of proteins is found in specific types of cells. Cells from different species that have the same proteins most likely come from a common ancestor.</a:t>
            </a:r>
            <a:endParaRPr/>
          </a:p>
          <a:p>
            <a:pPr indent="-184150" lvl="0" marL="342900" marR="0" rtl="0" algn="l">
              <a:spcBef>
                <a:spcPts val="0"/>
              </a:spcBef>
              <a:spcAft>
                <a:spcPts val="0"/>
              </a:spcAft>
              <a:buClr>
                <a:schemeClr val="dk1"/>
              </a:buClr>
              <a:buSzPts val="2500"/>
              <a:buFont typeface="Arial"/>
              <a:buNone/>
            </a:pPr>
            <a:r>
              <a:t/>
            </a:r>
            <a:endParaRPr sz="2500">
              <a:solidFill>
                <a:srgbClr val="4C4E50"/>
              </a:solidFill>
              <a:latin typeface="Cambria"/>
              <a:ea typeface="Cambria"/>
              <a:cs typeface="Cambria"/>
              <a:sym typeface="Cambria"/>
            </a:endParaRPr>
          </a:p>
          <a:p>
            <a:pPr indent="0" lvl="0" marL="0" marR="0" rtl="0" algn="l">
              <a:spcBef>
                <a:spcPts val="0"/>
              </a:spcBef>
              <a:spcAft>
                <a:spcPts val="0"/>
              </a:spcAft>
              <a:buNone/>
            </a:pPr>
            <a:r>
              <a:t/>
            </a:r>
            <a:endParaRPr b="1" sz="2500">
              <a:solidFill>
                <a:srgbClr val="4C4E50"/>
              </a:solidFill>
              <a:latin typeface="Cambria"/>
              <a:ea typeface="Cambria"/>
              <a:cs typeface="Cambria"/>
              <a:sym typeface="Cambria"/>
            </a:endParaRPr>
          </a:p>
        </p:txBody>
      </p:sp>
      <p:sp>
        <p:nvSpPr>
          <p:cNvPr id="175" name="Google Shape;175;p26"/>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8 Lesson 1</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7"/>
          <p:cNvSpPr txBox="1"/>
          <p:nvPr>
            <p:ph type="title"/>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Molecular and Genetic Evidence</a:t>
            </a:r>
            <a:br>
              <a:rPr lang="en-US">
                <a:solidFill>
                  <a:srgbClr val="F2A900"/>
                </a:solidFill>
                <a:latin typeface="Cambria"/>
                <a:ea typeface="Cambria"/>
                <a:cs typeface="Cambria"/>
                <a:sym typeface="Cambria"/>
              </a:rPr>
            </a:br>
            <a:r>
              <a:rPr lang="en-US">
                <a:solidFill>
                  <a:srgbClr val="C00000"/>
                </a:solidFill>
                <a:latin typeface="Cambria"/>
                <a:ea typeface="Cambria"/>
                <a:cs typeface="Cambria"/>
                <a:sym typeface="Cambria"/>
              </a:rPr>
              <a:t>Engineering</a:t>
            </a:r>
            <a:endParaRPr/>
          </a:p>
        </p:txBody>
      </p:sp>
      <p:sp>
        <p:nvSpPr>
          <p:cNvPr id="183" name="Google Shape;183;p27"/>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84" name="Google Shape;184;p27"/>
          <p:cNvSpPr/>
          <p:nvPr/>
        </p:nvSpPr>
        <p:spPr>
          <a:xfrm>
            <a:off x="254183" y="3834709"/>
            <a:ext cx="8929067" cy="2677656"/>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Cambria"/>
                <a:ea typeface="Cambria"/>
                <a:cs typeface="Cambria"/>
                <a:sym typeface="Cambria"/>
              </a:rPr>
              <a:t>Make a list of criteria and constraints a researcher would need to consider when choosing a model organism for a human disease study. </a:t>
            </a:r>
            <a:endParaRPr/>
          </a:p>
          <a:p>
            <a:pPr indent="0" lvl="0" marL="0" marR="0" rtl="0" algn="l">
              <a:spcBef>
                <a:spcPts val="0"/>
              </a:spcBef>
              <a:spcAft>
                <a:spcPts val="0"/>
              </a:spcAft>
              <a:buNone/>
            </a:pPr>
            <a:r>
              <a:t/>
            </a:r>
            <a:endParaRPr b="1" sz="2400">
              <a:solidFill>
                <a:schemeClr val="dk1"/>
              </a:solidFill>
              <a:latin typeface="Cambria"/>
              <a:ea typeface="Cambria"/>
              <a:cs typeface="Cambria"/>
              <a:sym typeface="Cambria"/>
            </a:endParaRPr>
          </a:p>
          <a:p>
            <a:pPr indent="0" lvl="0" marL="0" marR="0" rtl="0" algn="l">
              <a:spcBef>
                <a:spcPts val="0"/>
              </a:spcBef>
              <a:spcAft>
                <a:spcPts val="0"/>
              </a:spcAft>
              <a:buNone/>
            </a:pPr>
            <a:r>
              <a:rPr b="1" lang="en-US" sz="2400">
                <a:solidFill>
                  <a:schemeClr val="dk1"/>
                </a:solidFill>
                <a:latin typeface="Cambria"/>
                <a:ea typeface="Cambria"/>
                <a:cs typeface="Cambria"/>
                <a:sym typeface="Cambria"/>
              </a:rPr>
              <a:t>Include factors related to the organism’s development and life cycle, the genetic basis of the disease being studied, and any ethical considerations.</a:t>
            </a:r>
            <a:endParaRPr b="1" sz="2800">
              <a:solidFill>
                <a:schemeClr val="dk1"/>
              </a:solidFill>
              <a:latin typeface="Cambria"/>
              <a:ea typeface="Cambria"/>
              <a:cs typeface="Cambria"/>
              <a:sym typeface="Cambria"/>
            </a:endParaRPr>
          </a:p>
        </p:txBody>
      </p:sp>
      <p:sp>
        <p:nvSpPr>
          <p:cNvPr id="185" name="Google Shape;185;p27"/>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8 Lesson 1</a:t>
            </a:r>
            <a:endParaRPr/>
          </a:p>
        </p:txBody>
      </p:sp>
      <p:pic>
        <p:nvPicPr>
          <p:cNvPr descr="A picture containing animal, person, man, table&#10;&#10;Description automatically generated" id="186" name="Google Shape;186;p27"/>
          <p:cNvPicPr preferRelativeResize="0"/>
          <p:nvPr/>
        </p:nvPicPr>
        <p:blipFill rotWithShape="1">
          <a:blip r:embed="rId3">
            <a:alphaModFix/>
          </a:blip>
          <a:srcRect b="0" l="0" r="0" t="0"/>
          <a:stretch/>
        </p:blipFill>
        <p:spPr>
          <a:xfrm>
            <a:off x="126649" y="1466063"/>
            <a:ext cx="2618527" cy="1962937"/>
          </a:xfrm>
          <a:prstGeom prst="rect">
            <a:avLst/>
          </a:prstGeom>
          <a:noFill/>
          <a:ln>
            <a:noFill/>
          </a:ln>
        </p:spPr>
      </p:pic>
      <p:sp>
        <p:nvSpPr>
          <p:cNvPr id="187" name="Google Shape;187;p27"/>
          <p:cNvSpPr txBox="1"/>
          <p:nvPr/>
        </p:nvSpPr>
        <p:spPr>
          <a:xfrm>
            <a:off x="2745176" y="1004348"/>
            <a:ext cx="6438074" cy="2677656"/>
          </a:xfrm>
          <a:prstGeom prst="rect">
            <a:avLst/>
          </a:prstGeom>
          <a:noFill/>
          <a:ln>
            <a:noFill/>
          </a:ln>
        </p:spPr>
        <p:txBody>
          <a:bodyPr anchorCtr="0" anchor="t" bIns="45700" lIns="91425" spcFirstLastPara="1" rIns="91425" wrap="square" tIns="45700">
            <a:spAutoFit/>
          </a:bodyPr>
          <a:lstStyle/>
          <a:p>
            <a:pPr indent="-182563" lvl="0" marL="182563"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Zebrafish have 70 percent of the same genes as humans and a rapid life cycles. These organisms are ideal models for the study of shared genes.</a:t>
            </a:r>
            <a:endParaRPr/>
          </a:p>
          <a:p>
            <a:pPr indent="0" lvl="0" marL="0" marR="0" rtl="0" algn="l">
              <a:spcBef>
                <a:spcPts val="0"/>
              </a:spcBef>
              <a:spcAft>
                <a:spcPts val="0"/>
              </a:spcAft>
              <a:buNone/>
            </a:pPr>
            <a:r>
              <a:t/>
            </a:r>
            <a:endParaRPr sz="2400">
              <a:solidFill>
                <a:schemeClr val="dk1"/>
              </a:solidFill>
              <a:latin typeface="Cambria"/>
              <a:ea typeface="Cambria"/>
              <a:cs typeface="Cambria"/>
              <a:sym typeface="Cambria"/>
            </a:endParaRPr>
          </a:p>
          <a:p>
            <a:pPr indent="-152400" lvl="0" marL="120650"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Zebrafish have been used as a model organism for research on many human diseases.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8"/>
          <p:cNvSpPr txBox="1"/>
          <p:nvPr>
            <p:ph type="title"/>
          </p:nvPr>
        </p:nvSpPr>
        <p:spPr>
          <a:xfrm>
            <a:off x="111211" y="294909"/>
            <a:ext cx="8229600" cy="1456131"/>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Molecular and Genetic Evidence</a:t>
            </a:r>
            <a:br>
              <a:rPr lang="en-US">
                <a:solidFill>
                  <a:srgbClr val="F2A900"/>
                </a:solidFill>
                <a:latin typeface="Cambria"/>
                <a:ea typeface="Cambria"/>
                <a:cs typeface="Cambria"/>
                <a:sym typeface="Cambria"/>
              </a:rPr>
            </a:br>
            <a:r>
              <a:rPr lang="en-US" sz="2400">
                <a:solidFill>
                  <a:srgbClr val="0070C0"/>
                </a:solidFill>
                <a:latin typeface="Cambria"/>
                <a:ea typeface="Cambria"/>
                <a:cs typeface="Cambria"/>
                <a:sym typeface="Cambria"/>
              </a:rPr>
              <a:t>Hands-On Activity: Predicting Evolutionary Relationships</a:t>
            </a:r>
            <a:endParaRPr>
              <a:solidFill>
                <a:srgbClr val="0070C0"/>
              </a:solidFill>
              <a:latin typeface="Cambria"/>
              <a:ea typeface="Cambria"/>
              <a:cs typeface="Cambria"/>
              <a:sym typeface="Cambria"/>
            </a:endParaRPr>
          </a:p>
        </p:txBody>
      </p:sp>
      <p:sp>
        <p:nvSpPr>
          <p:cNvPr id="195" name="Google Shape;195;p28"/>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196" name="Google Shape;196;p28"/>
          <p:cNvSpPr/>
          <p:nvPr/>
        </p:nvSpPr>
        <p:spPr>
          <a:xfrm>
            <a:off x="457200" y="1881365"/>
            <a:ext cx="8429105" cy="861774"/>
          </a:xfrm>
          <a:prstGeom prst="rect">
            <a:avLst/>
          </a:prstGeom>
          <a:noFill/>
          <a:ln>
            <a:noFill/>
          </a:ln>
        </p:spPr>
        <p:txBody>
          <a:bodyPr anchorCtr="0" anchor="t" bIns="45700" lIns="91425" spcFirstLastPara="1" rIns="91425" wrap="square" tIns="45700">
            <a:noAutofit/>
          </a:bodyPr>
          <a:lstStyle/>
          <a:p>
            <a:pPr indent="-184150" lvl="0" marL="342900" marR="0" rtl="0" algn="l">
              <a:spcBef>
                <a:spcPts val="0"/>
              </a:spcBef>
              <a:spcAft>
                <a:spcPts val="0"/>
              </a:spcAft>
              <a:buClr>
                <a:schemeClr val="dk1"/>
              </a:buClr>
              <a:buSzPts val="2500"/>
              <a:buFont typeface="Arial"/>
              <a:buNone/>
            </a:pPr>
            <a:r>
              <a:t/>
            </a:r>
            <a:endParaRPr b="1" sz="2500">
              <a:solidFill>
                <a:schemeClr val="dk1"/>
              </a:solidFill>
              <a:latin typeface="Cambria"/>
              <a:ea typeface="Cambria"/>
              <a:cs typeface="Cambria"/>
              <a:sym typeface="Cambria"/>
            </a:endParaRPr>
          </a:p>
          <a:p>
            <a:pPr indent="-184150" lvl="0" marL="342900" marR="0" rtl="0" algn="l">
              <a:spcBef>
                <a:spcPts val="0"/>
              </a:spcBef>
              <a:spcAft>
                <a:spcPts val="0"/>
              </a:spcAft>
              <a:buClr>
                <a:schemeClr val="dk1"/>
              </a:buClr>
              <a:buSzPts val="2500"/>
              <a:buFont typeface="Arial"/>
              <a:buNone/>
            </a:pPr>
            <a:r>
              <a:t/>
            </a:r>
            <a:endParaRPr b="1" sz="2500">
              <a:solidFill>
                <a:schemeClr val="dk1"/>
              </a:solidFill>
              <a:latin typeface="Cambria"/>
              <a:ea typeface="Cambria"/>
              <a:cs typeface="Cambria"/>
              <a:sym typeface="Cambria"/>
            </a:endParaRPr>
          </a:p>
        </p:txBody>
      </p:sp>
      <p:sp>
        <p:nvSpPr>
          <p:cNvPr id="197" name="Google Shape;197;p28"/>
          <p:cNvSpPr txBox="1"/>
          <p:nvPr/>
        </p:nvSpPr>
        <p:spPr>
          <a:xfrm>
            <a:off x="990571" y="2312952"/>
            <a:ext cx="7162858"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Cambria"/>
                <a:ea typeface="Cambria"/>
                <a:cs typeface="Cambria"/>
                <a:sym typeface="Cambria"/>
              </a:rPr>
              <a:t>Analyze similarities in a protein common to bacteria and eukaryotes. Then use the results of your analysis to draw conclusions about similarities among species.</a:t>
            </a:r>
            <a:endParaRPr sz="2500">
              <a:solidFill>
                <a:schemeClr val="dk1"/>
              </a:solidFill>
              <a:latin typeface="Cambria"/>
              <a:ea typeface="Cambria"/>
              <a:cs typeface="Cambria"/>
              <a:sym typeface="Cambria"/>
            </a:endParaRPr>
          </a:p>
        </p:txBody>
      </p:sp>
      <p:sp>
        <p:nvSpPr>
          <p:cNvPr id="198" name="Google Shape;198;p28"/>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8 Lesson 1</a:t>
            </a:r>
            <a:endParaRPr/>
          </a:p>
        </p:txBody>
      </p:sp>
      <p:pic>
        <p:nvPicPr>
          <p:cNvPr id="199" name="Google Shape;199;p28"/>
          <p:cNvPicPr preferRelativeResize="0"/>
          <p:nvPr/>
        </p:nvPicPr>
        <p:blipFill rotWithShape="1">
          <a:blip r:embed="rId3">
            <a:alphaModFix/>
          </a:blip>
          <a:srcRect b="0" l="0" r="0" t="0"/>
          <a:stretch/>
        </p:blipFill>
        <p:spPr>
          <a:xfrm>
            <a:off x="2781300" y="5435225"/>
            <a:ext cx="3581400" cy="9398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9"/>
          <p:cNvSpPr txBox="1"/>
          <p:nvPr>
            <p:ph type="title"/>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 Molecular and Genetic Evidence</a:t>
            </a:r>
            <a:endParaRPr>
              <a:solidFill>
                <a:srgbClr val="00B050"/>
              </a:solidFill>
              <a:latin typeface="Cambria"/>
              <a:ea typeface="Cambria"/>
              <a:cs typeface="Cambria"/>
              <a:sym typeface="Cambria"/>
            </a:endParaRPr>
          </a:p>
        </p:txBody>
      </p:sp>
      <p:sp>
        <p:nvSpPr>
          <p:cNvPr id="207" name="Google Shape;207;p29"/>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08" name="Google Shape;208;p29"/>
          <p:cNvSpPr/>
          <p:nvPr/>
        </p:nvSpPr>
        <p:spPr>
          <a:xfrm>
            <a:off x="4190761" y="2454507"/>
            <a:ext cx="4665372"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US"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p:txBody>
      </p:sp>
      <p:sp>
        <p:nvSpPr>
          <p:cNvPr id="209" name="Google Shape;209;p29"/>
          <p:cNvSpPr/>
          <p:nvPr/>
        </p:nvSpPr>
        <p:spPr>
          <a:xfrm>
            <a:off x="4190761" y="907280"/>
            <a:ext cx="4981695" cy="3416320"/>
          </a:xfrm>
          <a:prstGeom prst="rect">
            <a:avLst/>
          </a:prstGeom>
          <a:noFill/>
          <a:ln>
            <a:noFill/>
          </a:ln>
        </p:spPr>
        <p:txBody>
          <a:bodyPr anchorCtr="0" anchor="t" bIns="45700" lIns="91425" spcFirstLastPara="1" rIns="91425" wrap="square" tIns="45700">
            <a:noAutofit/>
          </a:bodyPr>
          <a:lstStyle/>
          <a:p>
            <a:pPr indent="-184150" lvl="0" marL="184150"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As an animal develops, its genes guide the formation of organs and the arrangement of body parts.</a:t>
            </a:r>
            <a:endParaRPr/>
          </a:p>
          <a:p>
            <a:pPr indent="-184150" lvl="0" marL="184150" marR="0" rtl="0" algn="l">
              <a:spcBef>
                <a:spcPts val="0"/>
              </a:spcBef>
              <a:spcAft>
                <a:spcPts val="0"/>
              </a:spcAft>
              <a:buNone/>
            </a:pPr>
            <a:r>
              <a:t/>
            </a:r>
            <a:endParaRPr sz="2400">
              <a:solidFill>
                <a:schemeClr val="dk1"/>
              </a:solidFill>
              <a:latin typeface="Cambria"/>
              <a:ea typeface="Cambria"/>
              <a:cs typeface="Cambria"/>
              <a:sym typeface="Cambria"/>
            </a:endParaRPr>
          </a:p>
          <a:p>
            <a:pPr indent="-184150" lvl="0" marL="184150"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Certain types of homeobox genes, </a:t>
            </a:r>
            <a:r>
              <a:rPr b="1" lang="en-US" sz="2400" u="sng">
                <a:solidFill>
                  <a:schemeClr val="dk2"/>
                </a:solidFill>
                <a:latin typeface="Cambria"/>
                <a:ea typeface="Cambria"/>
                <a:cs typeface="Cambria"/>
                <a:sym typeface="Cambria"/>
              </a:rPr>
              <a:t>Hox genes</a:t>
            </a:r>
            <a:r>
              <a:rPr lang="en-US" sz="2400">
                <a:solidFill>
                  <a:schemeClr val="dk1"/>
                </a:solidFill>
                <a:latin typeface="Cambria"/>
                <a:ea typeface="Cambria"/>
                <a:cs typeface="Cambria"/>
                <a:sym typeface="Cambria"/>
              </a:rPr>
              <a:t>, help to guide the process that results in the development of an organism's characteristic body plan.</a:t>
            </a:r>
            <a:endParaRPr/>
          </a:p>
        </p:txBody>
      </p:sp>
      <p:sp>
        <p:nvSpPr>
          <p:cNvPr id="210" name="Google Shape;210;p29"/>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8 Lesson 1</a:t>
            </a:r>
            <a:endParaRPr/>
          </a:p>
        </p:txBody>
      </p:sp>
      <p:pic>
        <p:nvPicPr>
          <p:cNvPr id="211" name="Google Shape;211;p29"/>
          <p:cNvPicPr preferRelativeResize="0"/>
          <p:nvPr/>
        </p:nvPicPr>
        <p:blipFill rotWithShape="1">
          <a:blip r:embed="rId3">
            <a:alphaModFix/>
          </a:blip>
          <a:srcRect b="0" l="0" r="0" t="0"/>
          <a:stretch/>
        </p:blipFill>
        <p:spPr>
          <a:xfrm>
            <a:off x="92475" y="990950"/>
            <a:ext cx="4098286" cy="3072215"/>
          </a:xfrm>
          <a:prstGeom prst="rect">
            <a:avLst/>
          </a:prstGeom>
          <a:noFill/>
          <a:ln>
            <a:noFill/>
          </a:ln>
        </p:spPr>
      </p:pic>
      <p:sp>
        <p:nvSpPr>
          <p:cNvPr id="212" name="Google Shape;212;p29"/>
          <p:cNvSpPr/>
          <p:nvPr/>
        </p:nvSpPr>
        <p:spPr>
          <a:xfrm>
            <a:off x="92475" y="4223285"/>
            <a:ext cx="8927957" cy="230832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Cambria"/>
                <a:ea typeface="Cambria"/>
                <a:cs typeface="Cambria"/>
                <a:sym typeface="Cambria"/>
              </a:rPr>
              <a:t>COLLABORATE</a:t>
            </a:r>
            <a:endParaRPr/>
          </a:p>
          <a:p>
            <a:pPr indent="0" lvl="0" marL="0" marR="0" rtl="0" algn="l">
              <a:spcBef>
                <a:spcPts val="0"/>
              </a:spcBef>
              <a:spcAft>
                <a:spcPts val="0"/>
              </a:spcAft>
              <a:buNone/>
            </a:pPr>
            <a:r>
              <a:rPr b="1" lang="en-US" sz="2400">
                <a:solidFill>
                  <a:schemeClr val="dk1"/>
                </a:solidFill>
                <a:latin typeface="Cambria"/>
                <a:ea typeface="Cambria"/>
                <a:cs typeface="Cambria"/>
                <a:sym typeface="Cambria"/>
              </a:rPr>
              <a:t>1. What patterns do you see in the similarities and differences between Hox genes in humans and in fruit flies?</a:t>
            </a:r>
            <a:br>
              <a:rPr b="1" lang="en-US" sz="2400">
                <a:solidFill>
                  <a:schemeClr val="dk1"/>
                </a:solidFill>
                <a:latin typeface="Cambria"/>
                <a:ea typeface="Cambria"/>
                <a:cs typeface="Cambria"/>
                <a:sym typeface="Cambria"/>
              </a:rPr>
            </a:br>
            <a:endParaRPr b="1" sz="2400">
              <a:solidFill>
                <a:schemeClr val="dk1"/>
              </a:solidFill>
              <a:latin typeface="Cambria"/>
              <a:ea typeface="Cambria"/>
              <a:cs typeface="Cambria"/>
              <a:sym typeface="Cambria"/>
            </a:endParaRPr>
          </a:p>
          <a:p>
            <a:pPr indent="0" lvl="0" marL="0" marR="0" rtl="0" algn="l">
              <a:spcBef>
                <a:spcPts val="0"/>
              </a:spcBef>
              <a:spcAft>
                <a:spcPts val="0"/>
              </a:spcAft>
              <a:buNone/>
            </a:pPr>
            <a:r>
              <a:rPr b="1" lang="en-US" sz="2400">
                <a:solidFill>
                  <a:schemeClr val="dk1"/>
                </a:solidFill>
                <a:latin typeface="Cambria"/>
                <a:ea typeface="Cambria"/>
                <a:cs typeface="Cambria"/>
                <a:sym typeface="Cambria"/>
              </a:rPr>
              <a:t>2. How do your observations support the claim that humans and fruit flies share a common ancestor?</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0"/>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20" name="Google Shape;220;p30"/>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Molecular and Genetic Evidence</a:t>
            </a:r>
            <a:endParaRPr/>
          </a:p>
        </p:txBody>
      </p:sp>
      <p:sp>
        <p:nvSpPr>
          <p:cNvPr id="221" name="Google Shape;221;p30"/>
          <p:cNvSpPr/>
          <p:nvPr/>
        </p:nvSpPr>
        <p:spPr>
          <a:xfrm>
            <a:off x="305177" y="1680165"/>
            <a:ext cx="8533645" cy="317009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500">
                <a:solidFill>
                  <a:schemeClr val="dk1"/>
                </a:solidFill>
                <a:latin typeface="Cambria"/>
                <a:ea typeface="Cambria"/>
                <a:cs typeface="Cambria"/>
                <a:sym typeface="Cambria"/>
              </a:rPr>
              <a:t>EXPLAIN</a:t>
            </a:r>
            <a:endParaRPr/>
          </a:p>
          <a:p>
            <a:pPr indent="0" lvl="0" marL="0" marR="0" rtl="0" algn="l">
              <a:spcBef>
                <a:spcPts val="0"/>
              </a:spcBef>
              <a:spcAft>
                <a:spcPts val="0"/>
              </a:spcAft>
              <a:buNone/>
            </a:pPr>
            <a:r>
              <a:t/>
            </a:r>
            <a:endParaRPr b="1" sz="2500">
              <a:solidFill>
                <a:schemeClr val="dk1"/>
              </a:solidFill>
              <a:latin typeface="Cambria"/>
              <a:ea typeface="Cambria"/>
              <a:cs typeface="Cambria"/>
              <a:sym typeface="Cambria"/>
            </a:endParaRPr>
          </a:p>
          <a:p>
            <a:pPr indent="0" lvl="0" marL="0" marR="0" rtl="0" algn="l">
              <a:spcBef>
                <a:spcPts val="0"/>
              </a:spcBef>
              <a:spcAft>
                <a:spcPts val="0"/>
              </a:spcAft>
              <a:buNone/>
            </a:pPr>
            <a:r>
              <a:rPr b="1" i="1" lang="en-US" sz="2500">
                <a:solidFill>
                  <a:schemeClr val="dk1"/>
                </a:solidFill>
                <a:latin typeface="Cambria"/>
                <a:ea typeface="Cambria"/>
                <a:cs typeface="Cambria"/>
                <a:sym typeface="Cambria"/>
              </a:rPr>
              <a:t>Archaeopteryx</a:t>
            </a:r>
            <a:r>
              <a:rPr b="1" lang="en-US" sz="2500">
                <a:solidFill>
                  <a:schemeClr val="dk1"/>
                </a:solidFill>
                <a:latin typeface="Cambria"/>
                <a:ea typeface="Cambria"/>
                <a:cs typeface="Cambria"/>
                <a:sym typeface="Cambria"/>
              </a:rPr>
              <a:t> is seen by some experts as a link between reptiles and birds. </a:t>
            </a:r>
            <a:endParaRPr/>
          </a:p>
          <a:p>
            <a:pPr indent="0" lvl="0" marL="0" marR="0" rtl="0" algn="l">
              <a:spcBef>
                <a:spcPts val="0"/>
              </a:spcBef>
              <a:spcAft>
                <a:spcPts val="0"/>
              </a:spcAft>
              <a:buNone/>
            </a:pPr>
            <a:r>
              <a:t/>
            </a:r>
            <a:endParaRPr b="1" sz="2500">
              <a:solidFill>
                <a:schemeClr val="dk1"/>
              </a:solidFill>
              <a:latin typeface="Cambria"/>
              <a:ea typeface="Cambria"/>
              <a:cs typeface="Cambria"/>
              <a:sym typeface="Cambria"/>
            </a:endParaRPr>
          </a:p>
          <a:p>
            <a:pPr indent="0" lvl="0" marL="0" marR="0" rtl="0" algn="l">
              <a:spcBef>
                <a:spcPts val="0"/>
              </a:spcBef>
              <a:spcAft>
                <a:spcPts val="0"/>
              </a:spcAft>
              <a:buNone/>
            </a:pPr>
            <a:r>
              <a:rPr b="1" lang="en-US" sz="2500">
                <a:solidFill>
                  <a:schemeClr val="dk1"/>
                </a:solidFill>
                <a:latin typeface="Cambria"/>
                <a:ea typeface="Cambria"/>
                <a:cs typeface="Cambria"/>
                <a:sym typeface="Cambria"/>
              </a:rPr>
              <a:t>What types of cellular or molecular evidence might a scientist study in order to determine the evolutionary relationship between the chicken and modern reptiles?</a:t>
            </a:r>
            <a:endParaRPr/>
          </a:p>
        </p:txBody>
      </p:sp>
      <p:sp>
        <p:nvSpPr>
          <p:cNvPr id="222" name="Google Shape;222;p30"/>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8 Lesson 1</a:t>
            </a:r>
            <a:endParaRPr/>
          </a:p>
        </p:txBody>
      </p:sp>
      <p:pic>
        <p:nvPicPr>
          <p:cNvPr descr="A drawing of a person&#10;&#10;Description automatically generated" id="223" name="Google Shape;223;p30"/>
          <p:cNvPicPr preferRelativeResize="0"/>
          <p:nvPr/>
        </p:nvPicPr>
        <p:blipFill rotWithShape="1">
          <a:blip r:embed="rId3">
            <a:alphaModFix/>
          </a:blip>
          <a:srcRect b="0" l="0" r="0" t="0"/>
          <a:stretch/>
        </p:blipFill>
        <p:spPr>
          <a:xfrm>
            <a:off x="8457361" y="286314"/>
            <a:ext cx="474345" cy="52641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1"/>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31" name="Google Shape;231;p31"/>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Developmental and Anatomical Evidence</a:t>
            </a:r>
            <a:endParaRPr/>
          </a:p>
          <a:p>
            <a:pPr indent="0" lvl="0" marL="0" marR="0" rtl="0" algn="l">
              <a:spcBef>
                <a:spcPts val="0"/>
              </a:spcBef>
              <a:spcAft>
                <a:spcPts val="0"/>
              </a:spcAft>
              <a:buClr>
                <a:schemeClr val="dk1"/>
              </a:buClr>
              <a:buSzPts val="2800"/>
              <a:buFont typeface="Arial"/>
              <a:buNone/>
            </a:pPr>
            <a:r>
              <a:t/>
            </a:r>
            <a:endParaRPr b="1" sz="2800">
              <a:solidFill>
                <a:srgbClr val="F2A900"/>
              </a:solidFill>
              <a:latin typeface="Cambria"/>
              <a:ea typeface="Cambria"/>
              <a:cs typeface="Cambria"/>
              <a:sym typeface="Cambria"/>
            </a:endParaRPr>
          </a:p>
        </p:txBody>
      </p:sp>
      <p:sp>
        <p:nvSpPr>
          <p:cNvPr id="232" name="Google Shape;232;p31"/>
          <p:cNvSpPr/>
          <p:nvPr/>
        </p:nvSpPr>
        <p:spPr>
          <a:xfrm>
            <a:off x="364067" y="1400791"/>
            <a:ext cx="8415866" cy="2677656"/>
          </a:xfrm>
          <a:prstGeom prst="rect">
            <a:avLst/>
          </a:prstGeom>
          <a:noFill/>
          <a:ln>
            <a:noFill/>
          </a:ln>
        </p:spPr>
        <p:txBody>
          <a:bodyPr anchorCtr="0" anchor="t" bIns="45700" lIns="91425" spcFirstLastPara="1" rIns="91425" wrap="square" tIns="45700">
            <a:noAutofit/>
          </a:bodyPr>
          <a:lstStyle/>
          <a:p>
            <a:pPr indent="-184150" lvl="0" marL="184150"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Organisms that resemble each other in their development are more closely related than others with different patterns of development.</a:t>
            </a:r>
            <a:endParaRPr/>
          </a:p>
          <a:p>
            <a:pPr indent="-184150" lvl="0" marL="184150" marR="0" rtl="0" algn="l">
              <a:spcBef>
                <a:spcPts val="0"/>
              </a:spcBef>
              <a:spcAft>
                <a:spcPts val="0"/>
              </a:spcAft>
              <a:buNone/>
            </a:pPr>
            <a:r>
              <a:t/>
            </a:r>
            <a:endParaRPr sz="2400">
              <a:solidFill>
                <a:schemeClr val="dk1"/>
              </a:solidFill>
              <a:latin typeface="Cambria"/>
              <a:ea typeface="Cambria"/>
              <a:cs typeface="Cambria"/>
              <a:sym typeface="Cambria"/>
            </a:endParaRPr>
          </a:p>
          <a:p>
            <a:pPr indent="-184150" lvl="0" marL="184150"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Scientists use developmental and anatomical features to make inferences about evolutionary relationships among species.</a:t>
            </a:r>
            <a:endParaRPr b="1" sz="2500">
              <a:solidFill>
                <a:schemeClr val="dk1"/>
              </a:solidFill>
              <a:latin typeface="Cambria"/>
              <a:ea typeface="Cambria"/>
              <a:cs typeface="Cambria"/>
              <a:sym typeface="Cambria"/>
            </a:endParaRPr>
          </a:p>
        </p:txBody>
      </p:sp>
      <p:sp>
        <p:nvSpPr>
          <p:cNvPr id="233" name="Google Shape;233;p31"/>
          <p:cNvSpPr/>
          <p:nvPr/>
        </p:nvSpPr>
        <p:spPr>
          <a:xfrm>
            <a:off x="2286000" y="3013502"/>
            <a:ext cx="4572000"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US"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p:txBody>
      </p:sp>
      <p:sp>
        <p:nvSpPr>
          <p:cNvPr id="234" name="Google Shape;234;p31"/>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8 Lesson 1</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2"/>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42" name="Google Shape;242;p32"/>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Developmental and Anatomical Evidence</a:t>
            </a:r>
            <a:endParaRPr/>
          </a:p>
          <a:p>
            <a:pPr indent="0" lvl="0" marL="0" marR="0" rtl="0" algn="l">
              <a:spcBef>
                <a:spcPts val="0"/>
              </a:spcBef>
              <a:spcAft>
                <a:spcPts val="0"/>
              </a:spcAft>
              <a:buClr>
                <a:schemeClr val="dk1"/>
              </a:buClr>
              <a:buSzPts val="2800"/>
              <a:buFont typeface="Arial"/>
              <a:buNone/>
            </a:pPr>
            <a:r>
              <a:t/>
            </a:r>
            <a:endParaRPr b="1" sz="2800">
              <a:solidFill>
                <a:srgbClr val="F2A900"/>
              </a:solidFill>
              <a:latin typeface="Cambria"/>
              <a:ea typeface="Cambria"/>
              <a:cs typeface="Cambria"/>
              <a:sym typeface="Cambria"/>
            </a:endParaRPr>
          </a:p>
        </p:txBody>
      </p:sp>
      <p:sp>
        <p:nvSpPr>
          <p:cNvPr id="243" name="Google Shape;243;p32"/>
          <p:cNvSpPr/>
          <p:nvPr/>
        </p:nvSpPr>
        <p:spPr>
          <a:xfrm>
            <a:off x="4197736" y="894523"/>
            <a:ext cx="4924759" cy="3416320"/>
          </a:xfrm>
          <a:prstGeom prst="rect">
            <a:avLst/>
          </a:prstGeom>
          <a:noFill/>
          <a:ln>
            <a:noFill/>
          </a:ln>
        </p:spPr>
        <p:txBody>
          <a:bodyPr anchorCtr="0" anchor="t" bIns="45700" lIns="91425" spcFirstLastPara="1" rIns="91425" wrap="square" tIns="45700">
            <a:noAutofit/>
          </a:bodyPr>
          <a:lstStyle/>
          <a:p>
            <a:pPr indent="-184150" lvl="0" marL="184150" marR="0" rtl="0" algn="l">
              <a:spcBef>
                <a:spcPts val="0"/>
              </a:spcBef>
              <a:spcAft>
                <a:spcPts val="0"/>
              </a:spcAft>
              <a:buNone/>
            </a:pPr>
            <a:r>
              <a:rPr lang="en-US" sz="2400">
                <a:solidFill>
                  <a:schemeClr val="dk1"/>
                </a:solidFill>
                <a:latin typeface="Cambria"/>
                <a:ea typeface="Cambria"/>
                <a:cs typeface="Cambria"/>
                <a:sym typeface="Cambria"/>
              </a:rPr>
              <a:t>Developmental Similarities</a:t>
            </a:r>
            <a:endParaRPr/>
          </a:p>
          <a:p>
            <a:pPr indent="-184150" lvl="0" marL="184150"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Invertebrates have an initial larval stage in which many organisms look quite similar, suggesting an evolutionary connectedness.</a:t>
            </a:r>
            <a:endParaRPr/>
          </a:p>
          <a:p>
            <a:pPr indent="0" lvl="0" marL="0" marR="0" rtl="0" algn="l">
              <a:spcBef>
                <a:spcPts val="0"/>
              </a:spcBef>
              <a:spcAft>
                <a:spcPts val="0"/>
              </a:spcAft>
              <a:buNone/>
            </a:pPr>
            <a:r>
              <a:t/>
            </a:r>
            <a:endParaRPr sz="2400">
              <a:solidFill>
                <a:schemeClr val="dk1"/>
              </a:solidFill>
              <a:latin typeface="Cambria"/>
              <a:ea typeface="Cambria"/>
              <a:cs typeface="Cambria"/>
              <a:sym typeface="Cambria"/>
            </a:endParaRPr>
          </a:p>
          <a:p>
            <a:pPr indent="-184150" lvl="0" marL="184150"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All vertebrates have three basic body features as embryos—a tail, limb buds, and pharyngeal arches.</a:t>
            </a:r>
            <a:endParaRPr/>
          </a:p>
        </p:txBody>
      </p:sp>
      <p:sp>
        <p:nvSpPr>
          <p:cNvPr id="244" name="Google Shape;244;p32"/>
          <p:cNvSpPr/>
          <p:nvPr/>
        </p:nvSpPr>
        <p:spPr>
          <a:xfrm>
            <a:off x="2286000" y="3013502"/>
            <a:ext cx="4572000"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US"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p:txBody>
      </p:sp>
      <p:sp>
        <p:nvSpPr>
          <p:cNvPr id="245" name="Google Shape;245;p32"/>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8 Lesson 1</a:t>
            </a:r>
            <a:endParaRPr/>
          </a:p>
        </p:txBody>
      </p:sp>
      <p:pic>
        <p:nvPicPr>
          <p:cNvPr descr="A picture containing food&#10;&#10;Description automatically generated" id="246" name="Google Shape;246;p32"/>
          <p:cNvPicPr preferRelativeResize="0"/>
          <p:nvPr/>
        </p:nvPicPr>
        <p:blipFill rotWithShape="1">
          <a:blip r:embed="rId3">
            <a:alphaModFix/>
          </a:blip>
          <a:srcRect b="0" l="0" r="0" t="0"/>
          <a:stretch/>
        </p:blipFill>
        <p:spPr>
          <a:xfrm>
            <a:off x="139700" y="868567"/>
            <a:ext cx="4148095" cy="2902164"/>
          </a:xfrm>
          <a:prstGeom prst="rect">
            <a:avLst/>
          </a:prstGeom>
          <a:noFill/>
          <a:ln>
            <a:noFill/>
          </a:ln>
        </p:spPr>
      </p:pic>
      <p:sp>
        <p:nvSpPr>
          <p:cNvPr id="247" name="Google Shape;247;p32"/>
          <p:cNvSpPr/>
          <p:nvPr/>
        </p:nvSpPr>
        <p:spPr>
          <a:xfrm>
            <a:off x="335813" y="3664512"/>
            <a:ext cx="4810554" cy="64633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55595B"/>
                </a:solidFill>
                <a:latin typeface="Cambria"/>
                <a:ea typeface="Cambria"/>
                <a:cs typeface="Cambria"/>
                <a:sym typeface="Cambria"/>
              </a:rPr>
              <a:t>All vertebrates go through a stage of development with common features.</a:t>
            </a:r>
            <a:endParaRPr sz="1800">
              <a:solidFill>
                <a:schemeClr val="dk1"/>
              </a:solidFill>
              <a:latin typeface="Cambria"/>
              <a:ea typeface="Cambria"/>
              <a:cs typeface="Cambria"/>
              <a:sym typeface="Cambria"/>
            </a:endParaRPr>
          </a:p>
        </p:txBody>
      </p:sp>
      <p:sp>
        <p:nvSpPr>
          <p:cNvPr id="248" name="Google Shape;248;p32"/>
          <p:cNvSpPr/>
          <p:nvPr/>
        </p:nvSpPr>
        <p:spPr>
          <a:xfrm>
            <a:off x="139700" y="4516786"/>
            <a:ext cx="9004300" cy="193899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rgbClr val="4C4E50"/>
                </a:solidFill>
                <a:latin typeface="Cambria"/>
                <a:ea typeface="Cambria"/>
                <a:cs typeface="Cambria"/>
                <a:sym typeface="Cambria"/>
              </a:rPr>
              <a:t>What similarities do the vertebrate embryos in the illustration share?</a:t>
            </a:r>
            <a:endParaRPr/>
          </a:p>
          <a:p>
            <a:pPr indent="0" lvl="0" marL="0" marR="0" rtl="0" algn="l">
              <a:spcBef>
                <a:spcPts val="0"/>
              </a:spcBef>
              <a:spcAft>
                <a:spcPts val="0"/>
              </a:spcAft>
              <a:buNone/>
            </a:pPr>
            <a:r>
              <a:t/>
            </a:r>
            <a:endParaRPr b="1" sz="2400">
              <a:solidFill>
                <a:srgbClr val="4C4E50"/>
              </a:solidFill>
              <a:latin typeface="Cambria"/>
              <a:ea typeface="Cambria"/>
              <a:cs typeface="Cambria"/>
              <a:sym typeface="Cambria"/>
            </a:endParaRPr>
          </a:p>
          <a:p>
            <a:pPr indent="0" lvl="0" marL="0" marR="0" rtl="0" algn="l">
              <a:spcBef>
                <a:spcPts val="0"/>
              </a:spcBef>
              <a:spcAft>
                <a:spcPts val="0"/>
              </a:spcAft>
              <a:buNone/>
            </a:pPr>
            <a:r>
              <a:rPr b="1" lang="en-US" sz="2400">
                <a:solidFill>
                  <a:srgbClr val="4C4E50"/>
                </a:solidFill>
                <a:latin typeface="Cambria"/>
                <a:ea typeface="Cambria"/>
                <a:cs typeface="Cambria"/>
                <a:sym typeface="Cambria"/>
              </a:rPr>
              <a:t>How does this pattern of similarities help support common ancestry?</a:t>
            </a:r>
            <a:endParaRPr b="1" sz="2400">
              <a:solidFill>
                <a:schemeClr val="dk1"/>
              </a:solidFill>
              <a:latin typeface="Cambria"/>
              <a:ea typeface="Cambria"/>
              <a:cs typeface="Cambria"/>
              <a:sym typeface="Cambri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3"/>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56" name="Google Shape;256;p33"/>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Developmental and Anatomical Evidence</a:t>
            </a:r>
            <a:endParaRPr/>
          </a:p>
          <a:p>
            <a:pPr indent="0" lvl="0" marL="0" marR="0" rtl="0" algn="l">
              <a:spcBef>
                <a:spcPts val="0"/>
              </a:spcBef>
              <a:spcAft>
                <a:spcPts val="0"/>
              </a:spcAft>
              <a:buClr>
                <a:schemeClr val="dk1"/>
              </a:buClr>
              <a:buSzPts val="2800"/>
              <a:buFont typeface="Arial"/>
              <a:buNone/>
            </a:pPr>
            <a:r>
              <a:t/>
            </a:r>
            <a:endParaRPr b="1" sz="2800">
              <a:solidFill>
                <a:srgbClr val="F2A900"/>
              </a:solidFill>
              <a:latin typeface="Cambria"/>
              <a:ea typeface="Cambria"/>
              <a:cs typeface="Cambria"/>
              <a:sym typeface="Cambria"/>
            </a:endParaRPr>
          </a:p>
        </p:txBody>
      </p:sp>
      <p:sp>
        <p:nvSpPr>
          <p:cNvPr id="257" name="Google Shape;257;p33"/>
          <p:cNvSpPr/>
          <p:nvPr/>
        </p:nvSpPr>
        <p:spPr>
          <a:xfrm>
            <a:off x="807051" y="1490008"/>
            <a:ext cx="7908323" cy="30469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Cambria"/>
                <a:ea typeface="Cambria"/>
                <a:cs typeface="Cambria"/>
                <a:sym typeface="Cambria"/>
              </a:rPr>
              <a:t>Anatomical Evidence</a:t>
            </a:r>
            <a:endParaRPr/>
          </a:p>
          <a:p>
            <a:pPr indent="0" lvl="0" marL="0" marR="0" rtl="0" algn="l">
              <a:spcBef>
                <a:spcPts val="0"/>
              </a:spcBef>
              <a:spcAft>
                <a:spcPts val="0"/>
              </a:spcAft>
              <a:buNone/>
            </a:pPr>
            <a:r>
              <a:t/>
            </a:r>
            <a:endParaRPr sz="2400">
              <a:solidFill>
                <a:schemeClr val="dk1"/>
              </a:solidFill>
              <a:latin typeface="Cambria"/>
              <a:ea typeface="Cambria"/>
              <a:cs typeface="Cambria"/>
              <a:sym typeface="Cambria"/>
            </a:endParaRPr>
          </a:p>
          <a:p>
            <a:pPr indent="-342900" lvl="0" marL="342900" marR="0" rtl="0" algn="l">
              <a:spcBef>
                <a:spcPts val="0"/>
              </a:spcBef>
              <a:spcAft>
                <a:spcPts val="0"/>
              </a:spcAft>
              <a:buClr>
                <a:schemeClr val="dk2"/>
              </a:buClr>
              <a:buSzPts val="2400"/>
              <a:buFont typeface="Arial"/>
              <a:buChar char="•"/>
            </a:pPr>
            <a:r>
              <a:rPr b="1" lang="en-US" sz="2400" u="sng">
                <a:solidFill>
                  <a:schemeClr val="dk2"/>
                </a:solidFill>
                <a:latin typeface="Cambria"/>
                <a:ea typeface="Cambria"/>
                <a:cs typeface="Cambria"/>
                <a:sym typeface="Cambria"/>
              </a:rPr>
              <a:t>Homologous structures </a:t>
            </a:r>
            <a:r>
              <a:rPr lang="en-US" sz="2400">
                <a:solidFill>
                  <a:schemeClr val="dk1"/>
                </a:solidFill>
                <a:latin typeface="Cambria"/>
                <a:ea typeface="Cambria"/>
                <a:cs typeface="Cambria"/>
                <a:sym typeface="Cambria"/>
              </a:rPr>
              <a:t>are features found in different organisms that share structural similarities but may have very different functions. </a:t>
            </a:r>
            <a:endParaRPr/>
          </a:p>
          <a:p>
            <a:pPr indent="0" lvl="0" marL="0" marR="0" rtl="0" algn="l">
              <a:spcBef>
                <a:spcPts val="0"/>
              </a:spcBef>
              <a:spcAft>
                <a:spcPts val="0"/>
              </a:spcAft>
              <a:buNone/>
            </a:pPr>
            <a:r>
              <a:t/>
            </a:r>
            <a:endParaRPr sz="2400">
              <a:solidFill>
                <a:schemeClr val="dk1"/>
              </a:solidFill>
              <a:latin typeface="Cambria"/>
              <a:ea typeface="Cambria"/>
              <a:cs typeface="Cambria"/>
              <a:sym typeface="Cambria"/>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Their appearance across different species offers strong evidence for common descent.</a:t>
            </a:r>
            <a:endParaRPr/>
          </a:p>
        </p:txBody>
      </p:sp>
      <p:sp>
        <p:nvSpPr>
          <p:cNvPr id="258" name="Google Shape;258;p33"/>
          <p:cNvSpPr/>
          <p:nvPr/>
        </p:nvSpPr>
        <p:spPr>
          <a:xfrm>
            <a:off x="2286000" y="3013502"/>
            <a:ext cx="4572000"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US"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p:txBody>
      </p:sp>
      <p:sp>
        <p:nvSpPr>
          <p:cNvPr id="259" name="Google Shape;259;p33"/>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8 Lesson 1</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4"/>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67" name="Google Shape;267;p34"/>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Developmental and Anatomical Evidence</a:t>
            </a:r>
            <a:endParaRPr/>
          </a:p>
          <a:p>
            <a:pPr indent="0" lvl="0" marL="0" marR="0" rtl="0" algn="l">
              <a:spcBef>
                <a:spcPts val="0"/>
              </a:spcBef>
              <a:spcAft>
                <a:spcPts val="0"/>
              </a:spcAft>
              <a:buClr>
                <a:schemeClr val="dk1"/>
              </a:buClr>
              <a:buSzPts val="2800"/>
              <a:buFont typeface="Arial"/>
              <a:buNone/>
            </a:pPr>
            <a:r>
              <a:t/>
            </a:r>
            <a:endParaRPr b="1" sz="2800">
              <a:solidFill>
                <a:srgbClr val="F2A900"/>
              </a:solidFill>
              <a:latin typeface="Cambria"/>
              <a:ea typeface="Cambria"/>
              <a:cs typeface="Cambria"/>
              <a:sym typeface="Cambria"/>
            </a:endParaRPr>
          </a:p>
        </p:txBody>
      </p:sp>
      <p:sp>
        <p:nvSpPr>
          <p:cNvPr id="268" name="Google Shape;268;p34"/>
          <p:cNvSpPr/>
          <p:nvPr/>
        </p:nvSpPr>
        <p:spPr>
          <a:xfrm>
            <a:off x="364067" y="1103315"/>
            <a:ext cx="8415866" cy="233910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500">
                <a:solidFill>
                  <a:schemeClr val="dk1"/>
                </a:solidFill>
                <a:latin typeface="Cambria"/>
                <a:ea typeface="Cambria"/>
                <a:cs typeface="Cambria"/>
                <a:sym typeface="Cambria"/>
              </a:rPr>
              <a:t>GATHER EVIDENCE</a:t>
            </a:r>
            <a:endParaRPr/>
          </a:p>
          <a:p>
            <a:pPr indent="0" lvl="0" marL="0" marR="0" rtl="0" algn="l">
              <a:spcBef>
                <a:spcPts val="0"/>
              </a:spcBef>
              <a:spcAft>
                <a:spcPts val="0"/>
              </a:spcAft>
              <a:buNone/>
            </a:pPr>
            <a:r>
              <a:t/>
            </a:r>
            <a:endParaRPr b="1" sz="2500">
              <a:solidFill>
                <a:schemeClr val="dk1"/>
              </a:solidFill>
              <a:latin typeface="Cambria"/>
              <a:ea typeface="Cambria"/>
              <a:cs typeface="Cambria"/>
              <a:sym typeface="Cambria"/>
            </a:endParaRPr>
          </a:p>
          <a:p>
            <a:pPr indent="0" lvl="0" marL="0" marR="0" rtl="0" algn="l">
              <a:spcBef>
                <a:spcPts val="0"/>
              </a:spcBef>
              <a:spcAft>
                <a:spcPts val="0"/>
              </a:spcAft>
              <a:buNone/>
            </a:pPr>
            <a:r>
              <a:rPr b="1" lang="en-US" sz="2400">
                <a:solidFill>
                  <a:schemeClr val="dk1"/>
                </a:solidFill>
                <a:latin typeface="Cambria"/>
                <a:ea typeface="Cambria"/>
                <a:cs typeface="Cambria"/>
                <a:sym typeface="Cambria"/>
              </a:rPr>
              <a:t>What patterns do you notice in the structures below in terms of similarities? </a:t>
            </a:r>
            <a:endParaRPr/>
          </a:p>
          <a:p>
            <a:pPr indent="0" lvl="0" marL="0" marR="0" rtl="0" algn="l">
              <a:spcBef>
                <a:spcPts val="0"/>
              </a:spcBef>
              <a:spcAft>
                <a:spcPts val="0"/>
              </a:spcAft>
              <a:buNone/>
            </a:pPr>
            <a:r>
              <a:t/>
            </a:r>
            <a:endParaRPr b="1" sz="2400">
              <a:solidFill>
                <a:schemeClr val="dk1"/>
              </a:solidFill>
              <a:latin typeface="Cambria"/>
              <a:ea typeface="Cambria"/>
              <a:cs typeface="Cambria"/>
              <a:sym typeface="Cambria"/>
            </a:endParaRPr>
          </a:p>
          <a:p>
            <a:pPr indent="0" lvl="0" marL="0" marR="0" rtl="0" algn="l">
              <a:spcBef>
                <a:spcPts val="0"/>
              </a:spcBef>
              <a:spcAft>
                <a:spcPts val="0"/>
              </a:spcAft>
              <a:buNone/>
            </a:pPr>
            <a:r>
              <a:rPr b="1" lang="en-US" sz="2400">
                <a:solidFill>
                  <a:schemeClr val="dk1"/>
                </a:solidFill>
                <a:latin typeface="Cambria"/>
                <a:ea typeface="Cambria"/>
                <a:cs typeface="Cambria"/>
                <a:sym typeface="Cambria"/>
              </a:rPr>
              <a:t>How do the similarities support common ancestry?</a:t>
            </a:r>
            <a:endParaRPr/>
          </a:p>
        </p:txBody>
      </p:sp>
      <p:sp>
        <p:nvSpPr>
          <p:cNvPr id="269" name="Google Shape;269;p34"/>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8 Lesson 1</a:t>
            </a:r>
            <a:endParaRPr/>
          </a:p>
        </p:txBody>
      </p:sp>
      <p:pic>
        <p:nvPicPr>
          <p:cNvPr descr="A drawing of a person&#10;&#10;Description automatically generated" id="270" name="Google Shape;270;p34"/>
          <p:cNvPicPr preferRelativeResize="0"/>
          <p:nvPr/>
        </p:nvPicPr>
        <p:blipFill rotWithShape="1">
          <a:blip r:embed="rId3">
            <a:alphaModFix/>
          </a:blip>
          <a:srcRect b="0" l="0" r="0" t="0"/>
          <a:stretch/>
        </p:blipFill>
        <p:spPr>
          <a:xfrm>
            <a:off x="8457361" y="286314"/>
            <a:ext cx="474345" cy="526415"/>
          </a:xfrm>
          <a:prstGeom prst="rect">
            <a:avLst/>
          </a:prstGeom>
          <a:noFill/>
          <a:ln>
            <a:noFill/>
          </a:ln>
        </p:spPr>
      </p:pic>
      <p:pic>
        <p:nvPicPr>
          <p:cNvPr descr="A picture containing white&#10;&#10;Description automatically generated" id="271" name="Google Shape;271;p34"/>
          <p:cNvPicPr preferRelativeResize="0"/>
          <p:nvPr/>
        </p:nvPicPr>
        <p:blipFill rotWithShape="1">
          <a:blip r:embed="rId4">
            <a:alphaModFix/>
          </a:blip>
          <a:srcRect b="0" l="0" r="0" t="0"/>
          <a:stretch/>
        </p:blipFill>
        <p:spPr>
          <a:xfrm>
            <a:off x="6176364" y="3688780"/>
            <a:ext cx="2755342" cy="2119184"/>
          </a:xfrm>
          <a:prstGeom prst="rect">
            <a:avLst/>
          </a:prstGeom>
          <a:noFill/>
          <a:ln>
            <a:noFill/>
          </a:ln>
        </p:spPr>
      </p:pic>
      <p:pic>
        <p:nvPicPr>
          <p:cNvPr descr="A picture containing open, dark, table, umbrella&#10;&#10;Description automatically generated" id="272" name="Google Shape;272;p34"/>
          <p:cNvPicPr preferRelativeResize="0"/>
          <p:nvPr/>
        </p:nvPicPr>
        <p:blipFill rotWithShape="1">
          <a:blip r:embed="rId5">
            <a:alphaModFix/>
          </a:blip>
          <a:srcRect b="0" l="0" r="0" t="0"/>
          <a:stretch/>
        </p:blipFill>
        <p:spPr>
          <a:xfrm>
            <a:off x="3190025" y="3677485"/>
            <a:ext cx="2826958" cy="2119184"/>
          </a:xfrm>
          <a:prstGeom prst="rect">
            <a:avLst/>
          </a:prstGeom>
          <a:noFill/>
          <a:ln>
            <a:noFill/>
          </a:ln>
        </p:spPr>
      </p:pic>
      <p:pic>
        <p:nvPicPr>
          <p:cNvPr descr="A picture containing sitting, vase, standing, white&#10;&#10;Description automatically generated" id="273" name="Google Shape;273;p34"/>
          <p:cNvPicPr preferRelativeResize="0"/>
          <p:nvPr/>
        </p:nvPicPr>
        <p:blipFill rotWithShape="1">
          <a:blip r:embed="rId6">
            <a:alphaModFix/>
          </a:blip>
          <a:srcRect b="0" l="0" r="0" t="0"/>
          <a:stretch/>
        </p:blipFill>
        <p:spPr>
          <a:xfrm>
            <a:off x="89462" y="3677486"/>
            <a:ext cx="2826958" cy="2119184"/>
          </a:xfrm>
          <a:prstGeom prst="rect">
            <a:avLst/>
          </a:prstGeom>
          <a:noFill/>
          <a:ln>
            <a:noFill/>
          </a:ln>
        </p:spPr>
      </p:pic>
      <p:sp>
        <p:nvSpPr>
          <p:cNvPr id="274" name="Google Shape;274;p34"/>
          <p:cNvSpPr/>
          <p:nvPr/>
        </p:nvSpPr>
        <p:spPr>
          <a:xfrm>
            <a:off x="956155" y="5850354"/>
            <a:ext cx="1093572"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55595B"/>
                </a:solidFill>
                <a:latin typeface="Cambria"/>
                <a:ea typeface="Cambria"/>
                <a:cs typeface="Cambria"/>
                <a:sym typeface="Cambria"/>
              </a:rPr>
              <a:t>Dog Feet</a:t>
            </a:r>
            <a:endParaRPr sz="1800">
              <a:solidFill>
                <a:schemeClr val="dk1"/>
              </a:solidFill>
              <a:latin typeface="Cambria"/>
              <a:ea typeface="Cambria"/>
              <a:cs typeface="Cambria"/>
              <a:sym typeface="Cambria"/>
            </a:endParaRPr>
          </a:p>
        </p:txBody>
      </p:sp>
      <p:sp>
        <p:nvSpPr>
          <p:cNvPr id="275" name="Google Shape;275;p34"/>
          <p:cNvSpPr/>
          <p:nvPr/>
        </p:nvSpPr>
        <p:spPr>
          <a:xfrm>
            <a:off x="3900741" y="5796669"/>
            <a:ext cx="1186543"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55595B"/>
                </a:solidFill>
                <a:latin typeface="Cambria"/>
                <a:ea typeface="Cambria"/>
                <a:cs typeface="Cambria"/>
                <a:sym typeface="Cambria"/>
              </a:rPr>
              <a:t>Bat Wings</a:t>
            </a:r>
            <a:endParaRPr sz="1800">
              <a:solidFill>
                <a:schemeClr val="dk1"/>
              </a:solidFill>
              <a:latin typeface="Cambria"/>
              <a:ea typeface="Cambria"/>
              <a:cs typeface="Cambria"/>
              <a:sym typeface="Cambria"/>
            </a:endParaRPr>
          </a:p>
        </p:txBody>
      </p:sp>
      <p:sp>
        <p:nvSpPr>
          <p:cNvPr id="276" name="Google Shape;276;p34"/>
          <p:cNvSpPr/>
          <p:nvPr/>
        </p:nvSpPr>
        <p:spPr>
          <a:xfrm>
            <a:off x="6785602" y="5807964"/>
            <a:ext cx="2087464"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55595B"/>
                </a:solidFill>
                <a:latin typeface="Cambria"/>
                <a:ea typeface="Cambria"/>
                <a:cs typeface="Cambria"/>
                <a:sym typeface="Cambria"/>
              </a:rPr>
              <a:t>Human Hands</a:t>
            </a:r>
            <a:endParaRPr sz="1800">
              <a:solidFill>
                <a:schemeClr val="dk1"/>
              </a:solidFill>
              <a:latin typeface="Cambria"/>
              <a:ea typeface="Cambria"/>
              <a:cs typeface="Cambria"/>
              <a:sym typeface="Cambri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5"/>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84" name="Google Shape;284;p35"/>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Developmental and Anatomical Evidence</a:t>
            </a:r>
            <a:endParaRPr/>
          </a:p>
          <a:p>
            <a:pPr indent="0" lvl="0" marL="0" marR="0" rtl="0" algn="l">
              <a:spcBef>
                <a:spcPts val="0"/>
              </a:spcBef>
              <a:spcAft>
                <a:spcPts val="0"/>
              </a:spcAft>
              <a:buClr>
                <a:schemeClr val="dk1"/>
              </a:buClr>
              <a:buSzPts val="2800"/>
              <a:buFont typeface="Arial"/>
              <a:buNone/>
            </a:pPr>
            <a:r>
              <a:t/>
            </a:r>
            <a:endParaRPr b="1" sz="2800">
              <a:solidFill>
                <a:srgbClr val="F2A900"/>
              </a:solidFill>
              <a:latin typeface="Cambria"/>
              <a:ea typeface="Cambria"/>
              <a:cs typeface="Cambria"/>
              <a:sym typeface="Cambria"/>
            </a:endParaRPr>
          </a:p>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 </a:t>
            </a:r>
            <a:endParaRPr/>
          </a:p>
        </p:txBody>
      </p:sp>
      <p:sp>
        <p:nvSpPr>
          <p:cNvPr id="285" name="Google Shape;285;p35"/>
          <p:cNvSpPr/>
          <p:nvPr/>
        </p:nvSpPr>
        <p:spPr>
          <a:xfrm>
            <a:off x="3931629" y="1253613"/>
            <a:ext cx="5212371" cy="4524315"/>
          </a:xfrm>
          <a:prstGeom prst="rect">
            <a:avLst/>
          </a:prstGeom>
          <a:noFill/>
          <a:ln>
            <a:noFill/>
          </a:ln>
        </p:spPr>
        <p:txBody>
          <a:bodyPr anchorCtr="0" anchor="t" bIns="45700" lIns="91425" spcFirstLastPara="1" rIns="91425" wrap="square" tIns="45700">
            <a:noAutofit/>
          </a:bodyPr>
          <a:lstStyle/>
          <a:p>
            <a:pPr indent="-184150" lvl="0" marL="184150" marR="0" rtl="0" algn="l">
              <a:spcBef>
                <a:spcPts val="0"/>
              </a:spcBef>
              <a:spcAft>
                <a:spcPts val="0"/>
              </a:spcAft>
              <a:buClr>
                <a:schemeClr val="dk2"/>
              </a:buClr>
              <a:buSzPts val="2400"/>
              <a:buFont typeface="Arial"/>
              <a:buChar char="•"/>
            </a:pPr>
            <a:r>
              <a:rPr b="1" lang="en-US" sz="2400" u="sng">
                <a:solidFill>
                  <a:schemeClr val="dk2"/>
                </a:solidFill>
                <a:latin typeface="Cambria"/>
                <a:ea typeface="Cambria"/>
                <a:cs typeface="Cambria"/>
                <a:sym typeface="Cambria"/>
              </a:rPr>
              <a:t>Analogous structures </a:t>
            </a:r>
            <a:r>
              <a:rPr lang="en-US" sz="2400">
                <a:solidFill>
                  <a:schemeClr val="dk1"/>
                </a:solidFill>
                <a:latin typeface="Cambria"/>
                <a:ea typeface="Cambria"/>
                <a:cs typeface="Cambria"/>
                <a:sym typeface="Cambria"/>
              </a:rPr>
              <a:t>are structures that perform a similar function but are not similar in origin. </a:t>
            </a:r>
            <a:endParaRPr/>
          </a:p>
          <a:p>
            <a:pPr indent="-184150" lvl="0" marL="184150" marR="0" rtl="0" algn="l">
              <a:spcBef>
                <a:spcPts val="0"/>
              </a:spcBef>
              <a:spcAft>
                <a:spcPts val="0"/>
              </a:spcAft>
              <a:buNone/>
            </a:pPr>
            <a:r>
              <a:t/>
            </a:r>
            <a:endParaRPr sz="2400">
              <a:solidFill>
                <a:schemeClr val="dk1"/>
              </a:solidFill>
              <a:latin typeface="Cambria"/>
              <a:ea typeface="Cambria"/>
              <a:cs typeface="Cambria"/>
              <a:sym typeface="Cambria"/>
            </a:endParaRPr>
          </a:p>
          <a:p>
            <a:pPr indent="-184150" lvl="0" marL="184150"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Both bird and insect wings have similar shapes and structures because they are both used for flight.</a:t>
            </a:r>
            <a:endParaRPr/>
          </a:p>
          <a:p>
            <a:pPr indent="-184150" lvl="0" marL="184150" marR="0" rtl="0" algn="l">
              <a:spcBef>
                <a:spcPts val="0"/>
              </a:spcBef>
              <a:spcAft>
                <a:spcPts val="0"/>
              </a:spcAft>
              <a:buNone/>
            </a:pPr>
            <a:r>
              <a:t/>
            </a:r>
            <a:endParaRPr sz="2400">
              <a:solidFill>
                <a:schemeClr val="dk1"/>
              </a:solidFill>
              <a:latin typeface="Cambria"/>
              <a:ea typeface="Cambria"/>
              <a:cs typeface="Cambria"/>
              <a:sym typeface="Cambria"/>
            </a:endParaRPr>
          </a:p>
          <a:p>
            <a:pPr indent="-184150" lvl="0" marL="184150"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However, wings develop differently in birds and insects, and they are made of different tissues. </a:t>
            </a:r>
            <a:endParaRPr sz="2400">
              <a:solidFill>
                <a:schemeClr val="dk1"/>
              </a:solidFill>
              <a:latin typeface="Cambria"/>
              <a:ea typeface="Cambria"/>
              <a:cs typeface="Cambria"/>
              <a:sym typeface="Cambria"/>
            </a:endParaRPr>
          </a:p>
        </p:txBody>
      </p:sp>
      <p:sp>
        <p:nvSpPr>
          <p:cNvPr id="286" name="Google Shape;286;p35"/>
          <p:cNvSpPr/>
          <p:nvPr/>
        </p:nvSpPr>
        <p:spPr>
          <a:xfrm>
            <a:off x="2286000" y="3013502"/>
            <a:ext cx="4572000"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US"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p:txBody>
      </p:sp>
      <p:sp>
        <p:nvSpPr>
          <p:cNvPr id="287" name="Google Shape;287;p35"/>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8 Lesson 1</a:t>
            </a:r>
            <a:endParaRPr/>
          </a:p>
        </p:txBody>
      </p:sp>
      <p:pic>
        <p:nvPicPr>
          <p:cNvPr descr="A bird flying in the sky&#10;&#10;Description automatically generated" id="288" name="Google Shape;288;p35"/>
          <p:cNvPicPr preferRelativeResize="0"/>
          <p:nvPr/>
        </p:nvPicPr>
        <p:blipFill rotWithShape="1">
          <a:blip r:embed="rId3">
            <a:alphaModFix/>
          </a:blip>
          <a:srcRect b="0" l="0" r="0" t="0"/>
          <a:stretch/>
        </p:blipFill>
        <p:spPr>
          <a:xfrm>
            <a:off x="311099" y="884414"/>
            <a:ext cx="3620530" cy="2351648"/>
          </a:xfrm>
          <a:prstGeom prst="rect">
            <a:avLst/>
          </a:prstGeom>
          <a:noFill/>
          <a:ln>
            <a:noFill/>
          </a:ln>
        </p:spPr>
      </p:pic>
      <p:pic>
        <p:nvPicPr>
          <p:cNvPr descr="A insect on a flower&#10;&#10;Description automatically generated" id="289" name="Google Shape;289;p35"/>
          <p:cNvPicPr preferRelativeResize="0"/>
          <p:nvPr/>
        </p:nvPicPr>
        <p:blipFill rotWithShape="1">
          <a:blip r:embed="rId4">
            <a:alphaModFix/>
          </a:blip>
          <a:srcRect b="0" l="0" r="0" t="0"/>
          <a:stretch/>
        </p:blipFill>
        <p:spPr>
          <a:xfrm>
            <a:off x="311099" y="3458622"/>
            <a:ext cx="3620530" cy="2351648"/>
          </a:xfrm>
          <a:prstGeom prst="rect">
            <a:avLst/>
          </a:prstGeom>
          <a:noFill/>
          <a:ln>
            <a:noFill/>
          </a:ln>
        </p:spPr>
      </p:pic>
      <p:sp>
        <p:nvSpPr>
          <p:cNvPr id="290" name="Google Shape;290;p35"/>
          <p:cNvSpPr/>
          <p:nvPr/>
        </p:nvSpPr>
        <p:spPr>
          <a:xfrm>
            <a:off x="311099" y="5805220"/>
            <a:ext cx="4572000" cy="64633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55595B"/>
                </a:solidFill>
                <a:latin typeface="Cambria"/>
                <a:ea typeface="Cambria"/>
                <a:cs typeface="Cambria"/>
                <a:sym typeface="Cambria"/>
              </a:rPr>
              <a:t>Bird wings and dragonfly wings are examples of analogous structures.</a:t>
            </a:r>
            <a:endParaRPr sz="1800">
              <a:solidFill>
                <a:schemeClr val="dk1"/>
              </a:solidFill>
              <a:latin typeface="Cambria"/>
              <a:ea typeface="Cambria"/>
              <a:cs typeface="Cambria"/>
              <a:sym typeface="Cambri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6"/>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98" name="Google Shape;298;p36"/>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Developmental and Anatomical Evidence</a:t>
            </a:r>
            <a:endParaRPr/>
          </a:p>
          <a:p>
            <a:pPr indent="0" lvl="0" marL="0" marR="0" rtl="0" algn="l">
              <a:spcBef>
                <a:spcPts val="0"/>
              </a:spcBef>
              <a:spcAft>
                <a:spcPts val="0"/>
              </a:spcAft>
              <a:buClr>
                <a:schemeClr val="dk1"/>
              </a:buClr>
              <a:buSzPts val="2800"/>
              <a:buFont typeface="Arial"/>
              <a:buNone/>
            </a:pPr>
            <a:r>
              <a:t/>
            </a:r>
            <a:endParaRPr b="1" sz="2800">
              <a:solidFill>
                <a:srgbClr val="F2A900"/>
              </a:solidFill>
              <a:latin typeface="Cambria"/>
              <a:ea typeface="Cambria"/>
              <a:cs typeface="Cambria"/>
              <a:sym typeface="Cambria"/>
            </a:endParaRPr>
          </a:p>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 </a:t>
            </a:r>
            <a:endParaRPr/>
          </a:p>
        </p:txBody>
      </p:sp>
      <p:sp>
        <p:nvSpPr>
          <p:cNvPr id="299" name="Google Shape;299;p36"/>
          <p:cNvSpPr/>
          <p:nvPr/>
        </p:nvSpPr>
        <p:spPr>
          <a:xfrm>
            <a:off x="4283535" y="1253613"/>
            <a:ext cx="4852555" cy="3785652"/>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2400"/>
              <a:buFont typeface="Arial"/>
              <a:buChar char="•"/>
            </a:pPr>
            <a:r>
              <a:rPr b="1" lang="en-US" sz="2400" u="sng">
                <a:solidFill>
                  <a:srgbClr val="F2A900"/>
                </a:solidFill>
                <a:latin typeface="Cambria"/>
                <a:ea typeface="Cambria"/>
                <a:cs typeface="Cambria"/>
                <a:sym typeface="Cambria"/>
                <a:hlinkClick r:id="rId3">
                  <a:extLst>
                    <a:ext uri="{A12FA001-AC4F-418D-AE19-62706E023703}">
                      <ahyp:hlinkClr val="tx"/>
                    </a:ext>
                  </a:extLst>
                </a:hlinkClick>
              </a:rPr>
              <a:t>Vestigial structures</a:t>
            </a:r>
            <a:r>
              <a:rPr lang="en-US" sz="2400">
                <a:solidFill>
                  <a:schemeClr val="dk1"/>
                </a:solidFill>
                <a:latin typeface="Cambria"/>
                <a:ea typeface="Cambria"/>
                <a:cs typeface="Cambria"/>
                <a:sym typeface="Cambria"/>
              </a:rPr>
              <a:t> provide clues to an organism's evolutionary past. </a:t>
            </a:r>
            <a:endParaRPr/>
          </a:p>
          <a:p>
            <a:pPr indent="0" lvl="0" marL="0" marR="0" rtl="0" algn="l">
              <a:spcBef>
                <a:spcPts val="0"/>
              </a:spcBef>
              <a:spcAft>
                <a:spcPts val="0"/>
              </a:spcAft>
              <a:buNone/>
            </a:pPr>
            <a:r>
              <a:t/>
            </a:r>
            <a:endParaRPr sz="2400">
              <a:solidFill>
                <a:schemeClr val="dk1"/>
              </a:solidFill>
              <a:latin typeface="Cambria"/>
              <a:ea typeface="Cambria"/>
              <a:cs typeface="Cambria"/>
              <a:sym typeface="Cambria"/>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Consider the traces of pelvic bones present in the humpback whale shown in the Whale Skeleton illustration. The pelvis normally sits near leg bones, such as the femur in humans.</a:t>
            </a:r>
            <a:endParaRPr sz="2400">
              <a:solidFill>
                <a:schemeClr val="dk1"/>
              </a:solidFill>
              <a:latin typeface="Cambria"/>
              <a:ea typeface="Cambria"/>
              <a:cs typeface="Cambria"/>
              <a:sym typeface="Cambria"/>
            </a:endParaRPr>
          </a:p>
        </p:txBody>
      </p:sp>
      <p:sp>
        <p:nvSpPr>
          <p:cNvPr id="300" name="Google Shape;300;p36"/>
          <p:cNvSpPr/>
          <p:nvPr/>
        </p:nvSpPr>
        <p:spPr>
          <a:xfrm>
            <a:off x="2286000" y="3013502"/>
            <a:ext cx="4572000"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US"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p:txBody>
      </p:sp>
      <p:sp>
        <p:nvSpPr>
          <p:cNvPr id="301" name="Google Shape;301;p36"/>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8 Lesson 1</a:t>
            </a:r>
            <a:endParaRPr/>
          </a:p>
        </p:txBody>
      </p:sp>
      <p:pic>
        <p:nvPicPr>
          <p:cNvPr descr="A picture containing black, white, pair&#10;&#10;Description automatically generated" id="302" name="Google Shape;302;p36"/>
          <p:cNvPicPr preferRelativeResize="0"/>
          <p:nvPr/>
        </p:nvPicPr>
        <p:blipFill rotWithShape="1">
          <a:blip r:embed="rId4">
            <a:alphaModFix/>
          </a:blip>
          <a:srcRect b="0" l="0" r="0" t="0"/>
          <a:stretch/>
        </p:blipFill>
        <p:spPr>
          <a:xfrm>
            <a:off x="0" y="1284505"/>
            <a:ext cx="4283535" cy="3211083"/>
          </a:xfrm>
          <a:prstGeom prst="rect">
            <a:avLst/>
          </a:prstGeom>
          <a:noFill/>
          <a:ln>
            <a:noFill/>
          </a:ln>
        </p:spPr>
      </p:pic>
      <p:sp>
        <p:nvSpPr>
          <p:cNvPr id="303" name="Google Shape;303;p36"/>
          <p:cNvSpPr/>
          <p:nvPr/>
        </p:nvSpPr>
        <p:spPr>
          <a:xfrm>
            <a:off x="288467" y="4184224"/>
            <a:ext cx="4572000" cy="5847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00">
                <a:solidFill>
                  <a:schemeClr val="dk1"/>
                </a:solidFill>
                <a:latin typeface="Cambria"/>
                <a:ea typeface="Cambria"/>
                <a:cs typeface="Cambria"/>
                <a:sym typeface="Cambria"/>
              </a:rPr>
              <a:t>Whale Skeleton</a:t>
            </a:r>
            <a:r>
              <a:rPr lang="en-US" sz="1600">
                <a:solidFill>
                  <a:schemeClr val="dk1"/>
                </a:solidFill>
                <a:latin typeface="Cambria"/>
                <a:ea typeface="Cambria"/>
                <a:cs typeface="Cambria"/>
                <a:sym typeface="Cambria"/>
              </a:rPr>
              <a:t> | Many whale species have vestigial pelvic and leg bones.</a:t>
            </a:r>
            <a:endParaRPr sz="1200">
              <a:solidFill>
                <a:schemeClr val="dk1"/>
              </a:solidFill>
              <a:latin typeface="Cambria"/>
              <a:ea typeface="Cambria"/>
              <a:cs typeface="Cambria"/>
              <a:sym typeface="Cambria"/>
            </a:endParaRPr>
          </a:p>
        </p:txBody>
      </p:sp>
      <p:sp>
        <p:nvSpPr>
          <p:cNvPr id="304" name="Google Shape;304;p36"/>
          <p:cNvSpPr/>
          <p:nvPr/>
        </p:nvSpPr>
        <p:spPr>
          <a:xfrm>
            <a:off x="288467" y="5215587"/>
            <a:ext cx="8584599"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rgbClr val="4C4E50"/>
                </a:solidFill>
                <a:latin typeface="Cambria"/>
                <a:ea typeface="Cambria"/>
                <a:cs typeface="Cambria"/>
                <a:sym typeface="Cambria"/>
              </a:rPr>
              <a:t>How does the evidence in the diagram of the whale support the idea that whales evolved from land mammals?</a:t>
            </a:r>
            <a:endParaRPr b="1" sz="2400">
              <a:solidFill>
                <a:schemeClr val="dk1"/>
              </a:solidFill>
              <a:latin typeface="Cambria"/>
              <a:ea typeface="Cambria"/>
              <a:cs typeface="Cambria"/>
              <a:sym typeface="Cambri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7"/>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312" name="Google Shape;312;p37"/>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Developmental and Anatomical Evidence</a:t>
            </a:r>
            <a:endParaRPr/>
          </a:p>
          <a:p>
            <a:pPr indent="0" lvl="0" marL="0" marR="0" rtl="0" algn="l">
              <a:spcBef>
                <a:spcPts val="0"/>
              </a:spcBef>
              <a:spcAft>
                <a:spcPts val="0"/>
              </a:spcAft>
              <a:buClr>
                <a:schemeClr val="dk1"/>
              </a:buClr>
              <a:buSzPts val="2800"/>
              <a:buFont typeface="Arial"/>
              <a:buNone/>
            </a:pPr>
            <a:r>
              <a:t/>
            </a:r>
            <a:endParaRPr b="1" sz="2800">
              <a:solidFill>
                <a:srgbClr val="F2A900"/>
              </a:solidFill>
              <a:latin typeface="Cambria"/>
              <a:ea typeface="Cambria"/>
              <a:cs typeface="Cambria"/>
              <a:sym typeface="Cambria"/>
            </a:endParaRPr>
          </a:p>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 </a:t>
            </a:r>
            <a:endParaRPr/>
          </a:p>
        </p:txBody>
      </p:sp>
      <p:sp>
        <p:nvSpPr>
          <p:cNvPr id="313" name="Google Shape;313;p37"/>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8 Lesson 1</a:t>
            </a:r>
            <a:endParaRPr/>
          </a:p>
        </p:txBody>
      </p:sp>
      <p:sp>
        <p:nvSpPr>
          <p:cNvPr id="314" name="Google Shape;314;p37"/>
          <p:cNvSpPr txBox="1"/>
          <p:nvPr/>
        </p:nvSpPr>
        <p:spPr>
          <a:xfrm>
            <a:off x="311098" y="1671831"/>
            <a:ext cx="8620607" cy="26776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Cambria"/>
                <a:ea typeface="Cambria"/>
                <a:cs typeface="Cambria"/>
                <a:sym typeface="Cambria"/>
              </a:rPr>
              <a:t>EXPLAIN</a:t>
            </a:r>
            <a:endParaRPr/>
          </a:p>
          <a:p>
            <a:pPr indent="0" lvl="0" marL="0" marR="0" rtl="0" algn="l">
              <a:spcBef>
                <a:spcPts val="0"/>
              </a:spcBef>
              <a:spcAft>
                <a:spcPts val="0"/>
              </a:spcAft>
              <a:buNone/>
            </a:pPr>
            <a:r>
              <a:t/>
            </a:r>
            <a:endParaRPr b="1" sz="2400">
              <a:solidFill>
                <a:schemeClr val="dk1"/>
              </a:solidFill>
              <a:latin typeface="Cambria"/>
              <a:ea typeface="Cambria"/>
              <a:cs typeface="Cambria"/>
              <a:sym typeface="Cambria"/>
            </a:endParaRPr>
          </a:p>
          <a:p>
            <a:pPr indent="0" lvl="0" marL="0" marR="0" rtl="0" algn="l">
              <a:spcBef>
                <a:spcPts val="0"/>
              </a:spcBef>
              <a:spcAft>
                <a:spcPts val="0"/>
              </a:spcAft>
              <a:buNone/>
            </a:pPr>
            <a:r>
              <a:rPr b="1" lang="en-US" sz="2400">
                <a:solidFill>
                  <a:schemeClr val="dk1"/>
                </a:solidFill>
                <a:latin typeface="Cambria"/>
                <a:ea typeface="Cambria"/>
                <a:cs typeface="Cambria"/>
                <a:sym typeface="Cambria"/>
              </a:rPr>
              <a:t>What similarities in anatomical structures provide evidence of a link between the chicken and the Archaeopteryx? </a:t>
            </a:r>
            <a:endParaRPr/>
          </a:p>
          <a:p>
            <a:pPr indent="0" lvl="0" marL="0" marR="0" rtl="0" algn="l">
              <a:spcBef>
                <a:spcPts val="0"/>
              </a:spcBef>
              <a:spcAft>
                <a:spcPts val="0"/>
              </a:spcAft>
              <a:buNone/>
            </a:pPr>
            <a:r>
              <a:t/>
            </a:r>
            <a:endParaRPr b="1" sz="2400">
              <a:solidFill>
                <a:schemeClr val="dk1"/>
              </a:solidFill>
              <a:latin typeface="Cambria"/>
              <a:ea typeface="Cambria"/>
              <a:cs typeface="Cambria"/>
              <a:sym typeface="Cambria"/>
            </a:endParaRPr>
          </a:p>
          <a:p>
            <a:pPr indent="0" lvl="0" marL="0" marR="0" rtl="0" algn="l">
              <a:spcBef>
                <a:spcPts val="0"/>
              </a:spcBef>
              <a:spcAft>
                <a:spcPts val="0"/>
              </a:spcAft>
              <a:buNone/>
            </a:pPr>
            <a:r>
              <a:rPr b="1" lang="en-US" sz="2400">
                <a:solidFill>
                  <a:schemeClr val="dk1"/>
                </a:solidFill>
                <a:latin typeface="Cambria"/>
                <a:ea typeface="Cambria"/>
                <a:cs typeface="Cambria"/>
                <a:sym typeface="Cambria"/>
              </a:rPr>
              <a:t>What additional evidence would help support the claim that these organisms share a common ancestor?</a:t>
            </a:r>
            <a:endParaRPr/>
          </a:p>
        </p:txBody>
      </p:sp>
      <p:pic>
        <p:nvPicPr>
          <p:cNvPr descr="A drawing of a person&#10;&#10;Description automatically generated" id="315" name="Google Shape;315;p37"/>
          <p:cNvPicPr preferRelativeResize="0"/>
          <p:nvPr/>
        </p:nvPicPr>
        <p:blipFill rotWithShape="1">
          <a:blip r:embed="rId3">
            <a:alphaModFix/>
          </a:blip>
          <a:srcRect b="0" l="0" r="0" t="0"/>
          <a:stretch/>
        </p:blipFill>
        <p:spPr>
          <a:xfrm>
            <a:off x="8457361" y="286314"/>
            <a:ext cx="474345" cy="52641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8"/>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323" name="Google Shape;323;p38"/>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Geological and Fossil Evidence</a:t>
            </a:r>
            <a:endParaRPr/>
          </a:p>
        </p:txBody>
      </p:sp>
      <p:sp>
        <p:nvSpPr>
          <p:cNvPr id="324" name="Google Shape;324;p38"/>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8 Lesson 1</a:t>
            </a:r>
            <a:endParaRPr/>
          </a:p>
        </p:txBody>
      </p:sp>
      <p:sp>
        <p:nvSpPr>
          <p:cNvPr id="325" name="Google Shape;325;p38"/>
          <p:cNvSpPr txBox="1"/>
          <p:nvPr/>
        </p:nvSpPr>
        <p:spPr>
          <a:xfrm>
            <a:off x="281778" y="1646404"/>
            <a:ext cx="8620607" cy="26776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mbria"/>
                <a:ea typeface="Cambria"/>
                <a:cs typeface="Cambria"/>
                <a:sym typeface="Cambria"/>
              </a:rPr>
              <a:t>Scientists study clues left behind in ancient rocks and discover traces of organisms that have long been extinct. Fossils are an important piece of evidence used to determine the evolutionary history of a species.</a:t>
            </a:r>
            <a:endParaRPr/>
          </a:p>
          <a:p>
            <a:pPr indent="0" lvl="0" marL="0" marR="0" rtl="0" algn="l">
              <a:spcBef>
                <a:spcPts val="0"/>
              </a:spcBef>
              <a:spcAft>
                <a:spcPts val="0"/>
              </a:spcAft>
              <a:buNone/>
            </a:pPr>
            <a:r>
              <a:t/>
            </a:r>
            <a:endParaRPr b="1" sz="2400">
              <a:solidFill>
                <a:schemeClr val="dk1"/>
              </a:solidFill>
              <a:latin typeface="Cambria"/>
              <a:ea typeface="Cambria"/>
              <a:cs typeface="Cambria"/>
              <a:sym typeface="Cambria"/>
            </a:endParaRPr>
          </a:p>
          <a:p>
            <a:pPr indent="0" lvl="0" marL="0" marR="0" rtl="0" algn="l">
              <a:spcBef>
                <a:spcPts val="0"/>
              </a:spcBef>
              <a:spcAft>
                <a:spcPts val="0"/>
              </a:spcAft>
              <a:buNone/>
            </a:pPr>
            <a:r>
              <a:rPr b="1" lang="en-US" sz="2400">
                <a:solidFill>
                  <a:schemeClr val="dk1"/>
                </a:solidFill>
                <a:latin typeface="Cambria"/>
                <a:ea typeface="Cambria"/>
                <a:cs typeface="Cambria"/>
                <a:sym typeface="Cambria"/>
              </a:rPr>
              <a:t>Why are the concepts that Earth undergoes change and is billions of years old important for evolutionary theory?</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9"/>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333" name="Google Shape;333;p39"/>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Geological and Fossil Evidence</a:t>
            </a:r>
            <a:endParaRPr/>
          </a:p>
        </p:txBody>
      </p:sp>
      <p:sp>
        <p:nvSpPr>
          <p:cNvPr id="334" name="Google Shape;334;p39"/>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8 Lesson 1</a:t>
            </a:r>
            <a:endParaRPr/>
          </a:p>
        </p:txBody>
      </p:sp>
      <p:sp>
        <p:nvSpPr>
          <p:cNvPr id="335" name="Google Shape;335;p39"/>
          <p:cNvSpPr txBox="1"/>
          <p:nvPr/>
        </p:nvSpPr>
        <p:spPr>
          <a:xfrm>
            <a:off x="155574" y="846622"/>
            <a:ext cx="8832900" cy="5633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mbria"/>
                <a:ea typeface="Cambria"/>
                <a:cs typeface="Cambria"/>
                <a:sym typeface="Cambria"/>
              </a:rPr>
              <a:t>Geologic Evidence</a:t>
            </a:r>
            <a:endParaRPr/>
          </a:p>
          <a:p>
            <a:pPr indent="0" lvl="0" marL="0" marR="0" rtl="0" algn="l">
              <a:spcBef>
                <a:spcPts val="0"/>
              </a:spcBef>
              <a:spcAft>
                <a:spcPts val="0"/>
              </a:spcAft>
              <a:buNone/>
            </a:pPr>
            <a:r>
              <a:t/>
            </a:r>
            <a:endParaRPr sz="2400">
              <a:solidFill>
                <a:schemeClr val="dk1"/>
              </a:solidFill>
              <a:latin typeface="Cambria"/>
              <a:ea typeface="Cambria"/>
              <a:cs typeface="Cambria"/>
              <a:sym typeface="Cambria"/>
            </a:endParaRPr>
          </a:p>
          <a:p>
            <a:pPr indent="-184150" lvl="0" marL="184150"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Georges Cuvier, a French zoologist of the late 1700s, did not think that species could change. However, his observations of fossil remains convinced him that species could go extinct.</a:t>
            </a:r>
            <a:endParaRPr/>
          </a:p>
          <a:p>
            <a:pPr indent="0" lvl="0" marL="0" marR="0" rtl="0" algn="l">
              <a:spcBef>
                <a:spcPts val="0"/>
              </a:spcBef>
              <a:spcAft>
                <a:spcPts val="0"/>
              </a:spcAft>
              <a:buNone/>
            </a:pPr>
            <a:r>
              <a:t/>
            </a:r>
            <a:endParaRPr sz="2400">
              <a:solidFill>
                <a:schemeClr val="dk1"/>
              </a:solidFill>
              <a:latin typeface="Cambria"/>
              <a:ea typeface="Cambria"/>
              <a:cs typeface="Cambria"/>
              <a:sym typeface="Cambria"/>
            </a:endParaRPr>
          </a:p>
          <a:p>
            <a:pPr indent="-184150" lvl="0" marL="184150"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In the late 1700s, the Scottish geologist James Hutton proposed that the changes he saw in landforms resulted from slow changes over a long period of time, a principle that became known as gradualism. </a:t>
            </a:r>
            <a:endParaRPr/>
          </a:p>
          <a:p>
            <a:pPr indent="0" lvl="0" marL="0" marR="0" rtl="0" algn="l">
              <a:spcBef>
                <a:spcPts val="0"/>
              </a:spcBef>
              <a:spcAft>
                <a:spcPts val="0"/>
              </a:spcAft>
              <a:buNone/>
            </a:pPr>
            <a:r>
              <a:t/>
            </a:r>
            <a:endParaRPr sz="2400">
              <a:solidFill>
                <a:schemeClr val="dk1"/>
              </a:solidFill>
              <a:latin typeface="Cambria"/>
              <a:ea typeface="Cambria"/>
              <a:cs typeface="Cambria"/>
              <a:sym typeface="Cambria"/>
            </a:endParaRPr>
          </a:p>
          <a:p>
            <a:pPr indent="-184150" lvl="0" marL="184150"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In the 1830s, British geologist Charles Lyell expanded Hutton's theory of gradualism into the theory of </a:t>
            </a:r>
            <a:r>
              <a:rPr b="1" lang="en-US" sz="2400" u="sng">
                <a:solidFill>
                  <a:srgbClr val="F2A900"/>
                </a:solidFill>
                <a:latin typeface="Cambria"/>
                <a:ea typeface="Cambria"/>
                <a:cs typeface="Cambria"/>
                <a:sym typeface="Cambria"/>
                <a:hlinkClick r:id="rId3">
                  <a:extLst>
                    <a:ext uri="{A12FA001-AC4F-418D-AE19-62706E023703}">
                      <ahyp:hlinkClr val="tx"/>
                    </a:ext>
                  </a:extLst>
                </a:hlinkClick>
              </a:rPr>
              <a:t>uniformitarianism</a:t>
            </a:r>
            <a:r>
              <a:rPr lang="en-US" sz="2400">
                <a:solidFill>
                  <a:schemeClr val="dk1"/>
                </a:solidFill>
                <a:latin typeface="Cambria"/>
                <a:ea typeface="Cambria"/>
                <a:cs typeface="Cambria"/>
                <a:sym typeface="Cambria"/>
              </a:rPr>
              <a:t>. This theory states that the geologic processes that shape Earth are uniform, or remain the same, through time.</a:t>
            </a:r>
            <a:endParaRPr b="1" sz="2400">
              <a:solidFill>
                <a:schemeClr val="dk1"/>
              </a:solidFill>
              <a:latin typeface="Cambria"/>
              <a:ea typeface="Cambria"/>
              <a:cs typeface="Cambria"/>
              <a:sym typeface="Cambri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0"/>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Geological and Fossil Evidence</a:t>
            </a:r>
            <a:br>
              <a:rPr lang="en-US">
                <a:solidFill>
                  <a:srgbClr val="F2A900"/>
                </a:solidFill>
                <a:latin typeface="Cambria"/>
                <a:ea typeface="Cambria"/>
                <a:cs typeface="Cambria"/>
                <a:sym typeface="Cambria"/>
              </a:rPr>
            </a:br>
            <a:r>
              <a:rPr lang="en-US">
                <a:solidFill>
                  <a:srgbClr val="00B050"/>
                </a:solidFill>
                <a:latin typeface="Cambria"/>
                <a:ea typeface="Cambria"/>
                <a:cs typeface="Cambria"/>
                <a:sym typeface="Cambria"/>
              </a:rPr>
              <a:t>Cause and Effect</a:t>
            </a:r>
            <a:endParaRPr/>
          </a:p>
        </p:txBody>
      </p:sp>
      <p:sp>
        <p:nvSpPr>
          <p:cNvPr id="343" name="Google Shape;343;p40"/>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344" name="Google Shape;344;p40"/>
          <p:cNvSpPr/>
          <p:nvPr/>
        </p:nvSpPr>
        <p:spPr>
          <a:xfrm>
            <a:off x="457200" y="1881365"/>
            <a:ext cx="8429105" cy="861774"/>
          </a:xfrm>
          <a:prstGeom prst="rect">
            <a:avLst/>
          </a:prstGeom>
          <a:noFill/>
          <a:ln>
            <a:noFill/>
          </a:ln>
        </p:spPr>
        <p:txBody>
          <a:bodyPr anchorCtr="0" anchor="t" bIns="45700" lIns="91425" spcFirstLastPara="1" rIns="91425" wrap="square" tIns="45700">
            <a:noAutofit/>
          </a:bodyPr>
          <a:lstStyle/>
          <a:p>
            <a:pPr indent="-184150" lvl="0" marL="342900" marR="0" rtl="0" algn="l">
              <a:spcBef>
                <a:spcPts val="0"/>
              </a:spcBef>
              <a:spcAft>
                <a:spcPts val="0"/>
              </a:spcAft>
              <a:buClr>
                <a:schemeClr val="dk1"/>
              </a:buClr>
              <a:buSzPts val="2500"/>
              <a:buFont typeface="Arial"/>
              <a:buNone/>
            </a:pPr>
            <a:r>
              <a:t/>
            </a:r>
            <a:endParaRPr b="1" sz="2500">
              <a:solidFill>
                <a:schemeClr val="dk1"/>
              </a:solidFill>
              <a:latin typeface="Cambria"/>
              <a:ea typeface="Cambria"/>
              <a:cs typeface="Cambria"/>
              <a:sym typeface="Cambria"/>
            </a:endParaRPr>
          </a:p>
          <a:p>
            <a:pPr indent="-184150" lvl="0" marL="342900" marR="0" rtl="0" algn="l">
              <a:spcBef>
                <a:spcPts val="0"/>
              </a:spcBef>
              <a:spcAft>
                <a:spcPts val="0"/>
              </a:spcAft>
              <a:buClr>
                <a:schemeClr val="dk1"/>
              </a:buClr>
              <a:buSzPts val="2500"/>
              <a:buFont typeface="Arial"/>
              <a:buNone/>
            </a:pPr>
            <a:r>
              <a:t/>
            </a:r>
            <a:endParaRPr b="1" sz="2500">
              <a:solidFill>
                <a:schemeClr val="dk1"/>
              </a:solidFill>
              <a:latin typeface="Cambria"/>
              <a:ea typeface="Cambria"/>
              <a:cs typeface="Cambria"/>
              <a:sym typeface="Cambria"/>
            </a:endParaRPr>
          </a:p>
        </p:txBody>
      </p:sp>
      <p:sp>
        <p:nvSpPr>
          <p:cNvPr id="345" name="Google Shape;345;p40"/>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8 Lesson 1</a:t>
            </a:r>
            <a:endParaRPr/>
          </a:p>
        </p:txBody>
      </p:sp>
      <p:sp>
        <p:nvSpPr>
          <p:cNvPr id="346" name="Google Shape;346;p40"/>
          <p:cNvSpPr txBox="1"/>
          <p:nvPr/>
        </p:nvSpPr>
        <p:spPr>
          <a:xfrm>
            <a:off x="656704" y="4405134"/>
            <a:ext cx="822960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1"/>
                </a:solidFill>
                <a:latin typeface="Cambria"/>
                <a:ea typeface="Cambria"/>
                <a:cs typeface="Cambria"/>
                <a:sym typeface="Cambria"/>
              </a:rPr>
              <a:t>Uniformitarianism</a:t>
            </a:r>
            <a:r>
              <a:rPr lang="en-US" sz="1600">
                <a:solidFill>
                  <a:schemeClr val="dk1"/>
                </a:solidFill>
                <a:latin typeface="Cambria"/>
                <a:ea typeface="Cambria"/>
                <a:cs typeface="Cambria"/>
                <a:sym typeface="Cambria"/>
              </a:rPr>
              <a:t> | This model shows evidence of slow, gradual change over time.</a:t>
            </a:r>
            <a:endParaRPr sz="1400">
              <a:solidFill>
                <a:schemeClr val="dk1"/>
              </a:solidFill>
              <a:latin typeface="Cambria"/>
              <a:ea typeface="Cambria"/>
              <a:cs typeface="Cambria"/>
              <a:sym typeface="Cambria"/>
            </a:endParaRPr>
          </a:p>
        </p:txBody>
      </p:sp>
      <p:sp>
        <p:nvSpPr>
          <p:cNvPr id="347" name="Google Shape;347;p40"/>
          <p:cNvSpPr/>
          <p:nvPr/>
        </p:nvSpPr>
        <p:spPr>
          <a:xfrm>
            <a:off x="357448" y="4989508"/>
            <a:ext cx="8429104" cy="120032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Cambria"/>
                <a:ea typeface="Cambria"/>
                <a:cs typeface="Cambria"/>
                <a:sym typeface="Cambria"/>
              </a:rPr>
              <a:t>How do the geological features shown in the illustration support the claim that slow, gradual changes add up over long periods of time to cause great change?</a:t>
            </a:r>
            <a:endParaRPr/>
          </a:p>
        </p:txBody>
      </p:sp>
      <p:pic>
        <p:nvPicPr>
          <p:cNvPr descr="A picture containing valley, canyon, nature, mountain&#10;&#10;Description automatically generated" id="348" name="Google Shape;348;p40"/>
          <p:cNvPicPr preferRelativeResize="0"/>
          <p:nvPr/>
        </p:nvPicPr>
        <p:blipFill rotWithShape="1">
          <a:blip r:embed="rId3">
            <a:alphaModFix/>
          </a:blip>
          <a:srcRect b="0" l="0" r="0" t="0"/>
          <a:stretch/>
        </p:blipFill>
        <p:spPr>
          <a:xfrm>
            <a:off x="1139302" y="1451232"/>
            <a:ext cx="6793735" cy="292266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1"/>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356" name="Google Shape;356;p41"/>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Geological and Fossil Evidence</a:t>
            </a:r>
            <a:endParaRPr/>
          </a:p>
        </p:txBody>
      </p:sp>
      <p:sp>
        <p:nvSpPr>
          <p:cNvPr id="357" name="Google Shape;357;p41"/>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8 Lesson 1</a:t>
            </a:r>
            <a:endParaRPr/>
          </a:p>
        </p:txBody>
      </p:sp>
      <p:sp>
        <p:nvSpPr>
          <p:cNvPr id="358" name="Google Shape;358;p41"/>
          <p:cNvSpPr txBox="1"/>
          <p:nvPr/>
        </p:nvSpPr>
        <p:spPr>
          <a:xfrm>
            <a:off x="311099" y="979334"/>
            <a:ext cx="8620607" cy="526297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mbria"/>
                <a:ea typeface="Cambria"/>
                <a:cs typeface="Cambria"/>
                <a:sym typeface="Cambria"/>
              </a:rPr>
              <a:t>Fossil Evidence</a:t>
            </a:r>
            <a:endParaRPr/>
          </a:p>
          <a:p>
            <a:pPr indent="0" lvl="0" marL="0" marR="0" rtl="0" algn="l">
              <a:spcBef>
                <a:spcPts val="0"/>
              </a:spcBef>
              <a:spcAft>
                <a:spcPts val="0"/>
              </a:spcAft>
              <a:buNone/>
            </a:pPr>
            <a:r>
              <a:t/>
            </a:r>
            <a:endParaRPr sz="2400">
              <a:solidFill>
                <a:schemeClr val="dk1"/>
              </a:solidFill>
              <a:latin typeface="Cambria"/>
              <a:ea typeface="Cambria"/>
              <a:cs typeface="Cambria"/>
              <a:sym typeface="Cambria"/>
            </a:endParaRPr>
          </a:p>
          <a:p>
            <a:pPr indent="-184150" lvl="0" marL="184150"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A </a:t>
            </a:r>
            <a:r>
              <a:rPr b="1" lang="en-US" sz="2400" u="sng">
                <a:solidFill>
                  <a:schemeClr val="dk2"/>
                </a:solidFill>
                <a:latin typeface="Cambria"/>
                <a:ea typeface="Cambria"/>
                <a:cs typeface="Cambria"/>
                <a:sym typeface="Cambria"/>
              </a:rPr>
              <a:t>fossil</a:t>
            </a:r>
            <a:r>
              <a:rPr lang="en-US" sz="2400">
                <a:solidFill>
                  <a:schemeClr val="dk1"/>
                </a:solidFill>
                <a:latin typeface="Cambria"/>
                <a:ea typeface="Cambria"/>
                <a:cs typeface="Cambria"/>
                <a:sym typeface="Cambria"/>
              </a:rPr>
              <a:t> is the preserved remains of an organism, or the trace evidence of an organism's existence in the past. Most fossils form in sedimentary rock.</a:t>
            </a:r>
            <a:endParaRPr/>
          </a:p>
          <a:p>
            <a:pPr indent="0" lvl="0" marL="0" marR="0" rtl="0" algn="l">
              <a:spcBef>
                <a:spcPts val="0"/>
              </a:spcBef>
              <a:spcAft>
                <a:spcPts val="0"/>
              </a:spcAft>
              <a:buNone/>
            </a:pPr>
            <a:r>
              <a:t/>
            </a:r>
            <a:endParaRPr sz="2400">
              <a:solidFill>
                <a:schemeClr val="dk1"/>
              </a:solidFill>
              <a:latin typeface="Cambria"/>
              <a:ea typeface="Cambria"/>
              <a:cs typeface="Cambria"/>
              <a:sym typeface="Cambria"/>
            </a:endParaRPr>
          </a:p>
          <a:p>
            <a:pPr indent="-241300" lvl="0" marL="241300"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Layers of rock form gradually over long periods of time, with more recent layers typically on top of older layers. Fossils that differ from each other slightly and are embedded in different layers of rock provide evidence for gradual change in species over time.</a:t>
            </a:r>
            <a:endParaRPr/>
          </a:p>
          <a:p>
            <a:pPr indent="0" lvl="0" marL="0" marR="0" rtl="0" algn="l">
              <a:spcBef>
                <a:spcPts val="0"/>
              </a:spcBef>
              <a:spcAft>
                <a:spcPts val="0"/>
              </a:spcAft>
              <a:buNone/>
            </a:pPr>
            <a:r>
              <a:t/>
            </a:r>
            <a:endParaRPr sz="2400">
              <a:solidFill>
                <a:schemeClr val="dk1"/>
              </a:solidFill>
              <a:latin typeface="Cambria"/>
              <a:ea typeface="Cambria"/>
              <a:cs typeface="Cambria"/>
              <a:sym typeface="Cambria"/>
            </a:endParaRPr>
          </a:p>
          <a:p>
            <a:pPr indent="-241300" lvl="0" marL="241300" marR="0" rtl="0" algn="l">
              <a:spcBef>
                <a:spcPts val="0"/>
              </a:spcBef>
              <a:spcAft>
                <a:spcPts val="0"/>
              </a:spcAft>
              <a:buClr>
                <a:schemeClr val="dk1"/>
              </a:buClr>
              <a:buSzPts val="2400"/>
              <a:buFont typeface="Arial"/>
              <a:buChar char="•"/>
            </a:pPr>
            <a:r>
              <a:rPr lang="en-US" sz="2400">
                <a:solidFill>
                  <a:schemeClr val="dk1"/>
                </a:solidFill>
                <a:latin typeface="Cambria"/>
                <a:ea typeface="Cambria"/>
                <a:cs typeface="Cambria"/>
                <a:sym typeface="Cambria"/>
              </a:rPr>
              <a:t>By studying the fossils found in individual rock layers, scientists can determine the approximate age of each fossil.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2"/>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366" name="Google Shape;366;p42"/>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F2A900"/>
              </a:buClr>
              <a:buSzPts val="2800"/>
              <a:buFont typeface="Cambria"/>
              <a:buNone/>
            </a:pPr>
            <a:r>
              <a:rPr b="1" lang="en-US" sz="2800">
                <a:solidFill>
                  <a:srgbClr val="F2A900"/>
                </a:solidFill>
                <a:latin typeface="Cambria"/>
                <a:ea typeface="Cambria"/>
                <a:cs typeface="Cambria"/>
                <a:sym typeface="Cambria"/>
              </a:rPr>
              <a:t>Geological and Fossil Evidence</a:t>
            </a:r>
            <a:endParaRPr/>
          </a:p>
        </p:txBody>
      </p:sp>
      <p:sp>
        <p:nvSpPr>
          <p:cNvPr id="367" name="Google Shape;367;p42"/>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8 Lesson 1</a:t>
            </a:r>
            <a:endParaRPr/>
          </a:p>
        </p:txBody>
      </p:sp>
      <p:sp>
        <p:nvSpPr>
          <p:cNvPr id="368" name="Google Shape;368;p42"/>
          <p:cNvSpPr txBox="1"/>
          <p:nvPr/>
        </p:nvSpPr>
        <p:spPr>
          <a:xfrm>
            <a:off x="311099" y="3779832"/>
            <a:ext cx="8620607" cy="26776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cap="none">
                <a:solidFill>
                  <a:schemeClr val="dk1"/>
                </a:solidFill>
                <a:latin typeface="Cambria"/>
                <a:ea typeface="Cambria"/>
                <a:cs typeface="Cambria"/>
                <a:sym typeface="Cambria"/>
              </a:rPr>
              <a:t>EXPLAIN</a:t>
            </a:r>
            <a:endParaRPr/>
          </a:p>
          <a:p>
            <a:pPr indent="0" lvl="0" marL="0" marR="0" rtl="0" algn="l">
              <a:spcBef>
                <a:spcPts val="0"/>
              </a:spcBef>
              <a:spcAft>
                <a:spcPts val="0"/>
              </a:spcAft>
              <a:buNone/>
            </a:pPr>
            <a:r>
              <a:t/>
            </a:r>
            <a:endParaRPr b="1" sz="2400" cap="none">
              <a:solidFill>
                <a:schemeClr val="dk1"/>
              </a:solidFill>
              <a:latin typeface="Cambria"/>
              <a:ea typeface="Cambria"/>
              <a:cs typeface="Cambria"/>
              <a:sym typeface="Cambria"/>
            </a:endParaRPr>
          </a:p>
          <a:p>
            <a:pPr indent="0" lvl="0" marL="0" marR="0" rtl="0" algn="l">
              <a:spcBef>
                <a:spcPts val="0"/>
              </a:spcBef>
              <a:spcAft>
                <a:spcPts val="0"/>
              </a:spcAft>
              <a:buNone/>
            </a:pPr>
            <a:r>
              <a:rPr b="1" lang="en-US" sz="2400">
                <a:solidFill>
                  <a:schemeClr val="dk1"/>
                </a:solidFill>
                <a:latin typeface="Cambria"/>
                <a:ea typeface="Cambria"/>
                <a:cs typeface="Cambria"/>
                <a:sym typeface="Cambria"/>
              </a:rPr>
              <a:t>Look at the </a:t>
            </a:r>
            <a:r>
              <a:rPr b="1" i="1" lang="en-US" sz="2400">
                <a:solidFill>
                  <a:schemeClr val="dk1"/>
                </a:solidFill>
                <a:latin typeface="Cambria"/>
                <a:ea typeface="Cambria"/>
                <a:cs typeface="Cambria"/>
                <a:sym typeface="Cambria"/>
              </a:rPr>
              <a:t>Archaeopteryx</a:t>
            </a:r>
            <a:r>
              <a:rPr b="1" lang="en-US" sz="2400">
                <a:solidFill>
                  <a:schemeClr val="dk1"/>
                </a:solidFill>
                <a:latin typeface="Cambria"/>
                <a:ea typeface="Cambria"/>
                <a:cs typeface="Cambria"/>
                <a:sym typeface="Cambria"/>
              </a:rPr>
              <a:t> and chicken skulls. What are the similarities, and what are the differences? </a:t>
            </a:r>
            <a:endParaRPr/>
          </a:p>
          <a:p>
            <a:pPr indent="0" lvl="0" marL="0" marR="0" rtl="0" algn="l">
              <a:spcBef>
                <a:spcPts val="0"/>
              </a:spcBef>
              <a:spcAft>
                <a:spcPts val="0"/>
              </a:spcAft>
              <a:buNone/>
            </a:pPr>
            <a:r>
              <a:t/>
            </a:r>
            <a:endParaRPr b="1" sz="2400">
              <a:solidFill>
                <a:schemeClr val="dk1"/>
              </a:solidFill>
              <a:latin typeface="Cambria"/>
              <a:ea typeface="Cambria"/>
              <a:cs typeface="Cambria"/>
              <a:sym typeface="Cambria"/>
            </a:endParaRPr>
          </a:p>
          <a:p>
            <a:pPr indent="0" lvl="0" marL="0" marR="0" rtl="0" algn="l">
              <a:spcBef>
                <a:spcPts val="0"/>
              </a:spcBef>
              <a:spcAft>
                <a:spcPts val="0"/>
              </a:spcAft>
              <a:buNone/>
            </a:pPr>
            <a:r>
              <a:rPr b="1" lang="en-US" sz="2400">
                <a:solidFill>
                  <a:schemeClr val="dk1"/>
                </a:solidFill>
                <a:latin typeface="Cambria"/>
                <a:ea typeface="Cambria"/>
                <a:cs typeface="Cambria"/>
                <a:sym typeface="Cambria"/>
              </a:rPr>
              <a:t>How does the fossil evidence support the idea that birds share a common ancestor with dinosaurs?</a:t>
            </a:r>
            <a:endParaRPr/>
          </a:p>
        </p:txBody>
      </p:sp>
      <p:pic>
        <p:nvPicPr>
          <p:cNvPr descr="A drawing of a person&#10;&#10;Description automatically generated" id="369" name="Google Shape;369;p42"/>
          <p:cNvPicPr preferRelativeResize="0"/>
          <p:nvPr/>
        </p:nvPicPr>
        <p:blipFill rotWithShape="1">
          <a:blip r:embed="rId3">
            <a:alphaModFix/>
          </a:blip>
          <a:srcRect b="0" l="0" r="0" t="0"/>
          <a:stretch/>
        </p:blipFill>
        <p:spPr>
          <a:xfrm>
            <a:off x="8457361" y="286314"/>
            <a:ext cx="474345" cy="526415"/>
          </a:xfrm>
          <a:prstGeom prst="rect">
            <a:avLst/>
          </a:prstGeom>
          <a:noFill/>
          <a:ln>
            <a:noFill/>
          </a:ln>
        </p:spPr>
      </p:pic>
      <p:pic>
        <p:nvPicPr>
          <p:cNvPr descr="A close up of a reptile&#10;&#10;Description automatically generated" id="370" name="Google Shape;370;p42"/>
          <p:cNvPicPr preferRelativeResize="0"/>
          <p:nvPr/>
        </p:nvPicPr>
        <p:blipFill rotWithShape="1">
          <a:blip r:embed="rId4">
            <a:alphaModFix/>
          </a:blip>
          <a:srcRect b="0" l="0" r="0" t="0"/>
          <a:stretch/>
        </p:blipFill>
        <p:spPr>
          <a:xfrm>
            <a:off x="4775542" y="886390"/>
            <a:ext cx="3570209" cy="2677657"/>
          </a:xfrm>
          <a:prstGeom prst="rect">
            <a:avLst/>
          </a:prstGeom>
          <a:noFill/>
          <a:ln>
            <a:noFill/>
          </a:ln>
        </p:spPr>
      </p:pic>
      <p:pic>
        <p:nvPicPr>
          <p:cNvPr descr="A picture containing food, table, indoor, sitting&#10;&#10;Description automatically generated" id="371" name="Google Shape;371;p42"/>
          <p:cNvPicPr preferRelativeResize="0"/>
          <p:nvPr/>
        </p:nvPicPr>
        <p:blipFill rotWithShape="1">
          <a:blip r:embed="rId5">
            <a:alphaModFix/>
          </a:blip>
          <a:srcRect b="0" l="0" r="0" t="0"/>
          <a:stretch/>
        </p:blipFill>
        <p:spPr>
          <a:xfrm>
            <a:off x="798251" y="886391"/>
            <a:ext cx="3570209" cy="2677657"/>
          </a:xfrm>
          <a:prstGeom prst="rect">
            <a:avLst/>
          </a:prstGeom>
          <a:noFill/>
          <a:ln>
            <a:noFill/>
          </a:ln>
        </p:spPr>
      </p:pic>
      <p:sp>
        <p:nvSpPr>
          <p:cNvPr id="372" name="Google Shape;372;p42"/>
          <p:cNvSpPr/>
          <p:nvPr/>
        </p:nvSpPr>
        <p:spPr>
          <a:xfrm>
            <a:off x="1139303" y="3487274"/>
            <a:ext cx="2834302"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US" sz="1800">
                <a:solidFill>
                  <a:srgbClr val="55595B"/>
                </a:solidFill>
                <a:latin typeface="Cambria"/>
                <a:ea typeface="Cambria"/>
                <a:cs typeface="Cambria"/>
                <a:sym typeface="Cambria"/>
              </a:rPr>
              <a:t>Archaeopteryx </a:t>
            </a:r>
            <a:r>
              <a:rPr lang="en-US" sz="1800">
                <a:solidFill>
                  <a:srgbClr val="55595B"/>
                </a:solidFill>
                <a:latin typeface="Cambria"/>
                <a:ea typeface="Cambria"/>
                <a:cs typeface="Cambria"/>
                <a:sym typeface="Cambria"/>
              </a:rPr>
              <a:t>skull replica</a:t>
            </a:r>
            <a:endParaRPr sz="1800">
              <a:solidFill>
                <a:schemeClr val="dk1"/>
              </a:solidFill>
              <a:latin typeface="Cambria"/>
              <a:ea typeface="Cambria"/>
              <a:cs typeface="Cambria"/>
              <a:sym typeface="Cambria"/>
            </a:endParaRPr>
          </a:p>
        </p:txBody>
      </p:sp>
      <p:sp>
        <p:nvSpPr>
          <p:cNvPr id="373" name="Google Shape;373;p42"/>
          <p:cNvSpPr/>
          <p:nvPr/>
        </p:nvSpPr>
        <p:spPr>
          <a:xfrm>
            <a:off x="5796114" y="3522010"/>
            <a:ext cx="1501950"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55595B"/>
                </a:solidFill>
                <a:latin typeface="Cambria"/>
                <a:ea typeface="Cambria"/>
                <a:cs typeface="Cambria"/>
                <a:sym typeface="Cambria"/>
              </a:rPr>
              <a:t>Chicken Skull</a:t>
            </a:r>
            <a:endParaRPr sz="1800">
              <a:solidFill>
                <a:schemeClr val="dk1"/>
              </a:solidFill>
              <a:latin typeface="Cambria"/>
              <a:ea typeface="Cambria"/>
              <a:cs typeface="Cambria"/>
              <a:sym typeface="Cambri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3"/>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381" name="Google Shape;381;p43"/>
          <p:cNvSpPr txBox="1"/>
          <p:nvPr/>
        </p:nvSpPr>
        <p:spPr>
          <a:xfrm>
            <a:off x="311099" y="218582"/>
            <a:ext cx="8561967" cy="628040"/>
          </a:xfrm>
          <a:prstGeom prst="rect">
            <a:avLst/>
          </a:prstGeom>
          <a:noFill/>
          <a:ln>
            <a:noFill/>
          </a:ln>
        </p:spPr>
        <p:txBody>
          <a:bodyPr anchorCtr="0" anchor="t" bIns="45700" lIns="0" spcFirstLastPara="1" rIns="0" wrap="square" tIns="45700">
            <a:noAutofit/>
          </a:bodyPr>
          <a:lstStyle/>
          <a:p>
            <a:pPr indent="0" lvl="0" marL="0" marR="0" rtl="0" algn="l">
              <a:spcBef>
                <a:spcPts val="0"/>
              </a:spcBef>
              <a:spcAft>
                <a:spcPts val="0"/>
              </a:spcAft>
              <a:buClr>
                <a:srgbClr val="7030A0"/>
              </a:buClr>
              <a:buSzPts val="2800"/>
              <a:buFont typeface="Cambria"/>
              <a:buNone/>
            </a:pPr>
            <a:r>
              <a:rPr b="1" lang="en-US" sz="2800">
                <a:solidFill>
                  <a:srgbClr val="7030A0"/>
                </a:solidFill>
                <a:latin typeface="Cambria"/>
                <a:ea typeface="Cambria"/>
                <a:cs typeface="Cambria"/>
                <a:sym typeface="Cambria"/>
              </a:rPr>
              <a:t>Continue Your Exploration</a:t>
            </a:r>
            <a:endParaRPr/>
          </a:p>
        </p:txBody>
      </p:sp>
      <p:sp>
        <p:nvSpPr>
          <p:cNvPr id="382" name="Google Shape;382;p43"/>
          <p:cNvSpPr/>
          <p:nvPr/>
        </p:nvSpPr>
        <p:spPr>
          <a:xfrm>
            <a:off x="2286000" y="3013502"/>
            <a:ext cx="4572000" cy="83099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br>
              <a:rPr lang="en-US" sz="2400">
                <a:solidFill>
                  <a:schemeClr val="dk1"/>
                </a:solidFill>
                <a:latin typeface="Times New Roman"/>
                <a:ea typeface="Times New Roman"/>
                <a:cs typeface="Times New Roman"/>
                <a:sym typeface="Times New Roman"/>
              </a:rPr>
            </a:br>
            <a:endParaRPr sz="2400">
              <a:solidFill>
                <a:schemeClr val="dk1"/>
              </a:solidFill>
              <a:latin typeface="Times New Roman"/>
              <a:ea typeface="Times New Roman"/>
              <a:cs typeface="Times New Roman"/>
              <a:sym typeface="Times New Roman"/>
            </a:endParaRPr>
          </a:p>
        </p:txBody>
      </p:sp>
      <p:sp>
        <p:nvSpPr>
          <p:cNvPr id="383" name="Google Shape;383;p43"/>
          <p:cNvSpPr/>
          <p:nvPr/>
        </p:nvSpPr>
        <p:spPr>
          <a:xfrm>
            <a:off x="175631" y="1461738"/>
            <a:ext cx="8832901" cy="3046988"/>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400">
                <a:solidFill>
                  <a:schemeClr val="dk1"/>
                </a:solidFill>
                <a:latin typeface="Cambria"/>
                <a:ea typeface="Cambria"/>
                <a:cs typeface="Cambria"/>
                <a:sym typeface="Cambria"/>
              </a:rPr>
              <a:t>Choose one of the paths below to continue your exploration:</a:t>
            </a:r>
            <a:endParaRPr/>
          </a:p>
          <a:p>
            <a:pPr indent="0" lvl="0" marL="0" marR="0" rtl="0" algn="ctr">
              <a:spcBef>
                <a:spcPts val="0"/>
              </a:spcBef>
              <a:spcAft>
                <a:spcPts val="0"/>
              </a:spcAft>
              <a:buNone/>
            </a:pPr>
            <a:r>
              <a:t/>
            </a:r>
            <a:endParaRPr b="1" sz="2400">
              <a:solidFill>
                <a:schemeClr val="dk1"/>
              </a:solidFill>
              <a:latin typeface="Cambria"/>
              <a:ea typeface="Cambria"/>
              <a:cs typeface="Cambria"/>
              <a:sym typeface="Cambria"/>
            </a:endParaRPr>
          </a:p>
          <a:p>
            <a:pPr indent="0" lvl="0" marL="0" marR="0" rtl="0" algn="l">
              <a:spcBef>
                <a:spcPts val="0"/>
              </a:spcBef>
              <a:spcAft>
                <a:spcPts val="0"/>
              </a:spcAft>
              <a:buNone/>
            </a:pPr>
            <a:r>
              <a:t/>
            </a:r>
            <a:endParaRPr b="1" sz="2400">
              <a:solidFill>
                <a:schemeClr val="dk1"/>
              </a:solidFill>
              <a:latin typeface="Cambria"/>
              <a:ea typeface="Cambria"/>
              <a:cs typeface="Cambria"/>
              <a:sym typeface="Cambria"/>
            </a:endParaRPr>
          </a:p>
          <a:p>
            <a:pPr indent="-152400" lvl="0" marL="127000" marR="0" rtl="0" algn="l">
              <a:spcBef>
                <a:spcPts val="0"/>
              </a:spcBef>
              <a:spcAft>
                <a:spcPts val="0"/>
              </a:spcAft>
              <a:buClr>
                <a:schemeClr val="dk1"/>
              </a:buClr>
              <a:buSzPts val="2400"/>
              <a:buFont typeface="Arial"/>
              <a:buChar char="•"/>
            </a:pPr>
            <a:r>
              <a:rPr b="1" lang="en-US" sz="2400">
                <a:solidFill>
                  <a:schemeClr val="dk1"/>
                </a:solidFill>
                <a:latin typeface="Cambria"/>
                <a:ea typeface="Cambria"/>
                <a:cs typeface="Cambria"/>
                <a:sym typeface="Cambria"/>
              </a:rPr>
              <a:t>Radiometric Dating</a:t>
            </a:r>
            <a:endParaRPr/>
          </a:p>
          <a:p>
            <a:pPr indent="0" lvl="0" marL="127000" marR="0" rtl="0" algn="l">
              <a:spcBef>
                <a:spcPts val="0"/>
              </a:spcBef>
              <a:spcAft>
                <a:spcPts val="0"/>
              </a:spcAft>
              <a:buClr>
                <a:schemeClr val="dk1"/>
              </a:buClr>
              <a:buSzPts val="2400"/>
              <a:buFont typeface="Arial"/>
              <a:buNone/>
            </a:pPr>
            <a:r>
              <a:t/>
            </a:r>
            <a:endParaRPr b="1" sz="2400">
              <a:solidFill>
                <a:schemeClr val="dk1"/>
              </a:solidFill>
              <a:latin typeface="Cambria"/>
              <a:ea typeface="Cambria"/>
              <a:cs typeface="Cambria"/>
              <a:sym typeface="Cambria"/>
            </a:endParaRPr>
          </a:p>
          <a:p>
            <a:pPr indent="-152400" lvl="0" marL="127000" marR="0" rtl="0" algn="l">
              <a:spcBef>
                <a:spcPts val="0"/>
              </a:spcBef>
              <a:spcAft>
                <a:spcPts val="0"/>
              </a:spcAft>
              <a:buClr>
                <a:schemeClr val="dk1"/>
              </a:buClr>
              <a:buSzPts val="2400"/>
              <a:buFont typeface="Arial"/>
              <a:buChar char="•"/>
            </a:pPr>
            <a:r>
              <a:rPr b="1" lang="en-US" sz="2400">
                <a:solidFill>
                  <a:schemeClr val="dk1"/>
                </a:solidFill>
                <a:latin typeface="Cambria"/>
                <a:ea typeface="Cambria"/>
                <a:cs typeface="Cambria"/>
                <a:sym typeface="Cambria"/>
              </a:rPr>
              <a:t>Career: Evolutionary Biologist</a:t>
            </a:r>
            <a:endParaRPr/>
          </a:p>
          <a:p>
            <a:pPr indent="0" lvl="0" marL="127000" marR="0" rtl="0" algn="l">
              <a:spcBef>
                <a:spcPts val="0"/>
              </a:spcBef>
              <a:spcAft>
                <a:spcPts val="0"/>
              </a:spcAft>
              <a:buClr>
                <a:schemeClr val="dk1"/>
              </a:buClr>
              <a:buSzPts val="2400"/>
              <a:buFont typeface="Arial"/>
              <a:buNone/>
            </a:pPr>
            <a:r>
              <a:t/>
            </a:r>
            <a:endParaRPr b="1" sz="2400">
              <a:solidFill>
                <a:schemeClr val="dk1"/>
              </a:solidFill>
              <a:latin typeface="Cambria"/>
              <a:ea typeface="Cambria"/>
              <a:cs typeface="Cambria"/>
              <a:sym typeface="Cambria"/>
            </a:endParaRPr>
          </a:p>
          <a:p>
            <a:pPr indent="-152400" lvl="0" marL="127000" marR="0" rtl="0" algn="l">
              <a:spcBef>
                <a:spcPts val="0"/>
              </a:spcBef>
              <a:spcAft>
                <a:spcPts val="0"/>
              </a:spcAft>
              <a:buClr>
                <a:schemeClr val="dk1"/>
              </a:buClr>
              <a:buSzPts val="2400"/>
              <a:buFont typeface="Arial"/>
              <a:buChar char="•"/>
            </a:pPr>
            <a:r>
              <a:rPr b="1" lang="en-US" sz="2400">
                <a:solidFill>
                  <a:schemeClr val="dk1"/>
                </a:solidFill>
                <a:latin typeface="Cambria"/>
                <a:ea typeface="Cambria"/>
                <a:cs typeface="Cambria"/>
                <a:sym typeface="Cambria"/>
              </a:rPr>
              <a:t>Whale Evolution</a:t>
            </a:r>
            <a:endParaRPr/>
          </a:p>
        </p:txBody>
      </p:sp>
      <p:sp>
        <p:nvSpPr>
          <p:cNvPr id="384" name="Google Shape;384;p43"/>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8 Lesson 1</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44"/>
          <p:cNvSpPr txBox="1"/>
          <p:nvPr>
            <p:ph type="title"/>
          </p:nvPr>
        </p:nvSpPr>
        <p:spPr>
          <a:xfrm>
            <a:off x="311100" y="286314"/>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solidFill>
                  <a:srgbClr val="F2A900"/>
                </a:solidFill>
                <a:latin typeface="Cambria"/>
                <a:ea typeface="Cambria"/>
                <a:cs typeface="Cambria"/>
                <a:sym typeface="Cambria"/>
              </a:rPr>
              <a:t>Can You Explain It?</a:t>
            </a:r>
            <a:endParaRPr/>
          </a:p>
        </p:txBody>
      </p:sp>
      <p:sp>
        <p:nvSpPr>
          <p:cNvPr id="392" name="Google Shape;392;p44"/>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393" name="Google Shape;393;p44"/>
          <p:cNvSpPr txBox="1"/>
          <p:nvPr/>
        </p:nvSpPr>
        <p:spPr>
          <a:xfrm>
            <a:off x="7298064" y="-55968"/>
            <a:ext cx="125867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mbria"/>
                <a:ea typeface="Cambria"/>
                <a:cs typeface="Cambria"/>
                <a:sym typeface="Cambria"/>
              </a:rPr>
              <a:t>Unit 8 Lesson 1</a:t>
            </a:r>
            <a:endParaRPr/>
          </a:p>
        </p:txBody>
      </p:sp>
      <p:sp>
        <p:nvSpPr>
          <p:cNvPr id="394" name="Google Shape;394;p44"/>
          <p:cNvSpPr/>
          <p:nvPr/>
        </p:nvSpPr>
        <p:spPr>
          <a:xfrm>
            <a:off x="409906" y="1631046"/>
            <a:ext cx="8521800" cy="304698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Cambria"/>
                <a:ea typeface="Cambria"/>
                <a:cs typeface="Cambria"/>
                <a:sym typeface="Cambria"/>
              </a:rPr>
              <a:t>What evolutionary evidence supports the conclusion that chickens and other modern birds are descendants of dinosaurs? </a:t>
            </a:r>
            <a:endParaRPr/>
          </a:p>
          <a:p>
            <a:pPr indent="0" lvl="0" marL="0" marR="0" rtl="0" algn="l">
              <a:spcBef>
                <a:spcPts val="0"/>
              </a:spcBef>
              <a:spcAft>
                <a:spcPts val="0"/>
              </a:spcAft>
              <a:buNone/>
            </a:pPr>
            <a:r>
              <a:t/>
            </a:r>
            <a:endParaRPr b="1" sz="2400">
              <a:solidFill>
                <a:schemeClr val="dk1"/>
              </a:solidFill>
              <a:latin typeface="Cambria"/>
              <a:ea typeface="Cambria"/>
              <a:cs typeface="Cambria"/>
              <a:sym typeface="Cambria"/>
            </a:endParaRPr>
          </a:p>
          <a:p>
            <a:pPr indent="0" lvl="0" marL="0" marR="0" rtl="0" algn="ctr">
              <a:spcBef>
                <a:spcPts val="0"/>
              </a:spcBef>
              <a:spcAft>
                <a:spcPts val="0"/>
              </a:spcAft>
              <a:buNone/>
            </a:pPr>
            <a:r>
              <a:rPr lang="en-US" sz="2400">
                <a:solidFill>
                  <a:schemeClr val="dk1"/>
                </a:solidFill>
                <a:latin typeface="Cambria"/>
                <a:ea typeface="Cambria"/>
                <a:cs typeface="Cambria"/>
                <a:sym typeface="Cambria"/>
              </a:rPr>
              <a:t>Refer to the notes in your Evidence Notebook and write a short explanatory text that cites specific evidence from this lesson about lines of evidence for evolution to support your claim, and explain your reasoning.</a:t>
            </a:r>
            <a:endParaRPr sz="2300">
              <a:solidFill>
                <a:schemeClr val="dk1"/>
              </a:solidFill>
              <a:latin typeface="Cambria"/>
              <a:ea typeface="Cambria"/>
              <a:cs typeface="Cambria"/>
              <a:sym typeface="Cambria"/>
            </a:endParaRPr>
          </a:p>
        </p:txBody>
      </p:sp>
      <p:pic>
        <p:nvPicPr>
          <p:cNvPr descr="A drawing of a person&#10;&#10;Description automatically generated" id="395" name="Google Shape;395;p44"/>
          <p:cNvPicPr preferRelativeResize="0"/>
          <p:nvPr/>
        </p:nvPicPr>
        <p:blipFill rotWithShape="1">
          <a:blip r:embed="rId3">
            <a:alphaModFix/>
          </a:blip>
          <a:srcRect b="0" l="0" r="0" t="0"/>
          <a:stretch/>
        </p:blipFill>
        <p:spPr>
          <a:xfrm>
            <a:off x="8457361" y="286314"/>
            <a:ext cx="474345" cy="52641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5"/>
          <p:cNvSpPr txBox="1"/>
          <p:nvPr>
            <p:ph type="title"/>
          </p:nvPr>
        </p:nvSpPr>
        <p:spPr>
          <a:xfrm>
            <a:off x="457200" y="318213"/>
            <a:ext cx="8229600" cy="628040"/>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rgbClr val="F2A900"/>
              </a:buClr>
              <a:buSzPts val="2800"/>
              <a:buFont typeface="Cambria"/>
              <a:buNone/>
            </a:pPr>
            <a:r>
              <a:rPr lang="en-US"/>
              <a:t>Image Credits</a:t>
            </a:r>
            <a:endParaRPr/>
          </a:p>
        </p:txBody>
      </p:sp>
      <p:sp>
        <p:nvSpPr>
          <p:cNvPr id="401" name="Google Shape;401;p45"/>
          <p:cNvSpPr txBox="1"/>
          <p:nvPr>
            <p:ph idx="1" type="body"/>
          </p:nvPr>
        </p:nvSpPr>
        <p:spPr>
          <a:xfrm>
            <a:off x="457200" y="1151692"/>
            <a:ext cx="8229600" cy="4799741"/>
          </a:xfrm>
          <a:prstGeom prst="rect">
            <a:avLst/>
          </a:prstGeom>
          <a:noFill/>
          <a:ln>
            <a:noFill/>
          </a:ln>
        </p:spPr>
        <p:txBody>
          <a:bodyPr anchorCtr="0" anchor="t" bIns="45700" lIns="0" spcFirstLastPara="1" rIns="0" wrap="square" tIns="45700">
            <a:noAutofit/>
          </a:bodyPr>
          <a:lstStyle/>
          <a:p>
            <a:pPr indent="0" lvl="0" marL="0" rtl="0" algn="l">
              <a:spcBef>
                <a:spcPts val="0"/>
              </a:spcBef>
              <a:spcAft>
                <a:spcPts val="0"/>
              </a:spcAft>
              <a:buClr>
                <a:schemeClr val="dk1"/>
              </a:buClr>
              <a:buSzPts val="2400"/>
              <a:buNone/>
            </a:pPr>
            <a:r>
              <a:rPr b="1" lang="en-US"/>
              <a:t>Unit 8 Lesson 1</a:t>
            </a:r>
            <a:endParaRPr/>
          </a:p>
          <a:p>
            <a:pPr indent="0" lvl="0" marL="0" rtl="0" algn="l">
              <a:spcBef>
                <a:spcPts val="0"/>
              </a:spcBef>
              <a:spcAft>
                <a:spcPts val="0"/>
              </a:spcAft>
              <a:buClr>
                <a:schemeClr val="dk1"/>
              </a:buClr>
              <a:buSzPts val="2400"/>
              <a:buNone/>
            </a:pPr>
            <a:r>
              <a:t/>
            </a:r>
            <a:endParaRPr b="1"/>
          </a:p>
          <a:p>
            <a:pPr indent="0" lvl="0" marL="0" rtl="0" algn="l">
              <a:spcBef>
                <a:spcPts val="0"/>
              </a:spcBef>
              <a:spcAft>
                <a:spcPts val="0"/>
              </a:spcAft>
              <a:buClr>
                <a:schemeClr val="dk1"/>
              </a:buClr>
              <a:buSzPts val="2400"/>
              <a:buNone/>
            </a:pPr>
            <a:r>
              <a:rPr i="1" lang="en-US"/>
              <a:t>rooster</a:t>
            </a:r>
            <a:r>
              <a:rPr lang="en-US"/>
              <a:t> ©schankz/Fotolia; </a:t>
            </a:r>
            <a:r>
              <a:rPr i="1" lang="en-US"/>
              <a:t>scientists researching zebra fish</a:t>
            </a:r>
            <a:r>
              <a:rPr lang="en-US"/>
              <a:t> ©Toronto Star/Vince Talotta/Getty Images; </a:t>
            </a:r>
            <a:r>
              <a:rPr i="1" lang="en-US"/>
              <a:t>X-ray of human hands</a:t>
            </a:r>
            <a:r>
              <a:rPr lang="en-US"/>
              <a:t> ©domin_domin/iStockPhoto.com; </a:t>
            </a:r>
            <a:r>
              <a:rPr i="1" lang="en-US"/>
              <a:t>X-ray of bat</a:t>
            </a:r>
            <a:r>
              <a:rPr lang="en-US"/>
              <a:t> ©Nick Veasey/Getty Images; </a:t>
            </a:r>
            <a:r>
              <a:rPr i="1" lang="en-US"/>
              <a:t>X-ray of dog's paws</a:t>
            </a:r>
            <a:r>
              <a:rPr lang="en-US"/>
              <a:t> ©Irina Alyakina/Fotolia; </a:t>
            </a:r>
            <a:r>
              <a:rPr i="1" lang="en-US"/>
              <a:t>macaw</a:t>
            </a:r>
            <a:r>
              <a:rPr lang="en-US"/>
              <a:t> ©Peter Schoen/Moment/Getty Images; </a:t>
            </a:r>
            <a:r>
              <a:rPr i="1" lang="en-US"/>
              <a:t>dragonfly</a:t>
            </a:r>
            <a:r>
              <a:rPr lang="en-US"/>
              <a:t> ©asfloro/Fotolia; </a:t>
            </a:r>
            <a:r>
              <a:rPr i="1" lang="en-US"/>
              <a:t>Archaeopteryx skull</a:t>
            </a:r>
            <a:r>
              <a:rPr lang="en-US"/>
              <a:t> ©Natural Visions/Heather Angel/Alamy; </a:t>
            </a:r>
            <a:r>
              <a:rPr i="1" lang="en-US"/>
              <a:t>chicken skull</a:t>
            </a:r>
            <a:r>
              <a:rPr lang="en-US"/>
              <a:t> ©danilo ducak/Shutterstock; </a:t>
            </a:r>
            <a:r>
              <a:rPr i="1" lang="en-US"/>
              <a:t>Archaeopteryx fossil</a:t>
            </a:r>
            <a:r>
              <a:rPr lang="en-US"/>
              <a:t> ©Naturfoto Honal/Corbis Documentary/Getty Images</a:t>
            </a:r>
            <a:endParaRPr b="1"/>
          </a:p>
          <a:p>
            <a:pPr indent="0" lvl="0" marL="0" rtl="0" algn="l">
              <a:spcBef>
                <a:spcPts val="0"/>
              </a:spcBef>
              <a:spcAft>
                <a:spcPts val="0"/>
              </a:spcAft>
              <a:buClr>
                <a:schemeClr val="dk1"/>
              </a:buClr>
              <a:buSzPts val="2400"/>
              <a:buNone/>
            </a:pPr>
            <a:r>
              <a:t/>
            </a:r>
            <a:endParaRPr b="1" i="1"/>
          </a:p>
        </p:txBody>
      </p:sp>
      <p:sp>
        <p:nvSpPr>
          <p:cNvPr id="402" name="Google Shape;402;p45"/>
          <p:cNvSpPr txBox="1"/>
          <p:nvPr>
            <p:ph idx="12" type="sldNum"/>
          </p:nvPr>
        </p:nvSpPr>
        <p:spPr>
          <a:xfrm>
            <a:off x="457200" y="6375025"/>
            <a:ext cx="682103" cy="365125"/>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HMH_PPT_TemplateF">
  <a:themeElements>
    <a:clrScheme name="HMH">
      <a:dk1>
        <a:srgbClr val="54585A"/>
      </a:dk1>
      <a:lt1>
        <a:srgbClr val="FFFFFF"/>
      </a:lt1>
      <a:dk2>
        <a:srgbClr val="F2A900"/>
      </a:dk2>
      <a:lt2>
        <a:srgbClr val="898D8D"/>
      </a:lt2>
      <a:accent1>
        <a:srgbClr val="6F83C1"/>
      </a:accent1>
      <a:accent2>
        <a:srgbClr val="CE3D95"/>
      </a:accent2>
      <a:accent3>
        <a:srgbClr val="00A8C8"/>
      </a:accent3>
      <a:accent4>
        <a:srgbClr val="EF4E45"/>
      </a:accent4>
      <a:accent5>
        <a:srgbClr val="B2B935"/>
      </a:accent5>
      <a:accent6>
        <a:srgbClr val="ED2C67"/>
      </a:accent6>
      <a:hlink>
        <a:srgbClr val="F48132"/>
      </a:hlink>
      <a:folHlink>
        <a:srgbClr val="72BE4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