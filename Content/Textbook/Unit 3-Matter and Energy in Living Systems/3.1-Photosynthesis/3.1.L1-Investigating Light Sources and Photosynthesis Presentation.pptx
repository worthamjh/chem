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embeddedFontLst>
    <p:embeddedFont>
      <p:font typeface="Londrina Solid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ondrinaSoli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ondrina Solid"/>
              <a:buNone/>
              <a:defRPr sz="36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ndrina Solid"/>
              <a:buChar char="●"/>
              <a:defRPr sz="1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0967" l="5484" r="5484" t="0"/>
          <a:stretch/>
        </p:blipFill>
        <p:spPr>
          <a:xfrm>
            <a:off x="0" y="0"/>
            <a:ext cx="1470425" cy="1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-770" l="0" r="0" t="770"/>
          <a:stretch/>
        </p:blipFill>
        <p:spPr>
          <a:xfrm>
            <a:off x="7968725" y="36250"/>
            <a:ext cx="975250" cy="13745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Investigating Light Sources and Photosynthesis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versity City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