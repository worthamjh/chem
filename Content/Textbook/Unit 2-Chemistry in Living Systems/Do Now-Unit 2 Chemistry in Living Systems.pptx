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Londrina Solid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ndrinaSolid-regular.fnt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205cf641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0205cf64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011e6ef4cd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011e6ef4c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6e904ad5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6e904ad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93fa03352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93fa0335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a452efd3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a452efd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536622"/>
            <a:ext cx="85206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What are the three particles that make up an atom? What are their charges?</a:t>
            </a:r>
            <a:endParaRPr sz="2400"/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11700" y="4096047"/>
            <a:ext cx="85206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What are two types of bonds? How are they similar, how are they different?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536627"/>
            <a:ext cx="85206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1034900" y="7457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3206324"/>
            <a:ext cx="8520600" cy="26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536630"/>
            <a:ext cx="85206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4052550"/>
            <a:ext cx="8520600" cy="17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536631"/>
            <a:ext cx="85206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3759870"/>
            <a:ext cx="8520600" cy="24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