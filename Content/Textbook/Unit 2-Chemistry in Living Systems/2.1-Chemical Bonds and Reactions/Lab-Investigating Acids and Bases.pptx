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Londrina Solid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ondrinaSoli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Acids and Bases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