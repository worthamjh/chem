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Londrina Solid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ondrinaSolid-regular.fnt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f06005dc3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f06005dc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31c5adf7a71_1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31c5adf7a7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31ca5d5b1a9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31ca5d5b1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8" name="Shape 3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9" name="Google Shape;3719;g31f175746e9_0_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0" name="Google Shape;3720;g31f175746e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ondrina Solid"/>
              <a:buNone/>
              <a:defRPr sz="36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ndrina Solid"/>
              <a:buChar char="●"/>
              <a:defRPr sz="1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0967" l="5484" r="5484" t="0"/>
          <a:stretch/>
        </p:blipFill>
        <p:spPr>
          <a:xfrm>
            <a:off x="0" y="0"/>
            <a:ext cx="1470425" cy="1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-770" l="0" r="0" t="770"/>
          <a:stretch/>
        </p:blipFill>
        <p:spPr>
          <a:xfrm>
            <a:off x="7968725" y="36250"/>
            <a:ext cx="975250" cy="13745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4"/>
          <p:cNvGrpSpPr/>
          <p:nvPr/>
        </p:nvGrpSpPr>
        <p:grpSpPr>
          <a:xfrm>
            <a:off x="5365924" y="2783727"/>
            <a:ext cx="254390" cy="882950"/>
            <a:chOff x="7493386" y="3494502"/>
            <a:chExt cx="254390" cy="882950"/>
          </a:xfrm>
        </p:grpSpPr>
        <p:sp>
          <p:nvSpPr>
            <p:cNvPr id="63" name="Google Shape;63;p14"/>
            <p:cNvSpPr/>
            <p:nvPr/>
          </p:nvSpPr>
          <p:spPr>
            <a:xfrm>
              <a:off x="7493386" y="349450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7493386" y="413985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7493388" y="3611525"/>
              <a:ext cx="1257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622075" y="349450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7622075" y="413985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7622077" y="3611525"/>
              <a:ext cx="1257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551425" y="4270525"/>
              <a:ext cx="146100" cy="876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7551425" y="3523925"/>
              <a:ext cx="146100" cy="876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71" name="Google Shape;71;p14"/>
          <p:cNvSpPr/>
          <p:nvPr/>
        </p:nvSpPr>
        <p:spPr>
          <a:xfrm>
            <a:off x="1673300" y="4333200"/>
            <a:ext cx="288600" cy="66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72" name="Google Shape;72;p14"/>
          <p:cNvGrpSpPr/>
          <p:nvPr/>
        </p:nvGrpSpPr>
        <p:grpSpPr>
          <a:xfrm>
            <a:off x="869625" y="1346550"/>
            <a:ext cx="914400" cy="1675925"/>
            <a:chOff x="2012625" y="1628925"/>
            <a:chExt cx="914400" cy="1675925"/>
          </a:xfrm>
        </p:grpSpPr>
        <p:sp>
          <p:nvSpPr>
            <p:cNvPr id="73" name="Google Shape;7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7" name="Google Shape;7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78" name="Google Shape;7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0" name="Google Shape;8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1" name="Google Shape;8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" name="Google Shape;8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3" name="Google Shape;8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84" name="Google Shape;8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6" name="Google Shape;8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7" name="Google Shape;8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8" name="Google Shape;8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9" name="Google Shape;8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90" name="Google Shape;9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2" name="Google Shape;9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3" name="Google Shape;9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4" name="Google Shape;9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95" name="Google Shape;9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3106242" y="960047"/>
            <a:ext cx="406085" cy="748971"/>
            <a:chOff x="2012625" y="1628925"/>
            <a:chExt cx="914400" cy="1675925"/>
          </a:xfrm>
        </p:grpSpPr>
        <p:sp>
          <p:nvSpPr>
            <p:cNvPr id="99" name="Google Shape;9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03" name="Google Shape;10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04" name="Google Shape;10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6" name="Google Shape;10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7" name="Google Shape;10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8" name="Google Shape;10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9" name="Google Shape;10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10" name="Google Shape;11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2" name="Google Shape;11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3" name="Google Shape;11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4" name="Google Shape;11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5" name="Google Shape;11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16" name="Google Shape;11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8" name="Google Shape;11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9" name="Google Shape;11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0" name="Google Shape;12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21" name="Google Shape;12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24" name="Google Shape;124;p14"/>
          <p:cNvGrpSpPr/>
          <p:nvPr/>
        </p:nvGrpSpPr>
        <p:grpSpPr>
          <a:xfrm>
            <a:off x="3512317" y="960047"/>
            <a:ext cx="406085" cy="748971"/>
            <a:chOff x="2012625" y="1628925"/>
            <a:chExt cx="914400" cy="1675925"/>
          </a:xfrm>
        </p:grpSpPr>
        <p:sp>
          <p:nvSpPr>
            <p:cNvPr id="125" name="Google Shape;12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29" name="Google Shape;12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30" name="Google Shape;13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2" name="Google Shape;13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3" name="Google Shape;13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4" name="Google Shape;13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5" name="Google Shape;13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36" name="Google Shape;13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7" name="Google Shape;13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8" name="Google Shape;13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9" name="Google Shape;13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0" name="Google Shape;14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1" name="Google Shape;14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42" name="Google Shape;14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3" name="Google Shape;14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4" name="Google Shape;14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5" name="Google Shape;14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6" name="Google Shape;14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47" name="Google Shape;14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0" name="Google Shape;150;p14"/>
          <p:cNvGrpSpPr/>
          <p:nvPr/>
        </p:nvGrpSpPr>
        <p:grpSpPr>
          <a:xfrm>
            <a:off x="3918392" y="960047"/>
            <a:ext cx="406085" cy="748971"/>
            <a:chOff x="2012625" y="1628925"/>
            <a:chExt cx="914400" cy="1675925"/>
          </a:xfrm>
        </p:grpSpPr>
        <p:sp>
          <p:nvSpPr>
            <p:cNvPr id="151" name="Google Shape;15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55" name="Google Shape;15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56" name="Google Shape;15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58" name="Google Shape;15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59" name="Google Shape;15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0" name="Google Shape;16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1" name="Google Shape;16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62" name="Google Shape;16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4" name="Google Shape;16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5" name="Google Shape;16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6" name="Google Shape;16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7" name="Google Shape;16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68" name="Google Shape;16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0" name="Google Shape;17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1" name="Google Shape;17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2" name="Google Shape;17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73" name="Google Shape;17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76" name="Google Shape;176;p14"/>
          <p:cNvGrpSpPr/>
          <p:nvPr/>
        </p:nvGrpSpPr>
        <p:grpSpPr>
          <a:xfrm>
            <a:off x="4324467" y="960047"/>
            <a:ext cx="406085" cy="748971"/>
            <a:chOff x="2012625" y="1628925"/>
            <a:chExt cx="914400" cy="1675925"/>
          </a:xfrm>
        </p:grpSpPr>
        <p:sp>
          <p:nvSpPr>
            <p:cNvPr id="177" name="Google Shape;17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81" name="Google Shape;18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82" name="Google Shape;18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4" name="Google Shape;18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5" name="Google Shape;18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6" name="Google Shape;18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7" name="Google Shape;18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88" name="Google Shape;18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9" name="Google Shape;18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0" name="Google Shape;19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1" name="Google Shape;19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2" name="Google Shape;19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3" name="Google Shape;19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94" name="Google Shape;19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6" name="Google Shape;19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7" name="Google Shape;19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8" name="Google Shape;19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99" name="Google Shape;19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02" name="Google Shape;202;p14"/>
          <p:cNvGrpSpPr/>
          <p:nvPr/>
        </p:nvGrpSpPr>
        <p:grpSpPr>
          <a:xfrm flipH="1" rot="10800000">
            <a:off x="3106242" y="1709022"/>
            <a:ext cx="406085" cy="748971"/>
            <a:chOff x="2012625" y="1628925"/>
            <a:chExt cx="914400" cy="1675925"/>
          </a:xfrm>
        </p:grpSpPr>
        <p:sp>
          <p:nvSpPr>
            <p:cNvPr id="203" name="Google Shape;20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07" name="Google Shape;20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208" name="Google Shape;20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9" name="Google Shape;20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0" name="Google Shape;21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1" name="Google Shape;21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2" name="Google Shape;21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3" name="Google Shape;21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214" name="Google Shape;21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5" name="Google Shape;21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6" name="Google Shape;21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7" name="Google Shape;21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8" name="Google Shape;21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9" name="Google Shape;21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220" name="Google Shape;22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2" name="Google Shape;22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3" name="Google Shape;22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4" name="Google Shape;22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25" name="Google Shape;22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7" name="Google Shape;22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28" name="Google Shape;228;p14"/>
          <p:cNvGrpSpPr/>
          <p:nvPr/>
        </p:nvGrpSpPr>
        <p:grpSpPr>
          <a:xfrm flipH="1" rot="10800000">
            <a:off x="3512317" y="1709022"/>
            <a:ext cx="406085" cy="748971"/>
            <a:chOff x="2012625" y="1628925"/>
            <a:chExt cx="914400" cy="1675925"/>
          </a:xfrm>
        </p:grpSpPr>
        <p:sp>
          <p:nvSpPr>
            <p:cNvPr id="229" name="Google Shape;22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33" name="Google Shape;23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234" name="Google Shape;23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5" name="Google Shape;23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6" name="Google Shape;23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7" name="Google Shape;23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8" name="Google Shape;23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9" name="Google Shape;23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240" name="Google Shape;24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1" name="Google Shape;24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2" name="Google Shape;24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3" name="Google Shape;24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4" name="Google Shape;24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5" name="Google Shape;24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246" name="Google Shape;24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8" name="Google Shape;24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9" name="Google Shape;24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0" name="Google Shape;25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51" name="Google Shape;25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3" name="Google Shape;25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54" name="Google Shape;254;p14"/>
          <p:cNvGrpSpPr/>
          <p:nvPr/>
        </p:nvGrpSpPr>
        <p:grpSpPr>
          <a:xfrm flipH="1" rot="10800000">
            <a:off x="3918392" y="1709022"/>
            <a:ext cx="406085" cy="748971"/>
            <a:chOff x="2012625" y="1628925"/>
            <a:chExt cx="914400" cy="1675925"/>
          </a:xfrm>
        </p:grpSpPr>
        <p:sp>
          <p:nvSpPr>
            <p:cNvPr id="255" name="Google Shape;25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59" name="Google Shape;25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260" name="Google Shape;26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1" name="Google Shape;26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2" name="Google Shape;26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3" name="Google Shape;26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4" name="Google Shape;26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5" name="Google Shape;26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266" name="Google Shape;26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7" name="Google Shape;26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8" name="Google Shape;26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9" name="Google Shape;26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0" name="Google Shape;27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1" name="Google Shape;27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272" name="Google Shape;27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4" name="Google Shape;27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5" name="Google Shape;27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6" name="Google Shape;27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77" name="Google Shape;27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80" name="Google Shape;280;p14"/>
          <p:cNvGrpSpPr/>
          <p:nvPr/>
        </p:nvGrpSpPr>
        <p:grpSpPr>
          <a:xfrm flipH="1" rot="10800000">
            <a:off x="4324467" y="1709022"/>
            <a:ext cx="406085" cy="748971"/>
            <a:chOff x="2012625" y="1628925"/>
            <a:chExt cx="914400" cy="1675925"/>
          </a:xfrm>
        </p:grpSpPr>
        <p:sp>
          <p:nvSpPr>
            <p:cNvPr id="281" name="Google Shape;28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85" name="Google Shape;28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286" name="Google Shape;28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7" name="Google Shape;28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8" name="Google Shape;28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9" name="Google Shape;28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0" name="Google Shape;29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1" name="Google Shape;29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292" name="Google Shape;29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3" name="Google Shape;29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4" name="Google Shape;29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5" name="Google Shape;29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6" name="Google Shape;29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7" name="Google Shape;29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298" name="Google Shape;29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0" name="Google Shape;30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1" name="Google Shape;30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2" name="Google Shape;30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03" name="Google Shape;30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5" name="Google Shape;30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06" name="Google Shape;306;p14"/>
          <p:cNvGrpSpPr/>
          <p:nvPr/>
        </p:nvGrpSpPr>
        <p:grpSpPr>
          <a:xfrm>
            <a:off x="4730542" y="960047"/>
            <a:ext cx="406085" cy="748971"/>
            <a:chOff x="2012625" y="1628925"/>
            <a:chExt cx="914400" cy="1675925"/>
          </a:xfrm>
        </p:grpSpPr>
        <p:sp>
          <p:nvSpPr>
            <p:cNvPr id="307" name="Google Shape;30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11" name="Google Shape;31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312" name="Google Shape;31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3" name="Google Shape;31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4" name="Google Shape;31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5" name="Google Shape;31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6" name="Google Shape;31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7" name="Google Shape;31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318" name="Google Shape;31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0" name="Google Shape;32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1" name="Google Shape;32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2" name="Google Shape;32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3" name="Google Shape;32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324" name="Google Shape;32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6" name="Google Shape;32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7" name="Google Shape;32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8" name="Google Shape;32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29" name="Google Shape;32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0" name="Google Shape;33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1" name="Google Shape;33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32" name="Google Shape;332;p14"/>
          <p:cNvGrpSpPr/>
          <p:nvPr/>
        </p:nvGrpSpPr>
        <p:grpSpPr>
          <a:xfrm>
            <a:off x="5136617" y="960047"/>
            <a:ext cx="406085" cy="748971"/>
            <a:chOff x="2012625" y="1628925"/>
            <a:chExt cx="914400" cy="1675925"/>
          </a:xfrm>
        </p:grpSpPr>
        <p:sp>
          <p:nvSpPr>
            <p:cNvPr id="333" name="Google Shape;33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37" name="Google Shape;33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338" name="Google Shape;33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9" name="Google Shape;33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0" name="Google Shape;34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1" name="Google Shape;34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2" name="Google Shape;34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3" name="Google Shape;34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344" name="Google Shape;34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5" name="Google Shape;34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6" name="Google Shape;34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7" name="Google Shape;34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8" name="Google Shape;34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9" name="Google Shape;34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350" name="Google Shape;35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1" name="Google Shape;35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2" name="Google Shape;35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3" name="Google Shape;35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4" name="Google Shape;35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55" name="Google Shape;35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58" name="Google Shape;358;p14"/>
          <p:cNvGrpSpPr/>
          <p:nvPr/>
        </p:nvGrpSpPr>
        <p:grpSpPr>
          <a:xfrm>
            <a:off x="5542692" y="960047"/>
            <a:ext cx="406085" cy="748971"/>
            <a:chOff x="2012625" y="1628925"/>
            <a:chExt cx="914400" cy="1675925"/>
          </a:xfrm>
        </p:grpSpPr>
        <p:sp>
          <p:nvSpPr>
            <p:cNvPr id="359" name="Google Shape;35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63" name="Google Shape;36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364" name="Google Shape;36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5" name="Google Shape;36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6" name="Google Shape;36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7" name="Google Shape;36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8" name="Google Shape;36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9" name="Google Shape;36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370" name="Google Shape;37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1" name="Google Shape;37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72" name="Google Shape;37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73" name="Google Shape;37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74" name="Google Shape;37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75" name="Google Shape;37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376" name="Google Shape;37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7" name="Google Shape;37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78" name="Google Shape;37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79" name="Google Shape;37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80" name="Google Shape;38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81" name="Google Shape;38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84" name="Google Shape;384;p14"/>
          <p:cNvGrpSpPr/>
          <p:nvPr/>
        </p:nvGrpSpPr>
        <p:grpSpPr>
          <a:xfrm>
            <a:off x="5948767" y="960047"/>
            <a:ext cx="406085" cy="748971"/>
            <a:chOff x="2012625" y="1628925"/>
            <a:chExt cx="914400" cy="1675925"/>
          </a:xfrm>
        </p:grpSpPr>
        <p:sp>
          <p:nvSpPr>
            <p:cNvPr id="385" name="Google Shape;38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9" name="Google Shape;38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390" name="Google Shape;39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1" name="Google Shape;39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92" name="Google Shape;39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93" name="Google Shape;39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94" name="Google Shape;39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95" name="Google Shape;39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396" name="Google Shape;39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7" name="Google Shape;39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98" name="Google Shape;39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99" name="Google Shape;39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00" name="Google Shape;40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01" name="Google Shape;40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402" name="Google Shape;40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3" name="Google Shape;40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04" name="Google Shape;40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05" name="Google Shape;40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06" name="Google Shape;40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07" name="Google Shape;40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8" name="Google Shape;40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410" name="Google Shape;410;p14"/>
          <p:cNvGrpSpPr/>
          <p:nvPr/>
        </p:nvGrpSpPr>
        <p:grpSpPr>
          <a:xfrm flipH="1" rot="10800000">
            <a:off x="4730542" y="1709022"/>
            <a:ext cx="406085" cy="748971"/>
            <a:chOff x="2012625" y="1628925"/>
            <a:chExt cx="914400" cy="1675925"/>
          </a:xfrm>
        </p:grpSpPr>
        <p:sp>
          <p:nvSpPr>
            <p:cNvPr id="411" name="Google Shape;41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5" name="Google Shape;41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416" name="Google Shape;41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18" name="Google Shape;41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19" name="Google Shape;41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20" name="Google Shape;42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21" name="Google Shape;42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422" name="Google Shape;42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24" name="Google Shape;42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25" name="Google Shape;42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26" name="Google Shape;42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27" name="Google Shape;42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428" name="Google Shape;42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30" name="Google Shape;43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31" name="Google Shape;43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32" name="Google Shape;43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33" name="Google Shape;43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436" name="Google Shape;436;p14"/>
          <p:cNvGrpSpPr/>
          <p:nvPr/>
        </p:nvGrpSpPr>
        <p:grpSpPr>
          <a:xfrm flipH="1" rot="10800000">
            <a:off x="5136617" y="1709022"/>
            <a:ext cx="406085" cy="748971"/>
            <a:chOff x="2012625" y="1628925"/>
            <a:chExt cx="914400" cy="1675925"/>
          </a:xfrm>
        </p:grpSpPr>
        <p:sp>
          <p:nvSpPr>
            <p:cNvPr id="437" name="Google Shape;43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9" name="Google Shape;43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41" name="Google Shape;44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442" name="Google Shape;44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3" name="Google Shape;44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4" name="Google Shape;44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5" name="Google Shape;44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6" name="Google Shape;44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47" name="Google Shape;44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448" name="Google Shape;44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9" name="Google Shape;44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50" name="Google Shape;45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51" name="Google Shape;45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52" name="Google Shape;45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53" name="Google Shape;45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454" name="Google Shape;45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5" name="Google Shape;45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56" name="Google Shape;45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57" name="Google Shape;45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58" name="Google Shape;45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59" name="Google Shape;45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462" name="Google Shape;462;p14"/>
          <p:cNvGrpSpPr/>
          <p:nvPr/>
        </p:nvGrpSpPr>
        <p:grpSpPr>
          <a:xfrm flipH="1" rot="10800000">
            <a:off x="5542692" y="1709022"/>
            <a:ext cx="406085" cy="748971"/>
            <a:chOff x="2012625" y="1628925"/>
            <a:chExt cx="914400" cy="1675925"/>
          </a:xfrm>
        </p:grpSpPr>
        <p:sp>
          <p:nvSpPr>
            <p:cNvPr id="463" name="Google Shape;46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7" name="Google Shape;46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468" name="Google Shape;46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70" name="Google Shape;47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71" name="Google Shape;47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72" name="Google Shape;47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73" name="Google Shape;47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474" name="Google Shape;47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76" name="Google Shape;47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77" name="Google Shape;47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78" name="Google Shape;47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79" name="Google Shape;47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480" name="Google Shape;48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82" name="Google Shape;48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83" name="Google Shape;48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84" name="Google Shape;48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85" name="Google Shape;48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488" name="Google Shape;488;p14"/>
          <p:cNvGrpSpPr/>
          <p:nvPr/>
        </p:nvGrpSpPr>
        <p:grpSpPr>
          <a:xfrm flipH="1" rot="10800000">
            <a:off x="5948767" y="1709022"/>
            <a:ext cx="406085" cy="748971"/>
            <a:chOff x="2012625" y="1628925"/>
            <a:chExt cx="914400" cy="1675925"/>
          </a:xfrm>
        </p:grpSpPr>
        <p:sp>
          <p:nvSpPr>
            <p:cNvPr id="489" name="Google Shape;48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1" name="Google Shape;49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3" name="Google Shape;49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494" name="Google Shape;49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96" name="Google Shape;49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97" name="Google Shape;49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98" name="Google Shape;49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99" name="Google Shape;49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500" name="Google Shape;50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02" name="Google Shape;50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03" name="Google Shape;50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04" name="Google Shape;50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05" name="Google Shape;50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506" name="Google Shape;50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08" name="Google Shape;50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09" name="Google Shape;50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10" name="Google Shape;51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11" name="Google Shape;51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2" name="Google Shape;51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3" name="Google Shape;51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14" name="Google Shape;514;p14"/>
          <p:cNvGrpSpPr/>
          <p:nvPr/>
        </p:nvGrpSpPr>
        <p:grpSpPr>
          <a:xfrm>
            <a:off x="3030597" y="2783652"/>
            <a:ext cx="294162" cy="441941"/>
            <a:chOff x="2012625" y="1628925"/>
            <a:chExt cx="914400" cy="1675925"/>
          </a:xfrm>
        </p:grpSpPr>
        <p:sp>
          <p:nvSpPr>
            <p:cNvPr id="515" name="Google Shape;51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7" name="Google Shape;51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9" name="Google Shape;51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520" name="Google Shape;52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1" name="Google Shape;52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22" name="Google Shape;52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23" name="Google Shape;52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24" name="Google Shape;52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25" name="Google Shape;52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526" name="Google Shape;52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7" name="Google Shape;52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28" name="Google Shape;52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29" name="Google Shape;52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0" name="Google Shape;53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31" name="Google Shape;53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532" name="Google Shape;53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4" name="Google Shape;53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5" name="Google Shape;53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6" name="Google Shape;53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37" name="Google Shape;53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8" name="Google Shape;53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9" name="Google Shape;53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40" name="Google Shape;540;p14"/>
          <p:cNvGrpSpPr/>
          <p:nvPr/>
        </p:nvGrpSpPr>
        <p:grpSpPr>
          <a:xfrm>
            <a:off x="3324718" y="2783652"/>
            <a:ext cx="294162" cy="441941"/>
            <a:chOff x="2012625" y="1628925"/>
            <a:chExt cx="914400" cy="1675925"/>
          </a:xfrm>
        </p:grpSpPr>
        <p:sp>
          <p:nvSpPr>
            <p:cNvPr id="541" name="Google Shape;54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3" name="Google Shape;54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4" name="Google Shape;54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45" name="Google Shape;54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546" name="Google Shape;54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8" name="Google Shape;54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9" name="Google Shape;54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1" name="Google Shape;55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552" name="Google Shape;55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4" name="Google Shape;55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5" name="Google Shape;55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6" name="Google Shape;55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7" name="Google Shape;55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558" name="Google Shape;55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0" name="Google Shape;56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1" name="Google Shape;56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2" name="Google Shape;56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63" name="Google Shape;56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5" name="Google Shape;56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66" name="Google Shape;566;p14"/>
          <p:cNvGrpSpPr/>
          <p:nvPr/>
        </p:nvGrpSpPr>
        <p:grpSpPr>
          <a:xfrm>
            <a:off x="3618840" y="2783652"/>
            <a:ext cx="294162" cy="441941"/>
            <a:chOff x="2012625" y="1628925"/>
            <a:chExt cx="914400" cy="1675925"/>
          </a:xfrm>
        </p:grpSpPr>
        <p:sp>
          <p:nvSpPr>
            <p:cNvPr id="567" name="Google Shape;56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8" name="Google Shape;56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9" name="Google Shape;56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0" name="Google Shape;57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71" name="Google Shape;57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572" name="Google Shape;57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4" name="Google Shape;57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5" name="Google Shape;57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6" name="Google Shape;57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7" name="Google Shape;57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578" name="Google Shape;57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0" name="Google Shape;58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1" name="Google Shape;58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2" name="Google Shape;58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3" name="Google Shape;58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584" name="Google Shape;58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5" name="Google Shape;58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6" name="Google Shape;58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7" name="Google Shape;58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8" name="Google Shape;58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89" name="Google Shape;58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0" name="Google Shape;59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1" name="Google Shape;59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92" name="Google Shape;592;p14"/>
          <p:cNvGrpSpPr/>
          <p:nvPr/>
        </p:nvGrpSpPr>
        <p:grpSpPr>
          <a:xfrm>
            <a:off x="3912961" y="2783652"/>
            <a:ext cx="294162" cy="441941"/>
            <a:chOff x="2012625" y="1628925"/>
            <a:chExt cx="914400" cy="1675925"/>
          </a:xfrm>
        </p:grpSpPr>
        <p:sp>
          <p:nvSpPr>
            <p:cNvPr id="593" name="Google Shape;59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4" name="Google Shape;59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5" name="Google Shape;59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6" name="Google Shape;59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7" name="Google Shape;59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598" name="Google Shape;59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9" name="Google Shape;59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00" name="Google Shape;60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01" name="Google Shape;60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02" name="Google Shape;60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03" name="Google Shape;60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604" name="Google Shape;60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5" name="Google Shape;60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06" name="Google Shape;60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07" name="Google Shape;60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08" name="Google Shape;60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09" name="Google Shape;60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610" name="Google Shape;61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12" name="Google Shape;61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13" name="Google Shape;61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14" name="Google Shape;61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15" name="Google Shape;61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6" name="Google Shape;61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7" name="Google Shape;61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618" name="Google Shape;618;p14"/>
          <p:cNvGrpSpPr/>
          <p:nvPr/>
        </p:nvGrpSpPr>
        <p:grpSpPr>
          <a:xfrm flipH="1" rot="10800000">
            <a:off x="3030597" y="3225829"/>
            <a:ext cx="294162" cy="441941"/>
            <a:chOff x="2012625" y="1628925"/>
            <a:chExt cx="914400" cy="1675925"/>
          </a:xfrm>
        </p:grpSpPr>
        <p:sp>
          <p:nvSpPr>
            <p:cNvPr id="619" name="Google Shape;61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1" name="Google Shape;62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3" name="Google Shape;62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624" name="Google Shape;62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5" name="Google Shape;62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26" name="Google Shape;62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27" name="Google Shape;62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28" name="Google Shape;62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29" name="Google Shape;62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630" name="Google Shape;63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32" name="Google Shape;63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33" name="Google Shape;63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34" name="Google Shape;63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35" name="Google Shape;63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636" name="Google Shape;63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38" name="Google Shape;63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39" name="Google Shape;63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40" name="Google Shape;64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41" name="Google Shape;64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2" name="Google Shape;64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3" name="Google Shape;64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644" name="Google Shape;644;p14"/>
          <p:cNvGrpSpPr/>
          <p:nvPr/>
        </p:nvGrpSpPr>
        <p:grpSpPr>
          <a:xfrm flipH="1" rot="10800000">
            <a:off x="3324718" y="3225829"/>
            <a:ext cx="294162" cy="441941"/>
            <a:chOff x="2012625" y="1628925"/>
            <a:chExt cx="914400" cy="1675925"/>
          </a:xfrm>
        </p:grpSpPr>
        <p:sp>
          <p:nvSpPr>
            <p:cNvPr id="645" name="Google Shape;64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9" name="Google Shape;64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650" name="Google Shape;65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52" name="Google Shape;65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53" name="Google Shape;65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54" name="Google Shape;65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55" name="Google Shape;65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656" name="Google Shape;65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58" name="Google Shape;65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59" name="Google Shape;65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60" name="Google Shape;66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61" name="Google Shape;66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662" name="Google Shape;66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64" name="Google Shape;66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65" name="Google Shape;66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66" name="Google Shape;66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67" name="Google Shape;66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8" name="Google Shape;66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9" name="Google Shape;66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670" name="Google Shape;670;p14"/>
          <p:cNvGrpSpPr/>
          <p:nvPr/>
        </p:nvGrpSpPr>
        <p:grpSpPr>
          <a:xfrm flipH="1" rot="10800000">
            <a:off x="3618840" y="3225829"/>
            <a:ext cx="294162" cy="441941"/>
            <a:chOff x="2012625" y="1628925"/>
            <a:chExt cx="914400" cy="1675925"/>
          </a:xfrm>
        </p:grpSpPr>
        <p:sp>
          <p:nvSpPr>
            <p:cNvPr id="671" name="Google Shape;67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3" name="Google Shape;67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4" name="Google Shape;67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5" name="Google Shape;67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676" name="Google Shape;67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78" name="Google Shape;67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79" name="Google Shape;67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0" name="Google Shape;68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1" name="Google Shape;68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682" name="Google Shape;68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4" name="Google Shape;68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5" name="Google Shape;68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6" name="Google Shape;68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7" name="Google Shape;68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688" name="Google Shape;68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0" name="Google Shape;69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1" name="Google Shape;69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2" name="Google Shape;69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93" name="Google Shape;69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4" name="Google Shape;69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5" name="Google Shape;69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696" name="Google Shape;696;p14"/>
          <p:cNvGrpSpPr/>
          <p:nvPr/>
        </p:nvGrpSpPr>
        <p:grpSpPr>
          <a:xfrm flipH="1" rot="10800000">
            <a:off x="3912961" y="3225829"/>
            <a:ext cx="294162" cy="441941"/>
            <a:chOff x="2012625" y="1628925"/>
            <a:chExt cx="914400" cy="1675925"/>
          </a:xfrm>
        </p:grpSpPr>
        <p:sp>
          <p:nvSpPr>
            <p:cNvPr id="697" name="Google Shape;69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9" name="Google Shape;69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01" name="Google Shape;70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702" name="Google Shape;70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3" name="Google Shape;70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4" name="Google Shape;70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5" name="Google Shape;70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6" name="Google Shape;70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7" name="Google Shape;70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708" name="Google Shape;70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0" name="Google Shape;71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1" name="Google Shape;71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2" name="Google Shape;71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13" name="Google Shape;71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714" name="Google Shape;71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6" name="Google Shape;71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7" name="Google Shape;71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8" name="Google Shape;71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19" name="Google Shape;71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20" name="Google Shape;72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21" name="Google Shape;72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722" name="Google Shape;722;p14"/>
          <p:cNvGrpSpPr/>
          <p:nvPr/>
        </p:nvGrpSpPr>
        <p:grpSpPr>
          <a:xfrm>
            <a:off x="4207083" y="2783652"/>
            <a:ext cx="294162" cy="441941"/>
            <a:chOff x="2012625" y="1628925"/>
            <a:chExt cx="914400" cy="1675925"/>
          </a:xfrm>
        </p:grpSpPr>
        <p:sp>
          <p:nvSpPr>
            <p:cNvPr id="723" name="Google Shape;72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24" name="Google Shape;72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25" name="Google Shape;72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26" name="Google Shape;72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27" name="Google Shape;72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728" name="Google Shape;72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9" name="Google Shape;72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30" name="Google Shape;73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31" name="Google Shape;73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2" name="Google Shape;73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33" name="Google Shape;73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734" name="Google Shape;73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5" name="Google Shape;73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36" name="Google Shape;73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37" name="Google Shape;73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8" name="Google Shape;73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39" name="Google Shape;73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740" name="Google Shape;74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1" name="Google Shape;74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42" name="Google Shape;74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43" name="Google Shape;74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4" name="Google Shape;74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45" name="Google Shape;74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46" name="Google Shape;74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47" name="Google Shape;74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748" name="Google Shape;748;p14"/>
          <p:cNvGrpSpPr/>
          <p:nvPr/>
        </p:nvGrpSpPr>
        <p:grpSpPr>
          <a:xfrm>
            <a:off x="4501204" y="2783652"/>
            <a:ext cx="294162" cy="441941"/>
            <a:chOff x="2012625" y="1628925"/>
            <a:chExt cx="914400" cy="1675925"/>
          </a:xfrm>
        </p:grpSpPr>
        <p:sp>
          <p:nvSpPr>
            <p:cNvPr id="749" name="Google Shape;74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51" name="Google Shape;75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53" name="Google Shape;75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754" name="Google Shape;75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5" name="Google Shape;75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56" name="Google Shape;75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57" name="Google Shape;75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8" name="Google Shape;75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59" name="Google Shape;75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760" name="Google Shape;76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1" name="Google Shape;76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62" name="Google Shape;76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63" name="Google Shape;76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4" name="Google Shape;76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65" name="Google Shape;76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766" name="Google Shape;76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68" name="Google Shape;76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69" name="Google Shape;76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0" name="Google Shape;77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71" name="Google Shape;77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72" name="Google Shape;77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73" name="Google Shape;77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774" name="Google Shape;774;p14"/>
          <p:cNvGrpSpPr/>
          <p:nvPr/>
        </p:nvGrpSpPr>
        <p:grpSpPr>
          <a:xfrm>
            <a:off x="4795325" y="2783652"/>
            <a:ext cx="294162" cy="441941"/>
            <a:chOff x="2012625" y="1628925"/>
            <a:chExt cx="914400" cy="1675925"/>
          </a:xfrm>
        </p:grpSpPr>
        <p:sp>
          <p:nvSpPr>
            <p:cNvPr id="775" name="Google Shape;77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77" name="Google Shape;77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79" name="Google Shape;77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780" name="Google Shape;78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81" name="Google Shape;78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82" name="Google Shape;78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83" name="Google Shape;78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4" name="Google Shape;78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85" name="Google Shape;78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786" name="Google Shape;78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87" name="Google Shape;78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88" name="Google Shape;78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89" name="Google Shape;78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90" name="Google Shape;79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91" name="Google Shape;79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792" name="Google Shape;79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94" name="Google Shape;79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95" name="Google Shape;79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96" name="Google Shape;79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97" name="Google Shape;79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98" name="Google Shape;79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99" name="Google Shape;79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800" name="Google Shape;800;p14"/>
          <p:cNvGrpSpPr/>
          <p:nvPr/>
        </p:nvGrpSpPr>
        <p:grpSpPr>
          <a:xfrm>
            <a:off x="5089447" y="2783652"/>
            <a:ext cx="294162" cy="441941"/>
            <a:chOff x="2012625" y="1628925"/>
            <a:chExt cx="914400" cy="1675925"/>
          </a:xfrm>
        </p:grpSpPr>
        <p:sp>
          <p:nvSpPr>
            <p:cNvPr id="801" name="Google Shape;80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03" name="Google Shape;80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05" name="Google Shape;80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806" name="Google Shape;80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07" name="Google Shape;80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08" name="Google Shape;80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09" name="Google Shape;80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0" name="Google Shape;81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11" name="Google Shape;81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812" name="Google Shape;81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13" name="Google Shape;81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14" name="Google Shape;81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15" name="Google Shape;81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6" name="Google Shape;81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17" name="Google Shape;81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818" name="Google Shape;81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19" name="Google Shape;81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20" name="Google Shape;82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21" name="Google Shape;82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2" name="Google Shape;82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823" name="Google Shape;82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24" name="Google Shape;82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25" name="Google Shape;82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826" name="Google Shape;826;p14"/>
          <p:cNvGrpSpPr/>
          <p:nvPr/>
        </p:nvGrpSpPr>
        <p:grpSpPr>
          <a:xfrm flipH="1" rot="10800000">
            <a:off x="4207083" y="3225829"/>
            <a:ext cx="294162" cy="441941"/>
            <a:chOff x="2012625" y="1628925"/>
            <a:chExt cx="914400" cy="1675925"/>
          </a:xfrm>
        </p:grpSpPr>
        <p:sp>
          <p:nvSpPr>
            <p:cNvPr id="827" name="Google Shape;82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29" name="Google Shape;82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31" name="Google Shape;83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832" name="Google Shape;83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3" name="Google Shape;83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34" name="Google Shape;83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35" name="Google Shape;83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6" name="Google Shape;83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37" name="Google Shape;83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838" name="Google Shape;83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9" name="Google Shape;83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40" name="Google Shape;84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41" name="Google Shape;84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42" name="Google Shape;84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43" name="Google Shape;84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844" name="Google Shape;84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45" name="Google Shape;84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46" name="Google Shape;84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47" name="Google Shape;84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48" name="Google Shape;84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849" name="Google Shape;84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50" name="Google Shape;85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51" name="Google Shape;85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852" name="Google Shape;852;p14"/>
          <p:cNvGrpSpPr/>
          <p:nvPr/>
        </p:nvGrpSpPr>
        <p:grpSpPr>
          <a:xfrm flipH="1" rot="10800000">
            <a:off x="4501204" y="3225829"/>
            <a:ext cx="294162" cy="441941"/>
            <a:chOff x="2012625" y="1628925"/>
            <a:chExt cx="914400" cy="1675925"/>
          </a:xfrm>
        </p:grpSpPr>
        <p:sp>
          <p:nvSpPr>
            <p:cNvPr id="853" name="Google Shape;85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55" name="Google Shape;85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57" name="Google Shape;85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858" name="Google Shape;85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59" name="Google Shape;85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60" name="Google Shape;86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61" name="Google Shape;86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62" name="Google Shape;86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63" name="Google Shape;86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864" name="Google Shape;86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65" name="Google Shape;86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66" name="Google Shape;86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67" name="Google Shape;86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68" name="Google Shape;86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69" name="Google Shape;86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870" name="Google Shape;87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71" name="Google Shape;87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72" name="Google Shape;87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73" name="Google Shape;87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74" name="Google Shape;87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875" name="Google Shape;87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76" name="Google Shape;87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77" name="Google Shape;87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878" name="Google Shape;878;p14"/>
          <p:cNvGrpSpPr/>
          <p:nvPr/>
        </p:nvGrpSpPr>
        <p:grpSpPr>
          <a:xfrm flipH="1" rot="10800000">
            <a:off x="4795325" y="3225829"/>
            <a:ext cx="294162" cy="441941"/>
            <a:chOff x="2012625" y="1628925"/>
            <a:chExt cx="914400" cy="1675925"/>
          </a:xfrm>
        </p:grpSpPr>
        <p:sp>
          <p:nvSpPr>
            <p:cNvPr id="879" name="Google Shape;87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80" name="Google Shape;88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81" name="Google Shape;88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82" name="Google Shape;88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83" name="Google Shape;88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884" name="Google Shape;88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85" name="Google Shape;88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86" name="Google Shape;88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87" name="Google Shape;88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88" name="Google Shape;88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89" name="Google Shape;88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890" name="Google Shape;89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91" name="Google Shape;89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92" name="Google Shape;89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93" name="Google Shape;89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94" name="Google Shape;89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895" name="Google Shape;89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896" name="Google Shape;89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97" name="Google Shape;89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98" name="Google Shape;89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899" name="Google Shape;89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00" name="Google Shape;90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901" name="Google Shape;90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02" name="Google Shape;90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03" name="Google Shape;90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904" name="Google Shape;904;p14"/>
          <p:cNvGrpSpPr/>
          <p:nvPr/>
        </p:nvGrpSpPr>
        <p:grpSpPr>
          <a:xfrm flipH="1" rot="10800000">
            <a:off x="5089447" y="3225829"/>
            <a:ext cx="294162" cy="441941"/>
            <a:chOff x="2012625" y="1628925"/>
            <a:chExt cx="914400" cy="1675925"/>
          </a:xfrm>
        </p:grpSpPr>
        <p:sp>
          <p:nvSpPr>
            <p:cNvPr id="905" name="Google Shape;90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06" name="Google Shape;90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07" name="Google Shape;90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08" name="Google Shape;90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909" name="Google Shape;90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910" name="Google Shape;91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11" name="Google Shape;91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12" name="Google Shape;91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13" name="Google Shape;91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14" name="Google Shape;91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15" name="Google Shape;91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916" name="Google Shape;91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17" name="Google Shape;91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18" name="Google Shape;91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19" name="Google Shape;91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20" name="Google Shape;92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21" name="Google Shape;92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922" name="Google Shape;92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23" name="Google Shape;92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24" name="Google Shape;92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25" name="Google Shape;92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26" name="Google Shape;92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927" name="Google Shape;92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28" name="Google Shape;92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29" name="Google Shape;92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930" name="Google Shape;930;p14"/>
          <p:cNvGrpSpPr/>
          <p:nvPr/>
        </p:nvGrpSpPr>
        <p:grpSpPr>
          <a:xfrm>
            <a:off x="2995197" y="3983127"/>
            <a:ext cx="294162" cy="441941"/>
            <a:chOff x="2012625" y="1628925"/>
            <a:chExt cx="914400" cy="1675925"/>
          </a:xfrm>
        </p:grpSpPr>
        <p:sp>
          <p:nvSpPr>
            <p:cNvPr id="931" name="Google Shape;93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32" name="Google Shape;93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33" name="Google Shape;93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34" name="Google Shape;93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935" name="Google Shape;93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936" name="Google Shape;93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37" name="Google Shape;93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38" name="Google Shape;93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39" name="Google Shape;93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40" name="Google Shape;94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41" name="Google Shape;94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942" name="Google Shape;94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43" name="Google Shape;94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44" name="Google Shape;94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45" name="Google Shape;94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46" name="Google Shape;94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47" name="Google Shape;94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948" name="Google Shape;94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49" name="Google Shape;94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50" name="Google Shape;95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51" name="Google Shape;95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52" name="Google Shape;95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953" name="Google Shape;95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54" name="Google Shape;95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55" name="Google Shape;95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956" name="Google Shape;956;p14"/>
          <p:cNvGrpSpPr/>
          <p:nvPr/>
        </p:nvGrpSpPr>
        <p:grpSpPr>
          <a:xfrm>
            <a:off x="3289293" y="3935502"/>
            <a:ext cx="294162" cy="441941"/>
            <a:chOff x="2012625" y="1628925"/>
            <a:chExt cx="914400" cy="1675925"/>
          </a:xfrm>
        </p:grpSpPr>
        <p:sp>
          <p:nvSpPr>
            <p:cNvPr id="957" name="Google Shape;95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58" name="Google Shape;95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59" name="Google Shape;95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60" name="Google Shape;96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961" name="Google Shape;96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962" name="Google Shape;96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63" name="Google Shape;96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64" name="Google Shape;96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65" name="Google Shape;96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66" name="Google Shape;96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67" name="Google Shape;96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968" name="Google Shape;96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69" name="Google Shape;96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70" name="Google Shape;97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71" name="Google Shape;97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72" name="Google Shape;97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73" name="Google Shape;97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974" name="Google Shape;97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75" name="Google Shape;97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76" name="Google Shape;97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77" name="Google Shape;97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78" name="Google Shape;97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979" name="Google Shape;97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80" name="Google Shape;98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81" name="Google Shape;98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982" name="Google Shape;982;p14"/>
          <p:cNvGrpSpPr/>
          <p:nvPr/>
        </p:nvGrpSpPr>
        <p:grpSpPr>
          <a:xfrm>
            <a:off x="3583415" y="3935502"/>
            <a:ext cx="294162" cy="441941"/>
            <a:chOff x="2012625" y="1628925"/>
            <a:chExt cx="914400" cy="1675925"/>
          </a:xfrm>
        </p:grpSpPr>
        <p:sp>
          <p:nvSpPr>
            <p:cNvPr id="983" name="Google Shape;98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84" name="Google Shape;98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85" name="Google Shape;98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986" name="Google Shape;98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987" name="Google Shape;98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988" name="Google Shape;98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89" name="Google Shape;98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90" name="Google Shape;99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91" name="Google Shape;99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92" name="Google Shape;99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93" name="Google Shape;99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994" name="Google Shape;99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995" name="Google Shape;99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996" name="Google Shape;99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997" name="Google Shape;99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998" name="Google Shape;99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999" name="Google Shape;99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000" name="Google Shape;100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01" name="Google Shape;100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02" name="Google Shape;100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03" name="Google Shape;100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04" name="Google Shape;100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005" name="Google Shape;100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06" name="Google Shape;100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07" name="Google Shape;100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008" name="Google Shape;1008;p14"/>
          <p:cNvGrpSpPr/>
          <p:nvPr/>
        </p:nvGrpSpPr>
        <p:grpSpPr>
          <a:xfrm>
            <a:off x="3877536" y="3935502"/>
            <a:ext cx="294162" cy="441941"/>
            <a:chOff x="2012625" y="1628925"/>
            <a:chExt cx="914400" cy="1675925"/>
          </a:xfrm>
        </p:grpSpPr>
        <p:sp>
          <p:nvSpPr>
            <p:cNvPr id="1009" name="Google Shape;100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11" name="Google Shape;101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013" name="Google Shape;101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014" name="Google Shape;101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15" name="Google Shape;101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16" name="Google Shape;101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17" name="Google Shape;101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18" name="Google Shape;101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19" name="Google Shape;101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020" name="Google Shape;102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21" name="Google Shape;102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22" name="Google Shape;102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23" name="Google Shape;102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24" name="Google Shape;102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25" name="Google Shape;102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026" name="Google Shape;102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27" name="Google Shape;102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28" name="Google Shape;102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29" name="Google Shape;102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30" name="Google Shape;103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031" name="Google Shape;103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32" name="Google Shape;103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33" name="Google Shape;103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034" name="Google Shape;1034;p14"/>
          <p:cNvGrpSpPr/>
          <p:nvPr/>
        </p:nvGrpSpPr>
        <p:grpSpPr>
          <a:xfrm flipH="1" rot="10800000">
            <a:off x="2995197" y="4425304"/>
            <a:ext cx="294162" cy="441941"/>
            <a:chOff x="2012625" y="1628925"/>
            <a:chExt cx="914400" cy="1675925"/>
          </a:xfrm>
        </p:grpSpPr>
        <p:sp>
          <p:nvSpPr>
            <p:cNvPr id="1035" name="Google Shape;103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37" name="Google Shape;103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38" name="Google Shape;103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039" name="Google Shape;103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040" name="Google Shape;104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41" name="Google Shape;104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42" name="Google Shape;104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43" name="Google Shape;104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44" name="Google Shape;104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45" name="Google Shape;104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046" name="Google Shape;104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47" name="Google Shape;104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48" name="Google Shape;104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49" name="Google Shape;104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50" name="Google Shape;105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51" name="Google Shape;105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052" name="Google Shape;105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53" name="Google Shape;105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54" name="Google Shape;105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55" name="Google Shape;105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56" name="Google Shape;105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057" name="Google Shape;105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58" name="Google Shape;105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59" name="Google Shape;105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060" name="Google Shape;1060;p14"/>
          <p:cNvGrpSpPr/>
          <p:nvPr/>
        </p:nvGrpSpPr>
        <p:grpSpPr>
          <a:xfrm flipH="1" rot="10800000">
            <a:off x="3289293" y="4377679"/>
            <a:ext cx="294162" cy="441941"/>
            <a:chOff x="2012625" y="1628925"/>
            <a:chExt cx="914400" cy="1675925"/>
          </a:xfrm>
        </p:grpSpPr>
        <p:sp>
          <p:nvSpPr>
            <p:cNvPr id="1061" name="Google Shape;106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62" name="Google Shape;106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63" name="Google Shape;106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065" name="Google Shape;106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066" name="Google Shape;106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67" name="Google Shape;106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68" name="Google Shape;106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69" name="Google Shape;106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70" name="Google Shape;107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71" name="Google Shape;107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072" name="Google Shape;107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73" name="Google Shape;107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74" name="Google Shape;107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75" name="Google Shape;107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76" name="Google Shape;107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77" name="Google Shape;107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078" name="Google Shape;107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79" name="Google Shape;107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80" name="Google Shape;108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81" name="Google Shape;108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82" name="Google Shape;108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083" name="Google Shape;108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84" name="Google Shape;108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85" name="Google Shape;108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086" name="Google Shape;1086;p14"/>
          <p:cNvGrpSpPr/>
          <p:nvPr/>
        </p:nvGrpSpPr>
        <p:grpSpPr>
          <a:xfrm flipH="1" rot="10800000">
            <a:off x="3583415" y="4377679"/>
            <a:ext cx="294162" cy="441941"/>
            <a:chOff x="2012625" y="1628925"/>
            <a:chExt cx="914400" cy="1675925"/>
          </a:xfrm>
        </p:grpSpPr>
        <p:sp>
          <p:nvSpPr>
            <p:cNvPr id="1087" name="Google Shape;108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89" name="Google Shape;108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091" name="Google Shape;109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092" name="Google Shape;109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93" name="Google Shape;109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094" name="Google Shape;109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095" name="Google Shape;109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096" name="Google Shape;109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097" name="Google Shape;109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098" name="Google Shape;109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099" name="Google Shape;109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00" name="Google Shape;110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01" name="Google Shape;110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02" name="Google Shape;110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03" name="Google Shape;110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104" name="Google Shape;110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05" name="Google Shape;110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06" name="Google Shape;110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07" name="Google Shape;110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08" name="Google Shape;110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109" name="Google Shape;110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10" name="Google Shape;111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11" name="Google Shape;111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112" name="Google Shape;1112;p14"/>
          <p:cNvGrpSpPr/>
          <p:nvPr/>
        </p:nvGrpSpPr>
        <p:grpSpPr>
          <a:xfrm flipH="1" rot="10800000">
            <a:off x="3877536" y="4377679"/>
            <a:ext cx="294162" cy="441941"/>
            <a:chOff x="2012625" y="1628925"/>
            <a:chExt cx="914400" cy="1675925"/>
          </a:xfrm>
        </p:grpSpPr>
        <p:sp>
          <p:nvSpPr>
            <p:cNvPr id="1113" name="Google Shape;111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14" name="Google Shape;111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15" name="Google Shape;111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117" name="Google Shape;111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118" name="Google Shape;111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19" name="Google Shape;111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20" name="Google Shape;112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21" name="Google Shape;112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22" name="Google Shape;112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23" name="Google Shape;112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124" name="Google Shape;112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25" name="Google Shape;112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26" name="Google Shape;112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27" name="Google Shape;112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28" name="Google Shape;112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29" name="Google Shape;112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130" name="Google Shape;113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31" name="Google Shape;113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32" name="Google Shape;113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33" name="Google Shape;113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34" name="Google Shape;113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135" name="Google Shape;113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36" name="Google Shape;113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37" name="Google Shape;113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4171658" y="3935502"/>
            <a:ext cx="294162" cy="441941"/>
            <a:chOff x="2012625" y="1628925"/>
            <a:chExt cx="914400" cy="1675925"/>
          </a:xfrm>
        </p:grpSpPr>
        <p:sp>
          <p:nvSpPr>
            <p:cNvPr id="1139" name="Google Shape;113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41" name="Google Shape;114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42" name="Google Shape;114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143" name="Google Shape;114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144" name="Google Shape;114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45" name="Google Shape;114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46" name="Google Shape;114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47" name="Google Shape;114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48" name="Google Shape;114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49" name="Google Shape;114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150" name="Google Shape;115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51" name="Google Shape;115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52" name="Google Shape;115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53" name="Google Shape;115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54" name="Google Shape;115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55" name="Google Shape;115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156" name="Google Shape;115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57" name="Google Shape;115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58" name="Google Shape;115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59" name="Google Shape;115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60" name="Google Shape;116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161" name="Google Shape;116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62" name="Google Shape;116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63" name="Google Shape;116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164" name="Google Shape;1164;p14"/>
          <p:cNvGrpSpPr/>
          <p:nvPr/>
        </p:nvGrpSpPr>
        <p:grpSpPr>
          <a:xfrm>
            <a:off x="4465779" y="3935502"/>
            <a:ext cx="294162" cy="441941"/>
            <a:chOff x="2012625" y="1628925"/>
            <a:chExt cx="914400" cy="1675925"/>
          </a:xfrm>
        </p:grpSpPr>
        <p:sp>
          <p:nvSpPr>
            <p:cNvPr id="1165" name="Google Shape;116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66" name="Google Shape;116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67" name="Google Shape;116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68" name="Google Shape;116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169" name="Google Shape;116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170" name="Google Shape;117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71" name="Google Shape;117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72" name="Google Shape;117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73" name="Google Shape;117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74" name="Google Shape;117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75" name="Google Shape;117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176" name="Google Shape;117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77" name="Google Shape;117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78" name="Google Shape;117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79" name="Google Shape;117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80" name="Google Shape;118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181" name="Google Shape;118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182" name="Google Shape;118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83" name="Google Shape;118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84" name="Google Shape;118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85" name="Google Shape;118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186" name="Google Shape;118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187" name="Google Shape;118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88" name="Google Shape;118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89" name="Google Shape;118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190" name="Google Shape;1190;p14"/>
          <p:cNvGrpSpPr/>
          <p:nvPr/>
        </p:nvGrpSpPr>
        <p:grpSpPr>
          <a:xfrm>
            <a:off x="2423575" y="4138739"/>
            <a:ext cx="294162" cy="441941"/>
            <a:chOff x="2012625" y="1628925"/>
            <a:chExt cx="914400" cy="1675925"/>
          </a:xfrm>
        </p:grpSpPr>
        <p:sp>
          <p:nvSpPr>
            <p:cNvPr id="1191" name="Google Shape;119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92" name="Google Shape;119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93" name="Google Shape;119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194" name="Google Shape;119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195" name="Google Shape;119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196" name="Google Shape;119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197" name="Google Shape;119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198" name="Google Shape;119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199" name="Google Shape;119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00" name="Google Shape;120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01" name="Google Shape;120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202" name="Google Shape;120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03" name="Google Shape;120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04" name="Google Shape;120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05" name="Google Shape;120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06" name="Google Shape;120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07" name="Google Shape;120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208" name="Google Shape;120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09" name="Google Shape;120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10" name="Google Shape;121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11" name="Google Shape;121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12" name="Google Shape;121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213" name="Google Shape;121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14" name="Google Shape;121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15" name="Google Shape;121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216" name="Google Shape;1216;p14"/>
          <p:cNvGrpSpPr/>
          <p:nvPr/>
        </p:nvGrpSpPr>
        <p:grpSpPr>
          <a:xfrm>
            <a:off x="2707022" y="4052202"/>
            <a:ext cx="294162" cy="441941"/>
            <a:chOff x="2012625" y="1628925"/>
            <a:chExt cx="914400" cy="1675925"/>
          </a:xfrm>
        </p:grpSpPr>
        <p:sp>
          <p:nvSpPr>
            <p:cNvPr id="1217" name="Google Shape;121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18" name="Google Shape;121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19" name="Google Shape;121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20" name="Google Shape;122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221" name="Google Shape;122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222" name="Google Shape;122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23" name="Google Shape;122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24" name="Google Shape;122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25" name="Google Shape;122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26" name="Google Shape;122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27" name="Google Shape;122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228" name="Google Shape;122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29" name="Google Shape;122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30" name="Google Shape;123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31" name="Google Shape;123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32" name="Google Shape;123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33" name="Google Shape;123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234" name="Google Shape;123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35" name="Google Shape;123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36" name="Google Shape;123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37" name="Google Shape;123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38" name="Google Shape;123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239" name="Google Shape;123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40" name="Google Shape;124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41" name="Google Shape;124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242" name="Google Shape;1242;p14"/>
          <p:cNvGrpSpPr/>
          <p:nvPr/>
        </p:nvGrpSpPr>
        <p:grpSpPr>
          <a:xfrm flipH="1" rot="10800000">
            <a:off x="4171658" y="4377679"/>
            <a:ext cx="294162" cy="441941"/>
            <a:chOff x="2012625" y="1628925"/>
            <a:chExt cx="914400" cy="1675925"/>
          </a:xfrm>
        </p:grpSpPr>
        <p:sp>
          <p:nvSpPr>
            <p:cNvPr id="1243" name="Google Shape;124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44" name="Google Shape;124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45" name="Google Shape;124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46" name="Google Shape;124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247" name="Google Shape;124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248" name="Google Shape;124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49" name="Google Shape;124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50" name="Google Shape;125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51" name="Google Shape;125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52" name="Google Shape;125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53" name="Google Shape;125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254" name="Google Shape;125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55" name="Google Shape;125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56" name="Google Shape;125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57" name="Google Shape;125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58" name="Google Shape;125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59" name="Google Shape;125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260" name="Google Shape;126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61" name="Google Shape;126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62" name="Google Shape;126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63" name="Google Shape;126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64" name="Google Shape;126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265" name="Google Shape;126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66" name="Google Shape;126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67" name="Google Shape;126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268" name="Google Shape;1268;p14"/>
          <p:cNvGrpSpPr/>
          <p:nvPr/>
        </p:nvGrpSpPr>
        <p:grpSpPr>
          <a:xfrm flipH="1" rot="10800000">
            <a:off x="4465779" y="4377679"/>
            <a:ext cx="294162" cy="441941"/>
            <a:chOff x="2012625" y="1628925"/>
            <a:chExt cx="914400" cy="1675925"/>
          </a:xfrm>
        </p:grpSpPr>
        <p:sp>
          <p:nvSpPr>
            <p:cNvPr id="1269" name="Google Shape;126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70" name="Google Shape;127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71" name="Google Shape;127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72" name="Google Shape;127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273" name="Google Shape;127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274" name="Google Shape;127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75" name="Google Shape;127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76" name="Google Shape;127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77" name="Google Shape;127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78" name="Google Shape;127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79" name="Google Shape;127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280" name="Google Shape;128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81" name="Google Shape;128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82" name="Google Shape;128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83" name="Google Shape;128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84" name="Google Shape;128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285" name="Google Shape;128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286" name="Google Shape;128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287" name="Google Shape;128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288" name="Google Shape;128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289" name="Google Shape;128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290" name="Google Shape;129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291" name="Google Shape;129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92" name="Google Shape;129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93" name="Google Shape;129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294" name="Google Shape;1294;p14"/>
          <p:cNvGrpSpPr/>
          <p:nvPr/>
        </p:nvGrpSpPr>
        <p:grpSpPr>
          <a:xfrm flipH="1" rot="10800000">
            <a:off x="2423575" y="4580917"/>
            <a:ext cx="294162" cy="441941"/>
            <a:chOff x="2012625" y="1628925"/>
            <a:chExt cx="914400" cy="1675925"/>
          </a:xfrm>
        </p:grpSpPr>
        <p:sp>
          <p:nvSpPr>
            <p:cNvPr id="1295" name="Google Shape;129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96" name="Google Shape;129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97" name="Google Shape;129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298" name="Google Shape;129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299" name="Google Shape;129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300" name="Google Shape;130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01" name="Google Shape;130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02" name="Google Shape;130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03" name="Google Shape;130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04" name="Google Shape;130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05" name="Google Shape;130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306" name="Google Shape;130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07" name="Google Shape;130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08" name="Google Shape;130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09" name="Google Shape;130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10" name="Google Shape;131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11" name="Google Shape;131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312" name="Google Shape;131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13" name="Google Shape;131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14" name="Google Shape;131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15" name="Google Shape;131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16" name="Google Shape;131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317" name="Google Shape;131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18" name="Google Shape;131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19" name="Google Shape;131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320" name="Google Shape;1320;p14"/>
          <p:cNvGrpSpPr/>
          <p:nvPr/>
        </p:nvGrpSpPr>
        <p:grpSpPr>
          <a:xfrm flipH="1" rot="10800000">
            <a:off x="2707022" y="4494379"/>
            <a:ext cx="294162" cy="441941"/>
            <a:chOff x="2012625" y="1628925"/>
            <a:chExt cx="914400" cy="1675925"/>
          </a:xfrm>
        </p:grpSpPr>
        <p:sp>
          <p:nvSpPr>
            <p:cNvPr id="1321" name="Google Shape;1321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22" name="Google Shape;1322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23" name="Google Shape;1323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24" name="Google Shape;1324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325" name="Google Shape;1325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326" name="Google Shape;132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27" name="Google Shape;132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28" name="Google Shape;132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29" name="Google Shape;132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30" name="Google Shape;133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31" name="Google Shape;1331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332" name="Google Shape;133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33" name="Google Shape;133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34" name="Google Shape;133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35" name="Google Shape;133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36" name="Google Shape;133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37" name="Google Shape;1337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338" name="Google Shape;133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39" name="Google Shape;133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40" name="Google Shape;134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41" name="Google Shape;134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42" name="Google Shape;134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343" name="Google Shape;1343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44" name="Google Shape;1344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45" name="Google Shape;1345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346" name="Google Shape;1346;p14"/>
          <p:cNvGrpSpPr/>
          <p:nvPr/>
        </p:nvGrpSpPr>
        <p:grpSpPr>
          <a:xfrm>
            <a:off x="1670450" y="4220714"/>
            <a:ext cx="294162" cy="441941"/>
            <a:chOff x="2012625" y="1628925"/>
            <a:chExt cx="914400" cy="1675925"/>
          </a:xfrm>
        </p:grpSpPr>
        <p:sp>
          <p:nvSpPr>
            <p:cNvPr id="1347" name="Google Shape;1347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48" name="Google Shape;1348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49" name="Google Shape;1349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50" name="Google Shape;1350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351" name="Google Shape;1351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352" name="Google Shape;135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53" name="Google Shape;135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54" name="Google Shape;135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55" name="Google Shape;135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56" name="Google Shape;135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57" name="Google Shape;1357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358" name="Google Shape;135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59" name="Google Shape;135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60" name="Google Shape;136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61" name="Google Shape;136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62" name="Google Shape;136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63" name="Google Shape;1363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364" name="Google Shape;136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65" name="Google Shape;136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66" name="Google Shape;136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67" name="Google Shape;136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68" name="Google Shape;136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369" name="Google Shape;1369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70" name="Google Shape;1370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71" name="Google Shape;1371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372" name="Google Shape;1372;p14"/>
          <p:cNvGrpSpPr/>
          <p:nvPr/>
        </p:nvGrpSpPr>
        <p:grpSpPr>
          <a:xfrm flipH="1" rot="10800000">
            <a:off x="1670450" y="4662892"/>
            <a:ext cx="294162" cy="441941"/>
            <a:chOff x="2012625" y="1628925"/>
            <a:chExt cx="914400" cy="1675925"/>
          </a:xfrm>
        </p:grpSpPr>
        <p:sp>
          <p:nvSpPr>
            <p:cNvPr id="1373" name="Google Shape;137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74" name="Google Shape;137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75" name="Google Shape;137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76" name="Google Shape;137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377" name="Google Shape;137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378" name="Google Shape;137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79" name="Google Shape;137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80" name="Google Shape;138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81" name="Google Shape;138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82" name="Google Shape;138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83" name="Google Shape;138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384" name="Google Shape;138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85" name="Google Shape;138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86" name="Google Shape;138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87" name="Google Shape;138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88" name="Google Shape;138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389" name="Google Shape;138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390" name="Google Shape;139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391" name="Google Shape;139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392" name="Google Shape;139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393" name="Google Shape;139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394" name="Google Shape;139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395" name="Google Shape;139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96" name="Google Shape;139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397" name="Google Shape;139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1398" name="Google Shape;1398;p14"/>
          <p:cNvSpPr/>
          <p:nvPr/>
        </p:nvSpPr>
        <p:spPr>
          <a:xfrm>
            <a:off x="1379125" y="4358175"/>
            <a:ext cx="285900" cy="636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1399" name="Google Shape;1399;p14"/>
          <p:cNvGrpSpPr/>
          <p:nvPr/>
        </p:nvGrpSpPr>
        <p:grpSpPr>
          <a:xfrm>
            <a:off x="1376275" y="4245689"/>
            <a:ext cx="294162" cy="441941"/>
            <a:chOff x="2012625" y="1628925"/>
            <a:chExt cx="914400" cy="1675925"/>
          </a:xfrm>
        </p:grpSpPr>
        <p:sp>
          <p:nvSpPr>
            <p:cNvPr id="1400" name="Google Shape;1400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01" name="Google Shape;1401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02" name="Google Shape;1402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03" name="Google Shape;1403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404" name="Google Shape;1404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405" name="Google Shape;1405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06" name="Google Shape;1406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07" name="Google Shape;1407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08" name="Google Shape;1408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09" name="Google Shape;1409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10" name="Google Shape;1410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411" name="Google Shape;1411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12" name="Google Shape;1412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13" name="Google Shape;1413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14" name="Google Shape;1414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15" name="Google Shape;1415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16" name="Google Shape;1416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417" name="Google Shape;1417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18" name="Google Shape;1418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19" name="Google Shape;1419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20" name="Google Shape;1420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21" name="Google Shape;1421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422" name="Google Shape;1422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23" name="Google Shape;1423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24" name="Google Shape;1424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425" name="Google Shape;1425;p14"/>
          <p:cNvGrpSpPr/>
          <p:nvPr/>
        </p:nvGrpSpPr>
        <p:grpSpPr>
          <a:xfrm flipH="1" rot="10800000">
            <a:off x="1376275" y="4687867"/>
            <a:ext cx="294162" cy="441941"/>
            <a:chOff x="2012625" y="1628925"/>
            <a:chExt cx="914400" cy="1675925"/>
          </a:xfrm>
        </p:grpSpPr>
        <p:sp>
          <p:nvSpPr>
            <p:cNvPr id="1426" name="Google Shape;1426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27" name="Google Shape;1427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28" name="Google Shape;1428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29" name="Google Shape;1429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430" name="Google Shape;1430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431" name="Google Shape;1431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32" name="Google Shape;1432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33" name="Google Shape;1433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34" name="Google Shape;1434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35" name="Google Shape;1435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36" name="Google Shape;1436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437" name="Google Shape;1437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38" name="Google Shape;1438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39" name="Google Shape;1439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40" name="Google Shape;1440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41" name="Google Shape;1441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42" name="Google Shape;1442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443" name="Google Shape;1443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44" name="Google Shape;1444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45" name="Google Shape;1445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46" name="Google Shape;1446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47" name="Google Shape;1447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448" name="Google Shape;1448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49" name="Google Shape;1449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50" name="Google Shape;1450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1451" name="Google Shape;1451;p14"/>
          <p:cNvSpPr/>
          <p:nvPr/>
        </p:nvSpPr>
        <p:spPr>
          <a:xfrm>
            <a:off x="1084950" y="4396475"/>
            <a:ext cx="285900" cy="636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1452" name="Google Shape;1452;p14"/>
          <p:cNvGrpSpPr/>
          <p:nvPr/>
        </p:nvGrpSpPr>
        <p:grpSpPr>
          <a:xfrm>
            <a:off x="1082100" y="4283989"/>
            <a:ext cx="294162" cy="441941"/>
            <a:chOff x="2012625" y="1628925"/>
            <a:chExt cx="914400" cy="1675925"/>
          </a:xfrm>
        </p:grpSpPr>
        <p:sp>
          <p:nvSpPr>
            <p:cNvPr id="1453" name="Google Shape;1453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54" name="Google Shape;1454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55" name="Google Shape;1455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56" name="Google Shape;1456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457" name="Google Shape;1457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458" name="Google Shape;1458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59" name="Google Shape;1459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60" name="Google Shape;1460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61" name="Google Shape;1461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62" name="Google Shape;1462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63" name="Google Shape;1463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464" name="Google Shape;146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65" name="Google Shape;146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66" name="Google Shape;146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67" name="Google Shape;146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68" name="Google Shape;146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69" name="Google Shape;1469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470" name="Google Shape;147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71" name="Google Shape;147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72" name="Google Shape;147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73" name="Google Shape;147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74" name="Google Shape;147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475" name="Google Shape;1475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76" name="Google Shape;1476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77" name="Google Shape;1477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478" name="Google Shape;1478;p14"/>
          <p:cNvGrpSpPr/>
          <p:nvPr/>
        </p:nvGrpSpPr>
        <p:grpSpPr>
          <a:xfrm flipH="1" rot="10800000">
            <a:off x="1082100" y="4726167"/>
            <a:ext cx="294162" cy="441941"/>
            <a:chOff x="2012625" y="1628925"/>
            <a:chExt cx="914400" cy="1675925"/>
          </a:xfrm>
        </p:grpSpPr>
        <p:sp>
          <p:nvSpPr>
            <p:cNvPr id="1479" name="Google Shape;147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80" name="Google Shape;148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81" name="Google Shape;148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482" name="Google Shape;148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483" name="Google Shape;148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484" name="Google Shape;148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85" name="Google Shape;148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86" name="Google Shape;148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87" name="Google Shape;148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88" name="Google Shape;148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89" name="Google Shape;148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490" name="Google Shape;149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91" name="Google Shape;149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92" name="Google Shape;149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93" name="Google Shape;149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494" name="Google Shape;149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495" name="Google Shape;149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496" name="Google Shape;149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497" name="Google Shape;149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498" name="Google Shape;149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499" name="Google Shape;149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500" name="Google Shape;150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501" name="Google Shape;150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02" name="Google Shape;150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03" name="Google Shape;150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04" name="Google Shape;1504;p14"/>
          <p:cNvGrpSpPr/>
          <p:nvPr/>
        </p:nvGrpSpPr>
        <p:grpSpPr>
          <a:xfrm>
            <a:off x="824904" y="4358169"/>
            <a:ext cx="254337" cy="830515"/>
            <a:chOff x="715350" y="4299250"/>
            <a:chExt cx="285900" cy="958250"/>
          </a:xfrm>
        </p:grpSpPr>
        <p:sp>
          <p:nvSpPr>
            <p:cNvPr id="1505" name="Google Shape;1505;p14"/>
            <p:cNvSpPr/>
            <p:nvPr/>
          </p:nvSpPr>
          <p:spPr>
            <a:xfrm>
              <a:off x="715350" y="4299250"/>
              <a:ext cx="285900" cy="832200"/>
            </a:xfrm>
            <a:prstGeom prst="can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06" name="Google Shape;1506;p14"/>
            <p:cNvSpPr/>
            <p:nvPr/>
          </p:nvSpPr>
          <p:spPr>
            <a:xfrm flipH="1" rot="10800000">
              <a:off x="715350" y="4425300"/>
              <a:ext cx="285900" cy="832200"/>
            </a:xfrm>
            <a:prstGeom prst="can">
              <a:avLst>
                <a:gd fmla="val 25000" name="adj"/>
              </a:avLst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1507" name="Google Shape;1507;p14"/>
          <p:cNvSpPr/>
          <p:nvPr/>
        </p:nvSpPr>
        <p:spPr>
          <a:xfrm>
            <a:off x="530725" y="4443850"/>
            <a:ext cx="288600" cy="66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1508" name="Google Shape;1508;p14"/>
          <p:cNvGrpSpPr/>
          <p:nvPr/>
        </p:nvGrpSpPr>
        <p:grpSpPr>
          <a:xfrm>
            <a:off x="527875" y="4331364"/>
            <a:ext cx="294162" cy="441941"/>
            <a:chOff x="2012625" y="1628925"/>
            <a:chExt cx="914400" cy="1675925"/>
          </a:xfrm>
        </p:grpSpPr>
        <p:sp>
          <p:nvSpPr>
            <p:cNvPr id="1509" name="Google Shape;1509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11" name="Google Shape;1511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513" name="Google Shape;1513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514" name="Google Shape;1514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515" name="Google Shape;1515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516" name="Google Shape;1516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517" name="Google Shape;1517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518" name="Google Shape;1518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519" name="Google Shape;1519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520" name="Google Shape;152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521" name="Google Shape;152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522" name="Google Shape;152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523" name="Google Shape;152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524" name="Google Shape;152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525" name="Google Shape;1525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526" name="Google Shape;152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527" name="Google Shape;152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528" name="Google Shape;152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529" name="Google Shape;152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530" name="Google Shape;153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531" name="Google Shape;1531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32" name="Google Shape;1532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33" name="Google Shape;1533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34" name="Google Shape;1534;p14"/>
          <p:cNvGrpSpPr/>
          <p:nvPr/>
        </p:nvGrpSpPr>
        <p:grpSpPr>
          <a:xfrm flipH="1" rot="10800000">
            <a:off x="527875" y="4773542"/>
            <a:ext cx="294162" cy="441941"/>
            <a:chOff x="2012625" y="1628925"/>
            <a:chExt cx="914400" cy="1675925"/>
          </a:xfrm>
        </p:grpSpPr>
        <p:sp>
          <p:nvSpPr>
            <p:cNvPr id="1535" name="Google Shape;1535;p14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37" name="Google Shape;1537;p14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539" name="Google Shape;1539;p14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1540" name="Google Shape;1540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541" name="Google Shape;1541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542" name="Google Shape;1542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543" name="Google Shape;1543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544" name="Google Shape;1544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545" name="Google Shape;1545;p14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1546" name="Google Shape;1546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547" name="Google Shape;1547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548" name="Google Shape;1548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549" name="Google Shape;1549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550" name="Google Shape;1550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551" name="Google Shape;1551;p14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1552" name="Google Shape;1552;p14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553" name="Google Shape;1553;p14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554" name="Google Shape;1554;p14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555" name="Google Shape;1555;p14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556" name="Google Shape;1556;p14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557" name="Google Shape;1557;p14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60" name="Google Shape;1560;p14"/>
          <p:cNvGrpSpPr/>
          <p:nvPr/>
        </p:nvGrpSpPr>
        <p:grpSpPr>
          <a:xfrm>
            <a:off x="7542047" y="2215413"/>
            <a:ext cx="595753" cy="884125"/>
            <a:chOff x="5542697" y="2783650"/>
            <a:chExt cx="595753" cy="884125"/>
          </a:xfrm>
        </p:grpSpPr>
        <p:sp>
          <p:nvSpPr>
            <p:cNvPr id="1561" name="Google Shape;1561;p14"/>
            <p:cNvSpPr/>
            <p:nvPr/>
          </p:nvSpPr>
          <p:spPr>
            <a:xfrm>
              <a:off x="5542697" y="278365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5542697" y="342900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5542700" y="2900675"/>
              <a:ext cx="2943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5844147" y="278365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5844147" y="342900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5844150" y="2900675"/>
              <a:ext cx="2943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5679025" y="2835575"/>
              <a:ext cx="327000" cy="7794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0B53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5677675" y="2783650"/>
              <a:ext cx="327000" cy="978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69" name="Google Shape;1569;p14"/>
            <p:cNvSpPr/>
            <p:nvPr/>
          </p:nvSpPr>
          <p:spPr>
            <a:xfrm>
              <a:off x="5677675" y="3569975"/>
              <a:ext cx="327000" cy="978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70" name="Google Shape;1570;p14"/>
          <p:cNvGrpSpPr/>
          <p:nvPr/>
        </p:nvGrpSpPr>
        <p:grpSpPr>
          <a:xfrm>
            <a:off x="8279199" y="3375588"/>
            <a:ext cx="254327" cy="884125"/>
            <a:chOff x="5542697" y="2783650"/>
            <a:chExt cx="595753" cy="884125"/>
          </a:xfrm>
        </p:grpSpPr>
        <p:sp>
          <p:nvSpPr>
            <p:cNvPr id="1571" name="Google Shape;1571;p14"/>
            <p:cNvSpPr/>
            <p:nvPr/>
          </p:nvSpPr>
          <p:spPr>
            <a:xfrm>
              <a:off x="5542697" y="278365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5542697" y="342900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3" name="Google Shape;1573;p14"/>
            <p:cNvSpPr/>
            <p:nvPr/>
          </p:nvSpPr>
          <p:spPr>
            <a:xfrm>
              <a:off x="5542700" y="2900675"/>
              <a:ext cx="2943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5844147" y="278365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5844147" y="3429002"/>
              <a:ext cx="2943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5844150" y="2900675"/>
              <a:ext cx="2943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7" name="Google Shape;1577;p14"/>
            <p:cNvSpPr/>
            <p:nvPr/>
          </p:nvSpPr>
          <p:spPr>
            <a:xfrm>
              <a:off x="5679025" y="2835575"/>
              <a:ext cx="327000" cy="7794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0B53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8" name="Google Shape;1578;p14"/>
            <p:cNvSpPr/>
            <p:nvPr/>
          </p:nvSpPr>
          <p:spPr>
            <a:xfrm>
              <a:off x="5677675" y="2783650"/>
              <a:ext cx="327000" cy="978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79" name="Google Shape;1579;p14"/>
            <p:cNvSpPr/>
            <p:nvPr/>
          </p:nvSpPr>
          <p:spPr>
            <a:xfrm>
              <a:off x="5677675" y="3569975"/>
              <a:ext cx="327000" cy="978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1580" name="Google Shape;1580;p14"/>
          <p:cNvSpPr/>
          <p:nvPr/>
        </p:nvSpPr>
        <p:spPr>
          <a:xfrm>
            <a:off x="6650411" y="2955102"/>
            <a:ext cx="125637" cy="2376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81" name="Google Shape;1581;p14"/>
          <p:cNvSpPr/>
          <p:nvPr/>
        </p:nvSpPr>
        <p:spPr>
          <a:xfrm>
            <a:off x="6650411" y="3600452"/>
            <a:ext cx="125637" cy="2376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82" name="Google Shape;1582;p14"/>
          <p:cNvSpPr/>
          <p:nvPr/>
        </p:nvSpPr>
        <p:spPr>
          <a:xfrm>
            <a:off x="6650413" y="3072125"/>
            <a:ext cx="125637" cy="6597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83" name="Google Shape;1583;p14"/>
          <p:cNvSpPr/>
          <p:nvPr/>
        </p:nvSpPr>
        <p:spPr>
          <a:xfrm>
            <a:off x="6779100" y="2955102"/>
            <a:ext cx="125637" cy="2376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84" name="Google Shape;1584;p14"/>
          <p:cNvSpPr/>
          <p:nvPr/>
        </p:nvSpPr>
        <p:spPr>
          <a:xfrm>
            <a:off x="6779100" y="3600452"/>
            <a:ext cx="125637" cy="2376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585" name="Google Shape;1585;p14"/>
          <p:cNvSpPr/>
          <p:nvPr/>
        </p:nvSpPr>
        <p:spPr>
          <a:xfrm>
            <a:off x="6779102" y="3072125"/>
            <a:ext cx="125637" cy="6597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1586" name="Google Shape;1586;p14"/>
          <p:cNvGrpSpPr/>
          <p:nvPr/>
        </p:nvGrpSpPr>
        <p:grpSpPr>
          <a:xfrm>
            <a:off x="6768203" y="2983600"/>
            <a:ext cx="18302" cy="809500"/>
            <a:chOff x="6829428" y="2955100"/>
            <a:chExt cx="18302" cy="809500"/>
          </a:xfrm>
        </p:grpSpPr>
        <p:sp>
          <p:nvSpPr>
            <p:cNvPr id="1587" name="Google Shape;1587;p14"/>
            <p:cNvSpPr/>
            <p:nvPr/>
          </p:nvSpPr>
          <p:spPr>
            <a:xfrm>
              <a:off x="6829428" y="2969550"/>
              <a:ext cx="18300" cy="7794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0B53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88" name="Google Shape;1588;p14"/>
            <p:cNvSpPr/>
            <p:nvPr/>
          </p:nvSpPr>
          <p:spPr>
            <a:xfrm>
              <a:off x="6829429" y="2955100"/>
              <a:ext cx="18300" cy="225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89" name="Google Shape;1589;p14"/>
            <p:cNvSpPr/>
            <p:nvPr/>
          </p:nvSpPr>
          <p:spPr>
            <a:xfrm>
              <a:off x="6829429" y="3742100"/>
              <a:ext cx="18300" cy="225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90" name="Google Shape;1590;p14"/>
          <p:cNvGrpSpPr/>
          <p:nvPr/>
        </p:nvGrpSpPr>
        <p:grpSpPr>
          <a:xfrm>
            <a:off x="6707500" y="2955213"/>
            <a:ext cx="146225" cy="57427"/>
            <a:chOff x="6707500" y="2955100"/>
            <a:chExt cx="146225" cy="42000"/>
          </a:xfrm>
        </p:grpSpPr>
        <p:sp>
          <p:nvSpPr>
            <p:cNvPr id="1591" name="Google Shape;1591;p14"/>
            <p:cNvSpPr/>
            <p:nvPr/>
          </p:nvSpPr>
          <p:spPr>
            <a:xfrm>
              <a:off x="6707500" y="2955100"/>
              <a:ext cx="89100" cy="420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92" name="Google Shape;1592;p14"/>
            <p:cNvSpPr/>
            <p:nvPr/>
          </p:nvSpPr>
          <p:spPr>
            <a:xfrm flipH="1">
              <a:off x="6764625" y="2955100"/>
              <a:ext cx="89100" cy="420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93" name="Google Shape;1593;p14"/>
          <p:cNvGrpSpPr/>
          <p:nvPr/>
        </p:nvGrpSpPr>
        <p:grpSpPr>
          <a:xfrm>
            <a:off x="5477660" y="2807507"/>
            <a:ext cx="29899" cy="847466"/>
            <a:chOff x="6829428" y="2955100"/>
            <a:chExt cx="18302" cy="809500"/>
          </a:xfrm>
        </p:grpSpPr>
        <p:sp>
          <p:nvSpPr>
            <p:cNvPr id="1594" name="Google Shape;1594;p14"/>
            <p:cNvSpPr/>
            <p:nvPr/>
          </p:nvSpPr>
          <p:spPr>
            <a:xfrm>
              <a:off x="6829428" y="2969550"/>
              <a:ext cx="18300" cy="7794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0B53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95" name="Google Shape;1595;p14"/>
            <p:cNvSpPr/>
            <p:nvPr/>
          </p:nvSpPr>
          <p:spPr>
            <a:xfrm>
              <a:off x="6829429" y="2955100"/>
              <a:ext cx="18300" cy="225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96" name="Google Shape;1596;p14"/>
            <p:cNvSpPr/>
            <p:nvPr/>
          </p:nvSpPr>
          <p:spPr>
            <a:xfrm>
              <a:off x="6829429" y="3742100"/>
              <a:ext cx="18300" cy="225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597" name="Google Shape;1597;p14"/>
          <p:cNvGrpSpPr/>
          <p:nvPr/>
        </p:nvGrpSpPr>
        <p:grpSpPr>
          <a:xfrm>
            <a:off x="5420013" y="2783642"/>
            <a:ext cx="146225" cy="52374"/>
            <a:chOff x="7550475" y="3494500"/>
            <a:chExt cx="146225" cy="42000"/>
          </a:xfrm>
        </p:grpSpPr>
        <p:sp>
          <p:nvSpPr>
            <p:cNvPr id="1598" name="Google Shape;1598;p14"/>
            <p:cNvSpPr/>
            <p:nvPr/>
          </p:nvSpPr>
          <p:spPr>
            <a:xfrm>
              <a:off x="7550475" y="3494500"/>
              <a:ext cx="89100" cy="420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599" name="Google Shape;1599;p14"/>
            <p:cNvSpPr/>
            <p:nvPr/>
          </p:nvSpPr>
          <p:spPr>
            <a:xfrm flipH="1">
              <a:off x="7607600" y="3494500"/>
              <a:ext cx="89100" cy="420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600" name="Google Shape;1600;p14"/>
          <p:cNvGrpSpPr/>
          <p:nvPr/>
        </p:nvGrpSpPr>
        <p:grpSpPr>
          <a:xfrm>
            <a:off x="7605124" y="5033152"/>
            <a:ext cx="254390" cy="882950"/>
            <a:chOff x="7493386" y="3494502"/>
            <a:chExt cx="254390" cy="882950"/>
          </a:xfrm>
        </p:grpSpPr>
        <p:sp>
          <p:nvSpPr>
            <p:cNvPr id="1601" name="Google Shape;1601;p14"/>
            <p:cNvSpPr/>
            <p:nvPr/>
          </p:nvSpPr>
          <p:spPr>
            <a:xfrm>
              <a:off x="7493386" y="349450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7493386" y="413985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03" name="Google Shape;1603;p14"/>
            <p:cNvSpPr/>
            <p:nvPr/>
          </p:nvSpPr>
          <p:spPr>
            <a:xfrm>
              <a:off x="7493388" y="3611525"/>
              <a:ext cx="1257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04" name="Google Shape;1604;p14"/>
            <p:cNvSpPr/>
            <p:nvPr/>
          </p:nvSpPr>
          <p:spPr>
            <a:xfrm>
              <a:off x="7622075" y="349450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05" name="Google Shape;1605;p14"/>
            <p:cNvSpPr/>
            <p:nvPr/>
          </p:nvSpPr>
          <p:spPr>
            <a:xfrm>
              <a:off x="7622075" y="4139852"/>
              <a:ext cx="125700" cy="237600"/>
            </a:xfrm>
            <a:prstGeom prst="ellipse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06" name="Google Shape;1606;p14"/>
            <p:cNvSpPr/>
            <p:nvPr/>
          </p:nvSpPr>
          <p:spPr>
            <a:xfrm>
              <a:off x="7622077" y="3611525"/>
              <a:ext cx="125700" cy="6597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07" name="Google Shape;1607;p14"/>
            <p:cNvSpPr/>
            <p:nvPr/>
          </p:nvSpPr>
          <p:spPr>
            <a:xfrm>
              <a:off x="7551425" y="4270525"/>
              <a:ext cx="146100" cy="876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08" name="Google Shape;1608;p14"/>
            <p:cNvSpPr/>
            <p:nvPr/>
          </p:nvSpPr>
          <p:spPr>
            <a:xfrm>
              <a:off x="7551425" y="3523925"/>
              <a:ext cx="146100" cy="87600"/>
            </a:xfrm>
            <a:prstGeom prst="rect">
              <a:avLst/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609" name="Google Shape;1609;p14"/>
          <p:cNvGrpSpPr/>
          <p:nvPr/>
        </p:nvGrpSpPr>
        <p:grpSpPr>
          <a:xfrm>
            <a:off x="7716860" y="5056932"/>
            <a:ext cx="29899" cy="847466"/>
            <a:chOff x="6829428" y="2955100"/>
            <a:chExt cx="18302" cy="809500"/>
          </a:xfrm>
        </p:grpSpPr>
        <p:sp>
          <p:nvSpPr>
            <p:cNvPr id="1610" name="Google Shape;1610;p14"/>
            <p:cNvSpPr/>
            <p:nvPr/>
          </p:nvSpPr>
          <p:spPr>
            <a:xfrm>
              <a:off x="6829428" y="2969550"/>
              <a:ext cx="18300" cy="7794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0B53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11" name="Google Shape;1611;p14"/>
            <p:cNvSpPr/>
            <p:nvPr/>
          </p:nvSpPr>
          <p:spPr>
            <a:xfrm>
              <a:off x="6829429" y="2955100"/>
              <a:ext cx="18300" cy="225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12" name="Google Shape;1612;p14"/>
            <p:cNvSpPr/>
            <p:nvPr/>
          </p:nvSpPr>
          <p:spPr>
            <a:xfrm>
              <a:off x="6829429" y="3742100"/>
              <a:ext cx="18300" cy="22500"/>
            </a:xfrm>
            <a:prstGeom prst="ellipse">
              <a:avLst/>
            </a:prstGeom>
            <a:solidFill>
              <a:srgbClr val="0B5394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613" name="Google Shape;1613;p14"/>
          <p:cNvGrpSpPr/>
          <p:nvPr/>
        </p:nvGrpSpPr>
        <p:grpSpPr>
          <a:xfrm>
            <a:off x="7659213" y="5033067"/>
            <a:ext cx="146225" cy="52374"/>
            <a:chOff x="7550475" y="3494500"/>
            <a:chExt cx="146225" cy="42000"/>
          </a:xfrm>
        </p:grpSpPr>
        <p:sp>
          <p:nvSpPr>
            <p:cNvPr id="1614" name="Google Shape;1614;p14"/>
            <p:cNvSpPr/>
            <p:nvPr/>
          </p:nvSpPr>
          <p:spPr>
            <a:xfrm>
              <a:off x="7550475" y="3494500"/>
              <a:ext cx="89100" cy="420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15" name="Google Shape;1615;p14"/>
            <p:cNvSpPr/>
            <p:nvPr/>
          </p:nvSpPr>
          <p:spPr>
            <a:xfrm flipH="1">
              <a:off x="7607600" y="3494500"/>
              <a:ext cx="89100" cy="420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6FA8DC"/>
            </a:solidFill>
            <a:ln cap="flat" cmpd="sng" w="9525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pic>
        <p:nvPicPr>
          <p:cNvPr id="1616" name="Google Shape;1616;p14" title="I.Phosphilipid Bilay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13" y="5298200"/>
            <a:ext cx="2349399" cy="1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15"/>
          <p:cNvGrpSpPr/>
          <p:nvPr/>
        </p:nvGrpSpPr>
        <p:grpSpPr>
          <a:xfrm rot="-26007">
            <a:off x="1389882" y="1773619"/>
            <a:ext cx="233416" cy="466182"/>
            <a:chOff x="5705875" y="4790627"/>
            <a:chExt cx="294300" cy="441921"/>
          </a:xfrm>
        </p:grpSpPr>
        <p:sp>
          <p:nvSpPr>
            <p:cNvPr id="1622" name="Google Shape;1622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23" name="Google Shape;1623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24" name="Google Shape;1624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25" name="Google Shape;1625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626" name="Google Shape;1626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627" name="Google Shape;162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28" name="Google Shape;162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29" name="Google Shape;162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30" name="Google Shape;163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31" name="Google Shape;163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32" name="Google Shape;1632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633" name="Google Shape;163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34" name="Google Shape;163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35" name="Google Shape;163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36" name="Google Shape;163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37" name="Google Shape;163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38" name="Google Shape;1638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639" name="Google Shape;163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40" name="Google Shape;164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41" name="Google Shape;164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42" name="Google Shape;164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43" name="Google Shape;164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644" name="Google Shape;1644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45" name="Google Shape;1645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46" name="Google Shape;1646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47" name="Google Shape;1647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48" name="Google Shape;1648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49" name="Google Shape;1649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50" name="Google Shape;1650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651" name="Google Shape;1651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652" name="Google Shape;165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53" name="Google Shape;165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54" name="Google Shape;165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55" name="Google Shape;165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56" name="Google Shape;165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57" name="Google Shape;1657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658" name="Google Shape;165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59" name="Google Shape;165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60" name="Google Shape;166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61" name="Google Shape;166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62" name="Google Shape;166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63" name="Google Shape;1663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664" name="Google Shape;166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65" name="Google Shape;166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66" name="Google Shape;166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67" name="Google Shape;166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68" name="Google Shape;166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669" name="Google Shape;1669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70" name="Google Shape;1670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71" name="Google Shape;1671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672" name="Google Shape;1672;p15"/>
          <p:cNvGrpSpPr/>
          <p:nvPr/>
        </p:nvGrpSpPr>
        <p:grpSpPr>
          <a:xfrm flipH="1" rot="-10773993">
            <a:off x="1389882" y="3432020"/>
            <a:ext cx="233416" cy="466182"/>
            <a:chOff x="5705875" y="4790627"/>
            <a:chExt cx="294300" cy="441921"/>
          </a:xfrm>
        </p:grpSpPr>
        <p:sp>
          <p:nvSpPr>
            <p:cNvPr id="1673" name="Google Shape;1673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74" name="Google Shape;1674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75" name="Google Shape;1675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76" name="Google Shape;1676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677" name="Google Shape;1677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678" name="Google Shape;167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79" name="Google Shape;167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80" name="Google Shape;168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81" name="Google Shape;168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82" name="Google Shape;168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83" name="Google Shape;1683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684" name="Google Shape;168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85" name="Google Shape;168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86" name="Google Shape;168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87" name="Google Shape;168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88" name="Google Shape;168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689" name="Google Shape;1689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690" name="Google Shape;169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691" name="Google Shape;169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692" name="Google Shape;169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693" name="Google Shape;169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694" name="Google Shape;169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695" name="Google Shape;1695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96" name="Google Shape;1696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97" name="Google Shape;1697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98" name="Google Shape;1698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699" name="Google Shape;1699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00" name="Google Shape;1700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01" name="Google Shape;1701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702" name="Google Shape;1702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703" name="Google Shape;170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04" name="Google Shape;170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05" name="Google Shape;170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06" name="Google Shape;170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07" name="Google Shape;170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08" name="Google Shape;1708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709" name="Google Shape;170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10" name="Google Shape;171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11" name="Google Shape;171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12" name="Google Shape;171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13" name="Google Shape;171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14" name="Google Shape;1714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715" name="Google Shape;171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16" name="Google Shape;171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17" name="Google Shape;171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18" name="Google Shape;171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19" name="Google Shape;171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720" name="Google Shape;1720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21" name="Google Shape;1721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22" name="Google Shape;1722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723" name="Google Shape;1723;p15"/>
          <p:cNvGrpSpPr/>
          <p:nvPr/>
        </p:nvGrpSpPr>
        <p:grpSpPr>
          <a:xfrm rot="5376835">
            <a:off x="2160167" y="2617323"/>
            <a:ext cx="248954" cy="437060"/>
            <a:chOff x="5705875" y="4790627"/>
            <a:chExt cx="294300" cy="441921"/>
          </a:xfrm>
        </p:grpSpPr>
        <p:sp>
          <p:nvSpPr>
            <p:cNvPr id="1724" name="Google Shape;1724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25" name="Google Shape;1725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26" name="Google Shape;1726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27" name="Google Shape;1727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728" name="Google Shape;1728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729" name="Google Shape;172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30" name="Google Shape;173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31" name="Google Shape;173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32" name="Google Shape;173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33" name="Google Shape;173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34" name="Google Shape;1734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735" name="Google Shape;173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36" name="Google Shape;173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37" name="Google Shape;173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38" name="Google Shape;173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39" name="Google Shape;173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40" name="Google Shape;1740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741" name="Google Shape;174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42" name="Google Shape;174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43" name="Google Shape;174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44" name="Google Shape;174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45" name="Google Shape;174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746" name="Google Shape;1746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47" name="Google Shape;1747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48" name="Google Shape;1748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49" name="Google Shape;1749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50" name="Google Shape;1750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51" name="Google Shape;1751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52" name="Google Shape;1752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753" name="Google Shape;1753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754" name="Google Shape;175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55" name="Google Shape;175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56" name="Google Shape;175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57" name="Google Shape;175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58" name="Google Shape;175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59" name="Google Shape;1759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760" name="Google Shape;176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61" name="Google Shape;176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62" name="Google Shape;176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63" name="Google Shape;176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64" name="Google Shape;176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65" name="Google Shape;1765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766" name="Google Shape;176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67" name="Google Shape;176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68" name="Google Shape;176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69" name="Google Shape;176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70" name="Google Shape;177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771" name="Google Shape;1771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72" name="Google Shape;1772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73" name="Google Shape;1773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774" name="Google Shape;1774;p15"/>
          <p:cNvGrpSpPr/>
          <p:nvPr/>
        </p:nvGrpSpPr>
        <p:grpSpPr>
          <a:xfrm flipH="1" rot="-5376835">
            <a:off x="604031" y="2617323"/>
            <a:ext cx="248954" cy="437060"/>
            <a:chOff x="5705875" y="4790627"/>
            <a:chExt cx="294300" cy="441921"/>
          </a:xfrm>
        </p:grpSpPr>
        <p:sp>
          <p:nvSpPr>
            <p:cNvPr id="1775" name="Google Shape;1775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76" name="Google Shape;1776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77" name="Google Shape;1777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78" name="Google Shape;1778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779" name="Google Shape;1779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780" name="Google Shape;178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81" name="Google Shape;178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82" name="Google Shape;178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83" name="Google Shape;178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84" name="Google Shape;178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85" name="Google Shape;1785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786" name="Google Shape;178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87" name="Google Shape;178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88" name="Google Shape;178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89" name="Google Shape;178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90" name="Google Shape;179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791" name="Google Shape;1791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792" name="Google Shape;179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793" name="Google Shape;179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794" name="Google Shape;179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795" name="Google Shape;179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796" name="Google Shape;179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797" name="Google Shape;1797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98" name="Google Shape;1798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799" name="Google Shape;1799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00" name="Google Shape;1800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01" name="Google Shape;1801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02" name="Google Shape;1802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03" name="Google Shape;1803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804" name="Google Shape;1804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805" name="Google Shape;180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06" name="Google Shape;180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07" name="Google Shape;180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08" name="Google Shape;180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09" name="Google Shape;180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10" name="Google Shape;1810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811" name="Google Shape;181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12" name="Google Shape;181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13" name="Google Shape;181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14" name="Google Shape;181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15" name="Google Shape;181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16" name="Google Shape;1816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817" name="Google Shape;181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18" name="Google Shape;181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19" name="Google Shape;181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20" name="Google Shape;182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21" name="Google Shape;182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822" name="Google Shape;1822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23" name="Google Shape;1823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24" name="Google Shape;1824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825" name="Google Shape;1825;p15"/>
          <p:cNvGrpSpPr/>
          <p:nvPr/>
        </p:nvGrpSpPr>
        <p:grpSpPr>
          <a:xfrm rot="-1083477">
            <a:off x="1168006" y="1809522"/>
            <a:ext cx="234792" cy="463866"/>
            <a:chOff x="5705875" y="4790627"/>
            <a:chExt cx="294300" cy="441921"/>
          </a:xfrm>
        </p:grpSpPr>
        <p:sp>
          <p:nvSpPr>
            <p:cNvPr id="1826" name="Google Shape;1826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27" name="Google Shape;1827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28" name="Google Shape;1828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29" name="Google Shape;1829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830" name="Google Shape;1830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831" name="Google Shape;183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32" name="Google Shape;183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33" name="Google Shape;183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34" name="Google Shape;183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35" name="Google Shape;183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36" name="Google Shape;1836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837" name="Google Shape;183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38" name="Google Shape;183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39" name="Google Shape;183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40" name="Google Shape;184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41" name="Google Shape;184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42" name="Google Shape;1842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843" name="Google Shape;184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44" name="Google Shape;184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45" name="Google Shape;184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46" name="Google Shape;184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47" name="Google Shape;184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848" name="Google Shape;1848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49" name="Google Shape;1849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50" name="Google Shape;1850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51" name="Google Shape;1851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52" name="Google Shape;1852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53" name="Google Shape;1853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54" name="Google Shape;1854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855" name="Google Shape;1855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856" name="Google Shape;185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57" name="Google Shape;185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58" name="Google Shape;185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59" name="Google Shape;185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60" name="Google Shape;186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61" name="Google Shape;1861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862" name="Google Shape;186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63" name="Google Shape;186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64" name="Google Shape;186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65" name="Google Shape;186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66" name="Google Shape;186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67" name="Google Shape;1867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868" name="Google Shape;186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69" name="Google Shape;186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70" name="Google Shape;187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71" name="Google Shape;187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72" name="Google Shape;187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873" name="Google Shape;1873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74" name="Google Shape;1874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75" name="Google Shape;1875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876" name="Google Shape;1876;p15"/>
          <p:cNvGrpSpPr/>
          <p:nvPr/>
        </p:nvGrpSpPr>
        <p:grpSpPr>
          <a:xfrm flipH="1" rot="9768225">
            <a:off x="1610517" y="3399953"/>
            <a:ext cx="234627" cy="463866"/>
            <a:chOff x="5705875" y="4790627"/>
            <a:chExt cx="294300" cy="441921"/>
          </a:xfrm>
        </p:grpSpPr>
        <p:sp>
          <p:nvSpPr>
            <p:cNvPr id="1877" name="Google Shape;1877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78" name="Google Shape;1878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79" name="Google Shape;1879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880" name="Google Shape;1880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881" name="Google Shape;1881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882" name="Google Shape;188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83" name="Google Shape;188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84" name="Google Shape;188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85" name="Google Shape;188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86" name="Google Shape;188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87" name="Google Shape;1887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888" name="Google Shape;188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89" name="Google Shape;188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90" name="Google Shape;189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91" name="Google Shape;189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92" name="Google Shape;189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893" name="Google Shape;1893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894" name="Google Shape;189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895" name="Google Shape;189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896" name="Google Shape;189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897" name="Google Shape;189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898" name="Google Shape;189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899" name="Google Shape;1899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00" name="Google Shape;1900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01" name="Google Shape;1901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02" name="Google Shape;1902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03" name="Google Shape;1903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04" name="Google Shape;1904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05" name="Google Shape;1905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906" name="Google Shape;1906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907" name="Google Shape;190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08" name="Google Shape;190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09" name="Google Shape;190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10" name="Google Shape;191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11" name="Google Shape;191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12" name="Google Shape;1912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913" name="Google Shape;191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14" name="Google Shape;191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15" name="Google Shape;191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16" name="Google Shape;191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17" name="Google Shape;191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18" name="Google Shape;1918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919" name="Google Shape;191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20" name="Google Shape;192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21" name="Google Shape;192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22" name="Google Shape;192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23" name="Google Shape;192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924" name="Google Shape;1924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25" name="Google Shape;1925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26" name="Google Shape;1926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927" name="Google Shape;1927;p15"/>
          <p:cNvGrpSpPr/>
          <p:nvPr/>
        </p:nvGrpSpPr>
        <p:grpSpPr>
          <a:xfrm rot="4439910">
            <a:off x="2129001" y="2379625"/>
            <a:ext cx="247685" cy="439465"/>
            <a:chOff x="5705875" y="4790627"/>
            <a:chExt cx="294300" cy="441921"/>
          </a:xfrm>
        </p:grpSpPr>
        <p:sp>
          <p:nvSpPr>
            <p:cNvPr id="1928" name="Google Shape;1928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29" name="Google Shape;1929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30" name="Google Shape;1930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31" name="Google Shape;1931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932" name="Google Shape;1932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933" name="Google Shape;193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34" name="Google Shape;193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35" name="Google Shape;193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36" name="Google Shape;193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37" name="Google Shape;193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38" name="Google Shape;1938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939" name="Google Shape;193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40" name="Google Shape;194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41" name="Google Shape;194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42" name="Google Shape;194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43" name="Google Shape;194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44" name="Google Shape;1944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945" name="Google Shape;194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46" name="Google Shape;194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47" name="Google Shape;194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48" name="Google Shape;194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49" name="Google Shape;194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950" name="Google Shape;1950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51" name="Google Shape;1951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52" name="Google Shape;1952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53" name="Google Shape;1953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54" name="Google Shape;1954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55" name="Google Shape;1955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56" name="Google Shape;1956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957" name="Google Shape;1957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958" name="Google Shape;195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59" name="Google Shape;195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60" name="Google Shape;196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61" name="Google Shape;196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62" name="Google Shape;196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63" name="Google Shape;1963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964" name="Google Shape;196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65" name="Google Shape;196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66" name="Google Shape;196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67" name="Google Shape;196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68" name="Google Shape;196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69" name="Google Shape;1969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970" name="Google Shape;197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71" name="Google Shape;197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72" name="Google Shape;197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73" name="Google Shape;197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74" name="Google Shape;197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1975" name="Google Shape;1975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76" name="Google Shape;1976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77" name="Google Shape;1977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1978" name="Google Shape;1978;p15"/>
          <p:cNvGrpSpPr/>
          <p:nvPr/>
        </p:nvGrpSpPr>
        <p:grpSpPr>
          <a:xfrm flipH="1" rot="-6313087">
            <a:off x="636219" y="2853248"/>
            <a:ext cx="247778" cy="439465"/>
            <a:chOff x="5705875" y="4790627"/>
            <a:chExt cx="294300" cy="441921"/>
          </a:xfrm>
        </p:grpSpPr>
        <p:sp>
          <p:nvSpPr>
            <p:cNvPr id="1979" name="Google Shape;1979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80" name="Google Shape;1980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81" name="Google Shape;1981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1982" name="Google Shape;1982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1983" name="Google Shape;1983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1984" name="Google Shape;198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85" name="Google Shape;198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86" name="Google Shape;198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87" name="Google Shape;198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88" name="Google Shape;198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89" name="Google Shape;1989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1990" name="Google Shape;199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91" name="Google Shape;199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92" name="Google Shape;199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93" name="Google Shape;199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1994" name="Google Shape;199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1995" name="Google Shape;1995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1996" name="Google Shape;199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1997" name="Google Shape;199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1998" name="Google Shape;199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1999" name="Google Shape;199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00" name="Google Shape;200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001" name="Google Shape;2001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02" name="Google Shape;2002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03" name="Google Shape;2003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04" name="Google Shape;2004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05" name="Google Shape;2005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06" name="Google Shape;2006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07" name="Google Shape;2007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008" name="Google Shape;2008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009" name="Google Shape;200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10" name="Google Shape;201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11" name="Google Shape;201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12" name="Google Shape;201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13" name="Google Shape;201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14" name="Google Shape;2014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015" name="Google Shape;201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16" name="Google Shape;201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17" name="Google Shape;201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18" name="Google Shape;201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19" name="Google Shape;201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20" name="Google Shape;2020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021" name="Google Shape;202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22" name="Google Shape;202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23" name="Google Shape;202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24" name="Google Shape;202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25" name="Google Shape;202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026" name="Google Shape;2026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27" name="Google Shape;2027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28" name="Google Shape;2028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029" name="Google Shape;2029;p15"/>
          <p:cNvGrpSpPr/>
          <p:nvPr/>
        </p:nvGrpSpPr>
        <p:grpSpPr>
          <a:xfrm rot="-2160332">
            <a:off x="953012" y="1920333"/>
            <a:ext cx="238398" cy="457359"/>
            <a:chOff x="5705875" y="4790627"/>
            <a:chExt cx="294300" cy="441921"/>
          </a:xfrm>
        </p:grpSpPr>
        <p:sp>
          <p:nvSpPr>
            <p:cNvPr id="2030" name="Google Shape;2030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31" name="Google Shape;2031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32" name="Google Shape;2032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33" name="Google Shape;2033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034" name="Google Shape;2034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035" name="Google Shape;203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36" name="Google Shape;203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37" name="Google Shape;203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38" name="Google Shape;203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39" name="Google Shape;203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40" name="Google Shape;2040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041" name="Google Shape;204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42" name="Google Shape;204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43" name="Google Shape;204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44" name="Google Shape;204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45" name="Google Shape;204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46" name="Google Shape;2046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047" name="Google Shape;204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48" name="Google Shape;204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49" name="Google Shape;204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50" name="Google Shape;205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51" name="Google Shape;205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052" name="Google Shape;2052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53" name="Google Shape;2053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54" name="Google Shape;2054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55" name="Google Shape;2055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56" name="Google Shape;2056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57" name="Google Shape;2057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58" name="Google Shape;2058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059" name="Google Shape;2059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060" name="Google Shape;206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61" name="Google Shape;206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62" name="Google Shape;206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63" name="Google Shape;206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64" name="Google Shape;206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65" name="Google Shape;2065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066" name="Google Shape;206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67" name="Google Shape;206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68" name="Google Shape;206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69" name="Google Shape;206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70" name="Google Shape;207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71" name="Google Shape;2071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072" name="Google Shape;207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73" name="Google Shape;207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74" name="Google Shape;207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75" name="Google Shape;207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76" name="Google Shape;207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077" name="Google Shape;2077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78" name="Google Shape;2078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79" name="Google Shape;2079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080" name="Google Shape;2080;p15"/>
          <p:cNvGrpSpPr/>
          <p:nvPr/>
        </p:nvGrpSpPr>
        <p:grpSpPr>
          <a:xfrm flipH="1" rot="8690006">
            <a:off x="1820454" y="3297098"/>
            <a:ext cx="238218" cy="457359"/>
            <a:chOff x="5705875" y="4790627"/>
            <a:chExt cx="294300" cy="441921"/>
          </a:xfrm>
        </p:grpSpPr>
        <p:sp>
          <p:nvSpPr>
            <p:cNvPr id="2081" name="Google Shape;2081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82" name="Google Shape;2082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83" name="Google Shape;2083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084" name="Google Shape;2084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085" name="Google Shape;2085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086" name="Google Shape;208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87" name="Google Shape;208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88" name="Google Shape;208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89" name="Google Shape;208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90" name="Google Shape;209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91" name="Google Shape;2091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092" name="Google Shape;209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93" name="Google Shape;209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094" name="Google Shape;209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095" name="Google Shape;209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096" name="Google Shape;209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097" name="Google Shape;2097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098" name="Google Shape;209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099" name="Google Shape;209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00" name="Google Shape;210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01" name="Google Shape;210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02" name="Google Shape;210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103" name="Google Shape;2103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04" name="Google Shape;2104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05" name="Google Shape;2105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06" name="Google Shape;2106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07" name="Google Shape;2107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08" name="Google Shape;2108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09" name="Google Shape;2109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110" name="Google Shape;2110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111" name="Google Shape;211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12" name="Google Shape;211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13" name="Google Shape;211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14" name="Google Shape;211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15" name="Google Shape;211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16" name="Google Shape;2116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117" name="Google Shape;211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18" name="Google Shape;211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19" name="Google Shape;211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20" name="Google Shape;212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21" name="Google Shape;212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22" name="Google Shape;2122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123" name="Google Shape;212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24" name="Google Shape;212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25" name="Google Shape;212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26" name="Google Shape;212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27" name="Google Shape;212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128" name="Google Shape;2128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29" name="Google Shape;2129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30" name="Google Shape;2130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131" name="Google Shape;2131;p15"/>
          <p:cNvGrpSpPr/>
          <p:nvPr/>
        </p:nvGrpSpPr>
        <p:grpSpPr>
          <a:xfrm rot="3445624">
            <a:off x="2028424" y="2149661"/>
            <a:ext cx="244078" cy="446338"/>
            <a:chOff x="5705875" y="4790627"/>
            <a:chExt cx="294300" cy="441921"/>
          </a:xfrm>
        </p:grpSpPr>
        <p:sp>
          <p:nvSpPr>
            <p:cNvPr id="2132" name="Google Shape;2132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33" name="Google Shape;2133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34" name="Google Shape;2134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35" name="Google Shape;2135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136" name="Google Shape;2136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137" name="Google Shape;213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38" name="Google Shape;213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39" name="Google Shape;213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40" name="Google Shape;214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41" name="Google Shape;214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42" name="Google Shape;2142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143" name="Google Shape;214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44" name="Google Shape;214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45" name="Google Shape;214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46" name="Google Shape;214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47" name="Google Shape;214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48" name="Google Shape;2148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149" name="Google Shape;214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50" name="Google Shape;215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51" name="Google Shape;215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52" name="Google Shape;215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53" name="Google Shape;215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154" name="Google Shape;2154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55" name="Google Shape;2155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56" name="Google Shape;2156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57" name="Google Shape;2157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58" name="Google Shape;2158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59" name="Google Shape;2159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60" name="Google Shape;2160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161" name="Google Shape;2161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162" name="Google Shape;216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63" name="Google Shape;216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64" name="Google Shape;216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65" name="Google Shape;216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66" name="Google Shape;216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67" name="Google Shape;2167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168" name="Google Shape;216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69" name="Google Shape;216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70" name="Google Shape;217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71" name="Google Shape;217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72" name="Google Shape;217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73" name="Google Shape;2173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174" name="Google Shape;217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75" name="Google Shape;217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76" name="Google Shape;217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77" name="Google Shape;217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78" name="Google Shape;217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179" name="Google Shape;2179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80" name="Google Shape;2180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81" name="Google Shape;2181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182" name="Google Shape;2182;p15"/>
          <p:cNvGrpSpPr/>
          <p:nvPr/>
        </p:nvGrpSpPr>
        <p:grpSpPr>
          <a:xfrm flipH="1" rot="-7306189">
            <a:off x="738260" y="3076180"/>
            <a:ext cx="244324" cy="446338"/>
            <a:chOff x="5705875" y="4790627"/>
            <a:chExt cx="294300" cy="441921"/>
          </a:xfrm>
        </p:grpSpPr>
        <p:sp>
          <p:nvSpPr>
            <p:cNvPr id="2183" name="Google Shape;2183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84" name="Google Shape;2184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85" name="Google Shape;2185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186" name="Google Shape;2186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187" name="Google Shape;2187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188" name="Google Shape;218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89" name="Google Shape;218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90" name="Google Shape;219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91" name="Google Shape;219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92" name="Google Shape;219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93" name="Google Shape;2193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194" name="Google Shape;219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195" name="Google Shape;219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196" name="Google Shape;219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197" name="Google Shape;219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198" name="Google Shape;219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199" name="Google Shape;2199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200" name="Google Shape;220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01" name="Google Shape;220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02" name="Google Shape;220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03" name="Google Shape;220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04" name="Google Shape;220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205" name="Google Shape;2205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06" name="Google Shape;2206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07" name="Google Shape;2207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08" name="Google Shape;2208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09" name="Google Shape;2209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10" name="Google Shape;2210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11" name="Google Shape;2211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212" name="Google Shape;2212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213" name="Google Shape;221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14" name="Google Shape;221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15" name="Google Shape;221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16" name="Google Shape;221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17" name="Google Shape;221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218" name="Google Shape;2218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219" name="Google Shape;221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20" name="Google Shape;222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21" name="Google Shape;222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22" name="Google Shape;222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23" name="Google Shape;222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224" name="Google Shape;2224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225" name="Google Shape;222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26" name="Google Shape;222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27" name="Google Shape;222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28" name="Google Shape;222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29" name="Google Shape;222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230" name="Google Shape;2230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31" name="Google Shape;2231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32" name="Google Shape;2232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233" name="Google Shape;2233;p15"/>
          <p:cNvGrpSpPr/>
          <p:nvPr/>
        </p:nvGrpSpPr>
        <p:grpSpPr>
          <a:xfrm rot="-3138540">
            <a:off x="787835" y="2079423"/>
            <a:ext cx="242746" cy="449302"/>
            <a:chOff x="5705875" y="4790627"/>
            <a:chExt cx="294300" cy="441921"/>
          </a:xfrm>
        </p:grpSpPr>
        <p:sp>
          <p:nvSpPr>
            <p:cNvPr id="2234" name="Google Shape;2234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35" name="Google Shape;2235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36" name="Google Shape;2236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37" name="Google Shape;2237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238" name="Google Shape;2238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239" name="Google Shape;223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40" name="Google Shape;224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41" name="Google Shape;224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42" name="Google Shape;224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43" name="Google Shape;224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244" name="Google Shape;2244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245" name="Google Shape;224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46" name="Google Shape;224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47" name="Google Shape;224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48" name="Google Shape;224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49" name="Google Shape;224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250" name="Google Shape;2250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251" name="Google Shape;225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52" name="Google Shape;225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53" name="Google Shape;225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54" name="Google Shape;225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55" name="Google Shape;225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256" name="Google Shape;2256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57" name="Google Shape;2257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58" name="Google Shape;2258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59" name="Google Shape;2259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60" name="Google Shape;2260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61" name="Google Shape;2261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62" name="Google Shape;2262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263" name="Google Shape;2263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264" name="Google Shape;226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65" name="Google Shape;226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66" name="Google Shape;226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67" name="Google Shape;226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68" name="Google Shape;226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269" name="Google Shape;2269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270" name="Google Shape;227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71" name="Google Shape;227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72" name="Google Shape;227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73" name="Google Shape;227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74" name="Google Shape;227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275" name="Google Shape;2275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276" name="Google Shape;227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77" name="Google Shape;227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78" name="Google Shape;227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79" name="Google Shape;227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80" name="Google Shape;228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281" name="Google Shape;2281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82" name="Google Shape;2282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83" name="Google Shape;2283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284" name="Google Shape;2284;p15"/>
          <p:cNvGrpSpPr/>
          <p:nvPr/>
        </p:nvGrpSpPr>
        <p:grpSpPr>
          <a:xfrm flipH="1" rot="7711315">
            <a:off x="1982468" y="3144353"/>
            <a:ext cx="242551" cy="449302"/>
            <a:chOff x="5705875" y="4790627"/>
            <a:chExt cx="294300" cy="441921"/>
          </a:xfrm>
        </p:grpSpPr>
        <p:sp>
          <p:nvSpPr>
            <p:cNvPr id="2285" name="Google Shape;2285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86" name="Google Shape;2286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87" name="Google Shape;2287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288" name="Google Shape;2288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289" name="Google Shape;2289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290" name="Google Shape;229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91" name="Google Shape;229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92" name="Google Shape;229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93" name="Google Shape;229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294" name="Google Shape;229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295" name="Google Shape;2295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296" name="Google Shape;229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297" name="Google Shape;229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298" name="Google Shape;229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299" name="Google Shape;229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00" name="Google Shape;230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01" name="Google Shape;2301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302" name="Google Shape;230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03" name="Google Shape;230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04" name="Google Shape;230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05" name="Google Shape;230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06" name="Google Shape;230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307" name="Google Shape;2307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08" name="Google Shape;2308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09" name="Google Shape;2309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10" name="Google Shape;2310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11" name="Google Shape;2311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12" name="Google Shape;2312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13" name="Google Shape;2313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314" name="Google Shape;2314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315" name="Google Shape;231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16" name="Google Shape;231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17" name="Google Shape;231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18" name="Google Shape;231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19" name="Google Shape;231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20" name="Google Shape;2320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321" name="Google Shape;232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22" name="Google Shape;232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23" name="Google Shape;232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24" name="Google Shape;232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25" name="Google Shape;232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26" name="Google Shape;2326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327" name="Google Shape;232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28" name="Google Shape;232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29" name="Google Shape;232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30" name="Google Shape;233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31" name="Google Shape;233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332" name="Google Shape;2332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33" name="Google Shape;2333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34" name="Google Shape;2334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335" name="Google Shape;2335;p15"/>
          <p:cNvGrpSpPr/>
          <p:nvPr/>
        </p:nvGrpSpPr>
        <p:grpSpPr>
          <a:xfrm rot="2478738">
            <a:off x="1884167" y="1970825"/>
            <a:ext cx="239751" cy="454480"/>
            <a:chOff x="5705875" y="4790627"/>
            <a:chExt cx="294300" cy="441921"/>
          </a:xfrm>
        </p:grpSpPr>
        <p:sp>
          <p:nvSpPr>
            <p:cNvPr id="2336" name="Google Shape;2336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37" name="Google Shape;2337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38" name="Google Shape;2338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39" name="Google Shape;2339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340" name="Google Shape;2340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341" name="Google Shape;234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42" name="Google Shape;234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43" name="Google Shape;234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44" name="Google Shape;234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45" name="Google Shape;234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46" name="Google Shape;2346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347" name="Google Shape;234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48" name="Google Shape;234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49" name="Google Shape;234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50" name="Google Shape;235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51" name="Google Shape;235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52" name="Google Shape;2352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353" name="Google Shape;235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54" name="Google Shape;235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55" name="Google Shape;235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56" name="Google Shape;235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57" name="Google Shape;235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358" name="Google Shape;2358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59" name="Google Shape;2359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60" name="Google Shape;2360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61" name="Google Shape;2361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62" name="Google Shape;2362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63" name="Google Shape;2363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64" name="Google Shape;2364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365" name="Google Shape;2365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366" name="Google Shape;236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67" name="Google Shape;236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68" name="Google Shape;236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69" name="Google Shape;236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70" name="Google Shape;237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71" name="Google Shape;2371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372" name="Google Shape;237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73" name="Google Shape;237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74" name="Google Shape;237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75" name="Google Shape;237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76" name="Google Shape;237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77" name="Google Shape;2377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378" name="Google Shape;237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79" name="Google Shape;237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80" name="Google Shape;238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81" name="Google Shape;238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82" name="Google Shape;238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383" name="Google Shape;2383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84" name="Google Shape;2384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85" name="Google Shape;2385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386" name="Google Shape;2386;p15"/>
          <p:cNvGrpSpPr/>
          <p:nvPr/>
        </p:nvGrpSpPr>
        <p:grpSpPr>
          <a:xfrm flipH="1" rot="-8270241">
            <a:off x="887746" y="3245712"/>
            <a:ext cx="240048" cy="454480"/>
            <a:chOff x="5705875" y="4790627"/>
            <a:chExt cx="294300" cy="441921"/>
          </a:xfrm>
        </p:grpSpPr>
        <p:sp>
          <p:nvSpPr>
            <p:cNvPr id="2387" name="Google Shape;2387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88" name="Google Shape;2388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89" name="Google Shape;2389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390" name="Google Shape;2390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391" name="Google Shape;2391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392" name="Google Shape;239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93" name="Google Shape;239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394" name="Google Shape;239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395" name="Google Shape;239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396" name="Google Shape;239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397" name="Google Shape;2397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398" name="Google Shape;239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399" name="Google Shape;239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00" name="Google Shape;240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01" name="Google Shape;240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02" name="Google Shape;240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03" name="Google Shape;2403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404" name="Google Shape;240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05" name="Google Shape;240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06" name="Google Shape;240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07" name="Google Shape;240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08" name="Google Shape;240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409" name="Google Shape;2409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10" name="Google Shape;2410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11" name="Google Shape;2411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12" name="Google Shape;2412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13" name="Google Shape;2413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14" name="Google Shape;2414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15" name="Google Shape;2415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416" name="Google Shape;2416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417" name="Google Shape;241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18" name="Google Shape;241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19" name="Google Shape;241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20" name="Google Shape;242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21" name="Google Shape;242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22" name="Google Shape;2422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423" name="Google Shape;242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24" name="Google Shape;242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25" name="Google Shape;242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26" name="Google Shape;242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27" name="Google Shape;242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28" name="Google Shape;2428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429" name="Google Shape;242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30" name="Google Shape;243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31" name="Google Shape;243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32" name="Google Shape;243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33" name="Google Shape;243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434" name="Google Shape;2434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35" name="Google Shape;2435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36" name="Google Shape;2436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437" name="Google Shape;2437;p15"/>
          <p:cNvGrpSpPr/>
          <p:nvPr/>
        </p:nvGrpSpPr>
        <p:grpSpPr>
          <a:xfrm rot="-4123143">
            <a:off x="666198" y="2292898"/>
            <a:ext cx="246668" cy="441649"/>
            <a:chOff x="5705875" y="4790627"/>
            <a:chExt cx="294300" cy="441921"/>
          </a:xfrm>
        </p:grpSpPr>
        <p:sp>
          <p:nvSpPr>
            <p:cNvPr id="2438" name="Google Shape;2438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39" name="Google Shape;2439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40" name="Google Shape;2440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41" name="Google Shape;2441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442" name="Google Shape;2442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443" name="Google Shape;244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44" name="Google Shape;244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45" name="Google Shape;244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46" name="Google Shape;244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47" name="Google Shape;244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48" name="Google Shape;2448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449" name="Google Shape;244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50" name="Google Shape;245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51" name="Google Shape;245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52" name="Google Shape;245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53" name="Google Shape;245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54" name="Google Shape;2454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455" name="Google Shape;245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56" name="Google Shape;245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57" name="Google Shape;245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58" name="Google Shape;245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59" name="Google Shape;245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460" name="Google Shape;2460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61" name="Google Shape;2461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62" name="Google Shape;2462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63" name="Google Shape;2463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64" name="Google Shape;2464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65" name="Google Shape;2465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66" name="Google Shape;2466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467" name="Google Shape;2467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468" name="Google Shape;246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69" name="Google Shape;246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70" name="Google Shape;247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71" name="Google Shape;247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72" name="Google Shape;247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73" name="Google Shape;2473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474" name="Google Shape;247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75" name="Google Shape;247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76" name="Google Shape;247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77" name="Google Shape;247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78" name="Google Shape;247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79" name="Google Shape;2479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480" name="Google Shape;248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81" name="Google Shape;248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82" name="Google Shape;248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83" name="Google Shape;248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84" name="Google Shape;248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485" name="Google Shape;2485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86" name="Google Shape;2486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87" name="Google Shape;2487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488" name="Google Shape;2488;p15"/>
          <p:cNvGrpSpPr/>
          <p:nvPr/>
        </p:nvGrpSpPr>
        <p:grpSpPr>
          <a:xfrm flipH="1" rot="6724464">
            <a:off x="2099927" y="2937908"/>
            <a:ext cx="246601" cy="441649"/>
            <a:chOff x="5705875" y="4790627"/>
            <a:chExt cx="294300" cy="441921"/>
          </a:xfrm>
        </p:grpSpPr>
        <p:sp>
          <p:nvSpPr>
            <p:cNvPr id="2489" name="Google Shape;2489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90" name="Google Shape;2490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91" name="Google Shape;2491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492" name="Google Shape;2492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493" name="Google Shape;2493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494" name="Google Shape;2494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495" name="Google Shape;2495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496" name="Google Shape;2496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497" name="Google Shape;2497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498" name="Google Shape;2498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499" name="Google Shape;2499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500" name="Google Shape;250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01" name="Google Shape;250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02" name="Google Shape;250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03" name="Google Shape;250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04" name="Google Shape;250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505" name="Google Shape;2505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506" name="Google Shape;250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07" name="Google Shape;250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08" name="Google Shape;250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09" name="Google Shape;250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10" name="Google Shape;251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511" name="Google Shape;2511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12" name="Google Shape;2512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13" name="Google Shape;2513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14" name="Google Shape;2514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15" name="Google Shape;2515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16" name="Google Shape;2516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17" name="Google Shape;2517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518" name="Google Shape;2518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519" name="Google Shape;2519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20" name="Google Shape;2520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21" name="Google Shape;2521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22" name="Google Shape;2522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23" name="Google Shape;2523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524" name="Google Shape;2524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525" name="Google Shape;252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26" name="Google Shape;252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27" name="Google Shape;252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28" name="Google Shape;252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29" name="Google Shape;252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530" name="Google Shape;2530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531" name="Google Shape;253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32" name="Google Shape;253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33" name="Google Shape;253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34" name="Google Shape;253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35" name="Google Shape;253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536" name="Google Shape;2536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37" name="Google Shape;2537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38" name="Google Shape;2538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539" name="Google Shape;2539;p15"/>
          <p:cNvGrpSpPr/>
          <p:nvPr/>
        </p:nvGrpSpPr>
        <p:grpSpPr>
          <a:xfrm rot="1433566">
            <a:off x="1690541" y="1840889"/>
            <a:ext cx="235715" cy="461948"/>
            <a:chOff x="5705875" y="4790627"/>
            <a:chExt cx="294300" cy="441921"/>
          </a:xfrm>
        </p:grpSpPr>
        <p:sp>
          <p:nvSpPr>
            <p:cNvPr id="2540" name="Google Shape;2540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41" name="Google Shape;2541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42" name="Google Shape;2542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43" name="Google Shape;2543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544" name="Google Shape;2544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545" name="Google Shape;2545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46" name="Google Shape;2546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47" name="Google Shape;2547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48" name="Google Shape;2548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49" name="Google Shape;2549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550" name="Google Shape;2550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551" name="Google Shape;255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52" name="Google Shape;255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53" name="Google Shape;255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54" name="Google Shape;255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55" name="Google Shape;255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556" name="Google Shape;2556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557" name="Google Shape;255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58" name="Google Shape;255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59" name="Google Shape;255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60" name="Google Shape;256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61" name="Google Shape;256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562" name="Google Shape;2562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63" name="Google Shape;2563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64" name="Google Shape;2564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65" name="Google Shape;2565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66" name="Google Shape;2566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67" name="Google Shape;2567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68" name="Google Shape;2568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569" name="Google Shape;2569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570" name="Google Shape;2570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71" name="Google Shape;2571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72" name="Google Shape;2572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73" name="Google Shape;2573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74" name="Google Shape;2574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575" name="Google Shape;2575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576" name="Google Shape;257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77" name="Google Shape;257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78" name="Google Shape;257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79" name="Google Shape;257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80" name="Google Shape;258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581" name="Google Shape;2581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582" name="Google Shape;258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83" name="Google Shape;258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84" name="Google Shape;258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85" name="Google Shape;258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586" name="Google Shape;258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587" name="Google Shape;2587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88" name="Google Shape;2588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89" name="Google Shape;2589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590" name="Google Shape;2590;p15"/>
          <p:cNvGrpSpPr/>
          <p:nvPr/>
        </p:nvGrpSpPr>
        <p:grpSpPr>
          <a:xfrm flipH="1" rot="-9313881">
            <a:off x="1085304" y="3368929"/>
            <a:ext cx="235957" cy="461948"/>
            <a:chOff x="5705875" y="4790627"/>
            <a:chExt cx="294300" cy="441921"/>
          </a:xfrm>
        </p:grpSpPr>
        <p:sp>
          <p:nvSpPr>
            <p:cNvPr id="2591" name="Google Shape;2591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92" name="Google Shape;2592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93" name="Google Shape;2593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594" name="Google Shape;2594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595" name="Google Shape;2595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596" name="Google Shape;2596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597" name="Google Shape;2597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598" name="Google Shape;2598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599" name="Google Shape;2599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00" name="Google Shape;2600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01" name="Google Shape;2601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602" name="Google Shape;2602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03" name="Google Shape;2603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04" name="Google Shape;2604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05" name="Google Shape;2605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06" name="Google Shape;2606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07" name="Google Shape;2607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608" name="Google Shape;2608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09" name="Google Shape;2609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10" name="Google Shape;2610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11" name="Google Shape;2611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12" name="Google Shape;2612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613" name="Google Shape;2613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14" name="Google Shape;2614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15" name="Google Shape;2615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16" name="Google Shape;2616;p15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17" name="Google Shape;2617;p15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18" name="Google Shape;2618;p15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19" name="Google Shape;2619;p15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620" name="Google Shape;2620;p15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621" name="Google Shape;2621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22" name="Google Shape;2622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23" name="Google Shape;2623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24" name="Google Shape;2624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25" name="Google Shape;2625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26" name="Google Shape;2626;p15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627" name="Google Shape;2627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28" name="Google Shape;2628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29" name="Google Shape;2629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30" name="Google Shape;2630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31" name="Google Shape;2631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32" name="Google Shape;2632;p15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633" name="Google Shape;2633;p15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34" name="Google Shape;2634;p15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35" name="Google Shape;2635;p15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36" name="Google Shape;2636;p15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37" name="Google Shape;2637;p15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638" name="Google Shape;2638;p15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39" name="Google Shape;2639;p15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40" name="Google Shape;2640;p15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pic>
        <p:nvPicPr>
          <p:cNvPr id="2641" name="Google Shape;2641;p15" title="I.Vesicl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3088" y="3899150"/>
            <a:ext cx="151447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6" name="Google Shape;2646;p16"/>
          <p:cNvGrpSpPr/>
          <p:nvPr/>
        </p:nvGrpSpPr>
        <p:grpSpPr>
          <a:xfrm flipH="1" rot="-5374786">
            <a:off x="2436046" y="2616650"/>
            <a:ext cx="164518" cy="308151"/>
            <a:chOff x="5705875" y="4790627"/>
            <a:chExt cx="294300" cy="441921"/>
          </a:xfrm>
        </p:grpSpPr>
        <p:sp>
          <p:nvSpPr>
            <p:cNvPr id="2647" name="Google Shape;2647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48" name="Google Shape;2648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49" name="Google Shape;2649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50" name="Google Shape;2650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651" name="Google Shape;2651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652" name="Google Shape;265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53" name="Google Shape;265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54" name="Google Shape;265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55" name="Google Shape;265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56" name="Google Shape;265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57" name="Google Shape;2657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658" name="Google Shape;265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59" name="Google Shape;265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60" name="Google Shape;266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61" name="Google Shape;266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62" name="Google Shape;266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63" name="Google Shape;2663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664" name="Google Shape;266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65" name="Google Shape;266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66" name="Google Shape;266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67" name="Google Shape;266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68" name="Google Shape;266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669" name="Google Shape;2669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70" name="Google Shape;2670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71" name="Google Shape;2671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72" name="Google Shape;2672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73" name="Google Shape;2673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74" name="Google Shape;2674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75" name="Google Shape;2675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676" name="Google Shape;2676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677" name="Google Shape;267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78" name="Google Shape;267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79" name="Google Shape;267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80" name="Google Shape;268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81" name="Google Shape;268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82" name="Google Shape;2682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683" name="Google Shape;268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84" name="Google Shape;268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85" name="Google Shape;268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86" name="Google Shape;268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87" name="Google Shape;268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688" name="Google Shape;2688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689" name="Google Shape;268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690" name="Google Shape;269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691" name="Google Shape;269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692" name="Google Shape;269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693" name="Google Shape;269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694" name="Google Shape;2694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95" name="Google Shape;2695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96" name="Google Shape;2696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697" name="Google Shape;2697;p16"/>
          <p:cNvGrpSpPr/>
          <p:nvPr/>
        </p:nvGrpSpPr>
        <p:grpSpPr>
          <a:xfrm flipH="1" rot="-5374786">
            <a:off x="2436046" y="2437400"/>
            <a:ext cx="164518" cy="308151"/>
            <a:chOff x="5705875" y="4790627"/>
            <a:chExt cx="294300" cy="441921"/>
          </a:xfrm>
        </p:grpSpPr>
        <p:sp>
          <p:nvSpPr>
            <p:cNvPr id="2698" name="Google Shape;2698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699" name="Google Shape;2699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00" name="Google Shape;2700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01" name="Google Shape;2701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702" name="Google Shape;2702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703" name="Google Shape;270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04" name="Google Shape;270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05" name="Google Shape;270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06" name="Google Shape;270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07" name="Google Shape;270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08" name="Google Shape;2708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709" name="Google Shape;270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10" name="Google Shape;271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11" name="Google Shape;271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12" name="Google Shape;271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13" name="Google Shape;271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14" name="Google Shape;2714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715" name="Google Shape;271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16" name="Google Shape;271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17" name="Google Shape;271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18" name="Google Shape;271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19" name="Google Shape;271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720" name="Google Shape;2720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21" name="Google Shape;2721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22" name="Google Shape;2722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23" name="Google Shape;2723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24" name="Google Shape;2724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25" name="Google Shape;2725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26" name="Google Shape;2726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727" name="Google Shape;2727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728" name="Google Shape;272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29" name="Google Shape;272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30" name="Google Shape;273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31" name="Google Shape;273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32" name="Google Shape;273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33" name="Google Shape;2733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734" name="Google Shape;273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35" name="Google Shape;273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36" name="Google Shape;273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37" name="Google Shape;273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38" name="Google Shape;273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39" name="Google Shape;2739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740" name="Google Shape;274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41" name="Google Shape;274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42" name="Google Shape;274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43" name="Google Shape;274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44" name="Google Shape;274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745" name="Google Shape;2745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46" name="Google Shape;2746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47" name="Google Shape;2747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748" name="Google Shape;2748;p16"/>
          <p:cNvGrpSpPr/>
          <p:nvPr/>
        </p:nvGrpSpPr>
        <p:grpSpPr>
          <a:xfrm rot="5374786">
            <a:off x="4752496" y="2616650"/>
            <a:ext cx="164518" cy="308151"/>
            <a:chOff x="5705875" y="4790627"/>
            <a:chExt cx="294300" cy="441921"/>
          </a:xfrm>
        </p:grpSpPr>
        <p:sp>
          <p:nvSpPr>
            <p:cNvPr id="2749" name="Google Shape;2749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50" name="Google Shape;2750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51" name="Google Shape;2751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52" name="Google Shape;2752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753" name="Google Shape;2753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754" name="Google Shape;275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55" name="Google Shape;275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56" name="Google Shape;275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57" name="Google Shape;275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58" name="Google Shape;275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59" name="Google Shape;2759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760" name="Google Shape;276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61" name="Google Shape;276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62" name="Google Shape;276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63" name="Google Shape;276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64" name="Google Shape;276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65" name="Google Shape;2765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766" name="Google Shape;276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67" name="Google Shape;276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68" name="Google Shape;276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69" name="Google Shape;276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70" name="Google Shape;277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771" name="Google Shape;2771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72" name="Google Shape;2772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73" name="Google Shape;2773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74" name="Google Shape;2774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75" name="Google Shape;2775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76" name="Google Shape;2776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77" name="Google Shape;2777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778" name="Google Shape;2778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779" name="Google Shape;277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80" name="Google Shape;278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81" name="Google Shape;278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82" name="Google Shape;278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83" name="Google Shape;278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84" name="Google Shape;2784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785" name="Google Shape;278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86" name="Google Shape;278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87" name="Google Shape;278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88" name="Google Shape;278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89" name="Google Shape;278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790" name="Google Shape;2790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791" name="Google Shape;279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792" name="Google Shape;279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793" name="Google Shape;279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794" name="Google Shape;279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795" name="Google Shape;279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796" name="Google Shape;2796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97" name="Google Shape;2797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798" name="Google Shape;2798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799" name="Google Shape;2799;p16"/>
          <p:cNvGrpSpPr/>
          <p:nvPr/>
        </p:nvGrpSpPr>
        <p:grpSpPr>
          <a:xfrm rot="5374786">
            <a:off x="4752496" y="2437400"/>
            <a:ext cx="164518" cy="308151"/>
            <a:chOff x="5705875" y="4790627"/>
            <a:chExt cx="294300" cy="441921"/>
          </a:xfrm>
        </p:grpSpPr>
        <p:sp>
          <p:nvSpPr>
            <p:cNvPr id="2800" name="Google Shape;2800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01" name="Google Shape;2801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02" name="Google Shape;2802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03" name="Google Shape;2803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804" name="Google Shape;2804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805" name="Google Shape;280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06" name="Google Shape;280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07" name="Google Shape;280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08" name="Google Shape;280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09" name="Google Shape;280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10" name="Google Shape;2810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811" name="Google Shape;281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12" name="Google Shape;281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13" name="Google Shape;281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14" name="Google Shape;281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15" name="Google Shape;281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16" name="Google Shape;2816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817" name="Google Shape;281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18" name="Google Shape;281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19" name="Google Shape;281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20" name="Google Shape;282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21" name="Google Shape;282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822" name="Google Shape;2822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23" name="Google Shape;2823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24" name="Google Shape;2824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25" name="Google Shape;2825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26" name="Google Shape;2826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27" name="Google Shape;2827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28" name="Google Shape;2828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829" name="Google Shape;2829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830" name="Google Shape;283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31" name="Google Shape;283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32" name="Google Shape;283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33" name="Google Shape;283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34" name="Google Shape;283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35" name="Google Shape;2835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836" name="Google Shape;283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37" name="Google Shape;283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38" name="Google Shape;283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39" name="Google Shape;283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40" name="Google Shape;284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41" name="Google Shape;2841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842" name="Google Shape;284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43" name="Google Shape;284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44" name="Google Shape;284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45" name="Google Shape;284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46" name="Google Shape;284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847" name="Google Shape;2847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48" name="Google Shape;2848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49" name="Google Shape;2849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850" name="Google Shape;2850;p16"/>
          <p:cNvGrpSpPr/>
          <p:nvPr/>
        </p:nvGrpSpPr>
        <p:grpSpPr>
          <a:xfrm flipH="1" rot="-6370324">
            <a:off x="2510000" y="2943432"/>
            <a:ext cx="164520" cy="308176"/>
            <a:chOff x="5705875" y="4790627"/>
            <a:chExt cx="294300" cy="441921"/>
          </a:xfrm>
        </p:grpSpPr>
        <p:sp>
          <p:nvSpPr>
            <p:cNvPr id="2851" name="Google Shape;2851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52" name="Google Shape;2852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53" name="Google Shape;2853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54" name="Google Shape;2854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855" name="Google Shape;2855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856" name="Google Shape;285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57" name="Google Shape;285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58" name="Google Shape;285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59" name="Google Shape;285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60" name="Google Shape;286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61" name="Google Shape;2861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862" name="Google Shape;286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63" name="Google Shape;286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64" name="Google Shape;286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65" name="Google Shape;286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66" name="Google Shape;286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67" name="Google Shape;2867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868" name="Google Shape;286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69" name="Google Shape;286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70" name="Google Shape;287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71" name="Google Shape;287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72" name="Google Shape;287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873" name="Google Shape;2873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74" name="Google Shape;2874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75" name="Google Shape;2875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76" name="Google Shape;2876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77" name="Google Shape;2877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78" name="Google Shape;2878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79" name="Google Shape;2879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880" name="Google Shape;2880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881" name="Google Shape;288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82" name="Google Shape;288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83" name="Google Shape;288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84" name="Google Shape;288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85" name="Google Shape;288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86" name="Google Shape;2886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887" name="Google Shape;288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88" name="Google Shape;288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89" name="Google Shape;288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90" name="Google Shape;289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91" name="Google Shape;289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892" name="Google Shape;2892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893" name="Google Shape;289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894" name="Google Shape;289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895" name="Google Shape;289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896" name="Google Shape;289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897" name="Google Shape;289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898" name="Google Shape;2898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899" name="Google Shape;2899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00" name="Google Shape;2900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901" name="Google Shape;2901;p16"/>
          <p:cNvGrpSpPr/>
          <p:nvPr/>
        </p:nvGrpSpPr>
        <p:grpSpPr>
          <a:xfrm flipH="1" rot="-6370324">
            <a:off x="2458810" y="2771647"/>
            <a:ext cx="164520" cy="308176"/>
            <a:chOff x="5705875" y="4790627"/>
            <a:chExt cx="294300" cy="441921"/>
          </a:xfrm>
        </p:grpSpPr>
        <p:sp>
          <p:nvSpPr>
            <p:cNvPr id="2902" name="Google Shape;2902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03" name="Google Shape;2903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04" name="Google Shape;2904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05" name="Google Shape;2905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906" name="Google Shape;2906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907" name="Google Shape;290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08" name="Google Shape;290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09" name="Google Shape;290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10" name="Google Shape;291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11" name="Google Shape;291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12" name="Google Shape;2912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913" name="Google Shape;291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14" name="Google Shape;291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15" name="Google Shape;291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16" name="Google Shape;291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17" name="Google Shape;291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18" name="Google Shape;2918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919" name="Google Shape;291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20" name="Google Shape;292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21" name="Google Shape;292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22" name="Google Shape;292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23" name="Google Shape;292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924" name="Google Shape;2924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25" name="Google Shape;2925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26" name="Google Shape;2926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27" name="Google Shape;2927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28" name="Google Shape;2928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29" name="Google Shape;2929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30" name="Google Shape;2930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931" name="Google Shape;2931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932" name="Google Shape;293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33" name="Google Shape;293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34" name="Google Shape;293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35" name="Google Shape;293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36" name="Google Shape;293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37" name="Google Shape;2937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938" name="Google Shape;293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39" name="Google Shape;293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40" name="Google Shape;294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41" name="Google Shape;294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42" name="Google Shape;294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43" name="Google Shape;2943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944" name="Google Shape;294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45" name="Google Shape;294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46" name="Google Shape;294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47" name="Google Shape;294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48" name="Google Shape;294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949" name="Google Shape;2949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50" name="Google Shape;2950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51" name="Google Shape;2951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2952" name="Google Shape;2952;p16"/>
          <p:cNvGrpSpPr/>
          <p:nvPr/>
        </p:nvGrpSpPr>
        <p:grpSpPr>
          <a:xfrm rot="4379080">
            <a:off x="4729839" y="2282847"/>
            <a:ext cx="164535" cy="308176"/>
            <a:chOff x="5705875" y="4790627"/>
            <a:chExt cx="294300" cy="441921"/>
          </a:xfrm>
        </p:grpSpPr>
        <p:sp>
          <p:nvSpPr>
            <p:cNvPr id="2953" name="Google Shape;2953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54" name="Google Shape;2954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55" name="Google Shape;2955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56" name="Google Shape;2956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957" name="Google Shape;2957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958" name="Google Shape;295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59" name="Google Shape;295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60" name="Google Shape;296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61" name="Google Shape;296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62" name="Google Shape;296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63" name="Google Shape;2963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964" name="Google Shape;296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65" name="Google Shape;296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66" name="Google Shape;296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67" name="Google Shape;296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68" name="Google Shape;296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69" name="Google Shape;2969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970" name="Google Shape;297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71" name="Google Shape;297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72" name="Google Shape;297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73" name="Google Shape;297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74" name="Google Shape;297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2975" name="Google Shape;2975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76" name="Google Shape;2976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77" name="Google Shape;2977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78" name="Google Shape;2978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79" name="Google Shape;2979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80" name="Google Shape;2980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2981" name="Google Shape;2981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2982" name="Google Shape;2982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2983" name="Google Shape;298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84" name="Google Shape;298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85" name="Google Shape;298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86" name="Google Shape;298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87" name="Google Shape;298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88" name="Google Shape;2988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2989" name="Google Shape;298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90" name="Google Shape;299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91" name="Google Shape;299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92" name="Google Shape;299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93" name="Google Shape;299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2994" name="Google Shape;2994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2995" name="Google Shape;299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2996" name="Google Shape;299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2997" name="Google Shape;299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2998" name="Google Shape;299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2999" name="Google Shape;299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000" name="Google Shape;3000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01" name="Google Shape;3001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02" name="Google Shape;3002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003" name="Google Shape;3003;p16"/>
          <p:cNvGrpSpPr/>
          <p:nvPr/>
        </p:nvGrpSpPr>
        <p:grpSpPr>
          <a:xfrm rot="4379080">
            <a:off x="4678649" y="2111062"/>
            <a:ext cx="164535" cy="308176"/>
            <a:chOff x="5705875" y="4790627"/>
            <a:chExt cx="294300" cy="441921"/>
          </a:xfrm>
        </p:grpSpPr>
        <p:sp>
          <p:nvSpPr>
            <p:cNvPr id="3004" name="Google Shape;3004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05" name="Google Shape;3005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06" name="Google Shape;3006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07" name="Google Shape;3007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008" name="Google Shape;3008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009" name="Google Shape;300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10" name="Google Shape;301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11" name="Google Shape;301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12" name="Google Shape;301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13" name="Google Shape;301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14" name="Google Shape;3014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015" name="Google Shape;301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16" name="Google Shape;301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17" name="Google Shape;301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18" name="Google Shape;301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19" name="Google Shape;301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20" name="Google Shape;3020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021" name="Google Shape;302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22" name="Google Shape;302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23" name="Google Shape;302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24" name="Google Shape;302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25" name="Google Shape;302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026" name="Google Shape;3026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27" name="Google Shape;3027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28" name="Google Shape;3028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29" name="Google Shape;3029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30" name="Google Shape;3030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31" name="Google Shape;3031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32" name="Google Shape;3032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033" name="Google Shape;3033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034" name="Google Shape;303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35" name="Google Shape;303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36" name="Google Shape;303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37" name="Google Shape;303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38" name="Google Shape;303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39" name="Google Shape;3039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040" name="Google Shape;304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41" name="Google Shape;304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42" name="Google Shape;304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43" name="Google Shape;304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44" name="Google Shape;304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45" name="Google Shape;3045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046" name="Google Shape;304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47" name="Google Shape;304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48" name="Google Shape;304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49" name="Google Shape;304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50" name="Google Shape;305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051" name="Google Shape;3051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52" name="Google Shape;3052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53" name="Google Shape;3053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054" name="Google Shape;3054;p16"/>
          <p:cNvGrpSpPr/>
          <p:nvPr/>
        </p:nvGrpSpPr>
        <p:grpSpPr>
          <a:xfrm flipH="1" rot="-7403836">
            <a:off x="2680958" y="3245214"/>
            <a:ext cx="164516" cy="308146"/>
            <a:chOff x="5705875" y="4790627"/>
            <a:chExt cx="294300" cy="441921"/>
          </a:xfrm>
        </p:grpSpPr>
        <p:sp>
          <p:nvSpPr>
            <p:cNvPr id="3055" name="Google Shape;3055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56" name="Google Shape;3056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57" name="Google Shape;3057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58" name="Google Shape;3058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059" name="Google Shape;3059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060" name="Google Shape;306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61" name="Google Shape;306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62" name="Google Shape;306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63" name="Google Shape;306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64" name="Google Shape;306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65" name="Google Shape;3065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066" name="Google Shape;306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67" name="Google Shape;306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68" name="Google Shape;306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69" name="Google Shape;306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70" name="Google Shape;307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71" name="Google Shape;3071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072" name="Google Shape;307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73" name="Google Shape;307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74" name="Google Shape;307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75" name="Google Shape;307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76" name="Google Shape;307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077" name="Google Shape;3077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78" name="Google Shape;3078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79" name="Google Shape;3079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80" name="Google Shape;3080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81" name="Google Shape;3081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82" name="Google Shape;3082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083" name="Google Shape;3083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084" name="Google Shape;3084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085" name="Google Shape;308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86" name="Google Shape;308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87" name="Google Shape;308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88" name="Google Shape;308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89" name="Google Shape;308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90" name="Google Shape;3090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091" name="Google Shape;309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92" name="Google Shape;309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93" name="Google Shape;309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094" name="Google Shape;309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095" name="Google Shape;309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096" name="Google Shape;3096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097" name="Google Shape;309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098" name="Google Shape;309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099" name="Google Shape;309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00" name="Google Shape;310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01" name="Google Shape;310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102" name="Google Shape;3102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03" name="Google Shape;3103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04" name="Google Shape;3104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105" name="Google Shape;3105;p16"/>
          <p:cNvGrpSpPr/>
          <p:nvPr/>
        </p:nvGrpSpPr>
        <p:grpSpPr>
          <a:xfrm flipH="1" rot="-7403836">
            <a:off x="2581214" y="3096278"/>
            <a:ext cx="164516" cy="308146"/>
            <a:chOff x="5705875" y="4790627"/>
            <a:chExt cx="294300" cy="441921"/>
          </a:xfrm>
        </p:grpSpPr>
        <p:sp>
          <p:nvSpPr>
            <p:cNvPr id="3106" name="Google Shape;3106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07" name="Google Shape;3107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08" name="Google Shape;3108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09" name="Google Shape;3109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110" name="Google Shape;3110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111" name="Google Shape;311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12" name="Google Shape;311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13" name="Google Shape;311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14" name="Google Shape;311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15" name="Google Shape;311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16" name="Google Shape;3116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117" name="Google Shape;311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18" name="Google Shape;311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19" name="Google Shape;311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20" name="Google Shape;312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21" name="Google Shape;312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22" name="Google Shape;3122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123" name="Google Shape;312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24" name="Google Shape;312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25" name="Google Shape;312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26" name="Google Shape;312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27" name="Google Shape;312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128" name="Google Shape;3128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29" name="Google Shape;3129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30" name="Google Shape;3130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31" name="Google Shape;3131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32" name="Google Shape;3132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33" name="Google Shape;3133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34" name="Google Shape;3134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135" name="Google Shape;3135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136" name="Google Shape;313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37" name="Google Shape;313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38" name="Google Shape;313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39" name="Google Shape;313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40" name="Google Shape;314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41" name="Google Shape;3141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142" name="Google Shape;314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43" name="Google Shape;314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44" name="Google Shape;314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45" name="Google Shape;314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46" name="Google Shape;314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47" name="Google Shape;3147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148" name="Google Shape;314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49" name="Google Shape;314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50" name="Google Shape;315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51" name="Google Shape;315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52" name="Google Shape;315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153" name="Google Shape;3153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54" name="Google Shape;3154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55" name="Google Shape;3155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156" name="Google Shape;3156;p16"/>
          <p:cNvGrpSpPr/>
          <p:nvPr/>
        </p:nvGrpSpPr>
        <p:grpSpPr>
          <a:xfrm rot="3345512">
            <a:off x="4606882" y="1957471"/>
            <a:ext cx="164546" cy="308146"/>
            <a:chOff x="5705875" y="4790627"/>
            <a:chExt cx="294300" cy="441921"/>
          </a:xfrm>
        </p:grpSpPr>
        <p:sp>
          <p:nvSpPr>
            <p:cNvPr id="3157" name="Google Shape;3157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58" name="Google Shape;3158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59" name="Google Shape;3159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60" name="Google Shape;3160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161" name="Google Shape;3161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162" name="Google Shape;316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63" name="Google Shape;316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64" name="Google Shape;316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65" name="Google Shape;316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66" name="Google Shape;316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67" name="Google Shape;3167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168" name="Google Shape;316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69" name="Google Shape;316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70" name="Google Shape;317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71" name="Google Shape;317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72" name="Google Shape;317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73" name="Google Shape;3173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174" name="Google Shape;317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75" name="Google Shape;317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76" name="Google Shape;317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77" name="Google Shape;317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78" name="Google Shape;317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179" name="Google Shape;3179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80" name="Google Shape;3180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81" name="Google Shape;3181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82" name="Google Shape;3182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83" name="Google Shape;3183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84" name="Google Shape;3184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185" name="Google Shape;3185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186" name="Google Shape;3186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187" name="Google Shape;318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88" name="Google Shape;318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89" name="Google Shape;318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90" name="Google Shape;319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91" name="Google Shape;319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92" name="Google Shape;3192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193" name="Google Shape;319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194" name="Google Shape;319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195" name="Google Shape;319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196" name="Google Shape;319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197" name="Google Shape;319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198" name="Google Shape;3198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199" name="Google Shape;319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00" name="Google Shape;320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01" name="Google Shape;320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02" name="Google Shape;320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03" name="Google Shape;320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204" name="Google Shape;3204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05" name="Google Shape;3205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06" name="Google Shape;3206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207" name="Google Shape;3207;p16"/>
          <p:cNvGrpSpPr/>
          <p:nvPr/>
        </p:nvGrpSpPr>
        <p:grpSpPr>
          <a:xfrm rot="3345512">
            <a:off x="4507138" y="1808536"/>
            <a:ext cx="164546" cy="308146"/>
            <a:chOff x="5705875" y="4790627"/>
            <a:chExt cx="294300" cy="441921"/>
          </a:xfrm>
        </p:grpSpPr>
        <p:sp>
          <p:nvSpPr>
            <p:cNvPr id="3208" name="Google Shape;3208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09" name="Google Shape;3209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10" name="Google Shape;3210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11" name="Google Shape;3211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212" name="Google Shape;3212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213" name="Google Shape;321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14" name="Google Shape;321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15" name="Google Shape;321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16" name="Google Shape;321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17" name="Google Shape;321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18" name="Google Shape;3218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219" name="Google Shape;321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20" name="Google Shape;322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21" name="Google Shape;322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22" name="Google Shape;322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23" name="Google Shape;322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24" name="Google Shape;3224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225" name="Google Shape;322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26" name="Google Shape;322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27" name="Google Shape;322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28" name="Google Shape;322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29" name="Google Shape;322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230" name="Google Shape;3230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31" name="Google Shape;3231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32" name="Google Shape;3232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33" name="Google Shape;3233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34" name="Google Shape;3234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35" name="Google Shape;3235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36" name="Google Shape;3236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237" name="Google Shape;3237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238" name="Google Shape;323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39" name="Google Shape;323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40" name="Google Shape;324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41" name="Google Shape;324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42" name="Google Shape;324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43" name="Google Shape;3243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244" name="Google Shape;324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45" name="Google Shape;324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46" name="Google Shape;324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47" name="Google Shape;324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48" name="Google Shape;324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49" name="Google Shape;3249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250" name="Google Shape;325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51" name="Google Shape;325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52" name="Google Shape;325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53" name="Google Shape;325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54" name="Google Shape;325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255" name="Google Shape;3255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56" name="Google Shape;3256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57" name="Google Shape;3257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258" name="Google Shape;3258;p16"/>
          <p:cNvGrpSpPr/>
          <p:nvPr/>
        </p:nvGrpSpPr>
        <p:grpSpPr>
          <a:xfrm flipH="1" rot="-8387732">
            <a:off x="2920619" y="3474343"/>
            <a:ext cx="164539" cy="308141"/>
            <a:chOff x="5705875" y="4790627"/>
            <a:chExt cx="294300" cy="441921"/>
          </a:xfrm>
        </p:grpSpPr>
        <p:sp>
          <p:nvSpPr>
            <p:cNvPr id="3259" name="Google Shape;3259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60" name="Google Shape;3260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61" name="Google Shape;3261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62" name="Google Shape;3262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263" name="Google Shape;3263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264" name="Google Shape;326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65" name="Google Shape;326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66" name="Google Shape;326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67" name="Google Shape;326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68" name="Google Shape;326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69" name="Google Shape;3269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270" name="Google Shape;327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71" name="Google Shape;327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72" name="Google Shape;327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73" name="Google Shape;327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74" name="Google Shape;327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75" name="Google Shape;3275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276" name="Google Shape;327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77" name="Google Shape;327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78" name="Google Shape;327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79" name="Google Shape;327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80" name="Google Shape;328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281" name="Google Shape;3281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82" name="Google Shape;3282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83" name="Google Shape;3283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84" name="Google Shape;3284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85" name="Google Shape;3285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86" name="Google Shape;3286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287" name="Google Shape;3287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288" name="Google Shape;3288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289" name="Google Shape;328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90" name="Google Shape;329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91" name="Google Shape;329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92" name="Google Shape;329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93" name="Google Shape;329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294" name="Google Shape;3294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295" name="Google Shape;329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296" name="Google Shape;329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297" name="Google Shape;329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298" name="Google Shape;329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299" name="Google Shape;329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00" name="Google Shape;3300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301" name="Google Shape;330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02" name="Google Shape;330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03" name="Google Shape;330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04" name="Google Shape;330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05" name="Google Shape;330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306" name="Google Shape;3306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07" name="Google Shape;3307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08" name="Google Shape;3308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309" name="Google Shape;3309;p16"/>
          <p:cNvGrpSpPr/>
          <p:nvPr/>
        </p:nvGrpSpPr>
        <p:grpSpPr>
          <a:xfrm flipH="1" rot="-8387732">
            <a:off x="2782875" y="3359639"/>
            <a:ext cx="164539" cy="308141"/>
            <a:chOff x="5705875" y="4790627"/>
            <a:chExt cx="294300" cy="441921"/>
          </a:xfrm>
        </p:grpSpPr>
        <p:sp>
          <p:nvSpPr>
            <p:cNvPr id="3310" name="Google Shape;3310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11" name="Google Shape;3311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12" name="Google Shape;3312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13" name="Google Shape;3313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314" name="Google Shape;3314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315" name="Google Shape;331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16" name="Google Shape;331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17" name="Google Shape;331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18" name="Google Shape;331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19" name="Google Shape;331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20" name="Google Shape;3320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321" name="Google Shape;332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22" name="Google Shape;332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23" name="Google Shape;332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24" name="Google Shape;332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25" name="Google Shape;332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26" name="Google Shape;3326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327" name="Google Shape;332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28" name="Google Shape;332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29" name="Google Shape;332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30" name="Google Shape;333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31" name="Google Shape;333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332" name="Google Shape;3332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33" name="Google Shape;3333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34" name="Google Shape;3334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35" name="Google Shape;3335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36" name="Google Shape;3336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37" name="Google Shape;3337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38" name="Google Shape;3338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339" name="Google Shape;3339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340" name="Google Shape;334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41" name="Google Shape;334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42" name="Google Shape;334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43" name="Google Shape;334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44" name="Google Shape;334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45" name="Google Shape;3345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346" name="Google Shape;334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47" name="Google Shape;334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48" name="Google Shape;334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49" name="Google Shape;334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50" name="Google Shape;335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51" name="Google Shape;3351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352" name="Google Shape;335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53" name="Google Shape;335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54" name="Google Shape;335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55" name="Google Shape;335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56" name="Google Shape;335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357" name="Google Shape;3357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58" name="Google Shape;3358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59" name="Google Shape;3359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360" name="Google Shape;3360;p16"/>
          <p:cNvGrpSpPr/>
          <p:nvPr/>
        </p:nvGrpSpPr>
        <p:grpSpPr>
          <a:xfrm rot="2361257">
            <a:off x="4404943" y="1694903"/>
            <a:ext cx="164574" cy="308141"/>
            <a:chOff x="5705875" y="4790627"/>
            <a:chExt cx="294300" cy="441921"/>
          </a:xfrm>
        </p:grpSpPr>
        <p:sp>
          <p:nvSpPr>
            <p:cNvPr id="3361" name="Google Shape;3361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62" name="Google Shape;3362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63" name="Google Shape;3363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64" name="Google Shape;3364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365" name="Google Shape;3365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366" name="Google Shape;336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67" name="Google Shape;336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68" name="Google Shape;336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69" name="Google Shape;336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70" name="Google Shape;337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71" name="Google Shape;3371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372" name="Google Shape;337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73" name="Google Shape;337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74" name="Google Shape;337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75" name="Google Shape;337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76" name="Google Shape;337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77" name="Google Shape;3377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378" name="Google Shape;337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79" name="Google Shape;337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80" name="Google Shape;338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81" name="Google Shape;338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82" name="Google Shape;338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383" name="Google Shape;3383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84" name="Google Shape;3384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85" name="Google Shape;3385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86" name="Google Shape;3386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87" name="Google Shape;3387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88" name="Google Shape;3388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389" name="Google Shape;3389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390" name="Google Shape;3390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391" name="Google Shape;339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92" name="Google Shape;339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93" name="Google Shape;339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394" name="Google Shape;339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395" name="Google Shape;339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396" name="Google Shape;3396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397" name="Google Shape;339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398" name="Google Shape;339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399" name="Google Shape;339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00" name="Google Shape;340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01" name="Google Shape;340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02" name="Google Shape;3402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403" name="Google Shape;340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04" name="Google Shape;340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05" name="Google Shape;340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06" name="Google Shape;340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07" name="Google Shape;340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408" name="Google Shape;3408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09" name="Google Shape;3409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10" name="Google Shape;3410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411" name="Google Shape;3411;p16"/>
          <p:cNvGrpSpPr/>
          <p:nvPr/>
        </p:nvGrpSpPr>
        <p:grpSpPr>
          <a:xfrm rot="2361257">
            <a:off x="4267199" y="1580199"/>
            <a:ext cx="164574" cy="308141"/>
            <a:chOff x="5705875" y="4790627"/>
            <a:chExt cx="294300" cy="441921"/>
          </a:xfrm>
        </p:grpSpPr>
        <p:sp>
          <p:nvSpPr>
            <p:cNvPr id="3412" name="Google Shape;3412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13" name="Google Shape;3413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14" name="Google Shape;3414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15" name="Google Shape;3415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416" name="Google Shape;3416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417" name="Google Shape;341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18" name="Google Shape;341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19" name="Google Shape;341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20" name="Google Shape;342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21" name="Google Shape;342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22" name="Google Shape;3422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423" name="Google Shape;342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24" name="Google Shape;342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25" name="Google Shape;342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26" name="Google Shape;342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27" name="Google Shape;342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28" name="Google Shape;3428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429" name="Google Shape;342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30" name="Google Shape;343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31" name="Google Shape;343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32" name="Google Shape;343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33" name="Google Shape;343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434" name="Google Shape;3434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35" name="Google Shape;3435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36" name="Google Shape;3436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37" name="Google Shape;3437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38" name="Google Shape;3438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39" name="Google Shape;3439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40" name="Google Shape;3440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441" name="Google Shape;3441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442" name="Google Shape;344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43" name="Google Shape;344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44" name="Google Shape;344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45" name="Google Shape;344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46" name="Google Shape;344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47" name="Google Shape;3447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448" name="Google Shape;344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49" name="Google Shape;344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50" name="Google Shape;345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51" name="Google Shape;345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52" name="Google Shape;345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53" name="Google Shape;3453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454" name="Google Shape;345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55" name="Google Shape;345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56" name="Google Shape;345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57" name="Google Shape;345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58" name="Google Shape;345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459" name="Google Shape;3459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60" name="Google Shape;3460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61" name="Google Shape;3461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462" name="Google Shape;3462;p16"/>
          <p:cNvGrpSpPr/>
          <p:nvPr/>
        </p:nvGrpSpPr>
        <p:grpSpPr>
          <a:xfrm flipH="1" rot="-9349700">
            <a:off x="3207984" y="3623019"/>
            <a:ext cx="164517" cy="308167"/>
            <a:chOff x="5705875" y="4790627"/>
            <a:chExt cx="294300" cy="441921"/>
          </a:xfrm>
        </p:grpSpPr>
        <p:sp>
          <p:nvSpPr>
            <p:cNvPr id="3463" name="Google Shape;3463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64" name="Google Shape;3464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65" name="Google Shape;3465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66" name="Google Shape;3466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467" name="Google Shape;3467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468" name="Google Shape;346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69" name="Google Shape;346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70" name="Google Shape;347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71" name="Google Shape;347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72" name="Google Shape;347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73" name="Google Shape;3473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474" name="Google Shape;347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75" name="Google Shape;347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76" name="Google Shape;347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77" name="Google Shape;347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78" name="Google Shape;347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79" name="Google Shape;3479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480" name="Google Shape;348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81" name="Google Shape;348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82" name="Google Shape;348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83" name="Google Shape;348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84" name="Google Shape;348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485" name="Google Shape;3485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86" name="Google Shape;3486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87" name="Google Shape;3487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88" name="Google Shape;3488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89" name="Google Shape;3489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90" name="Google Shape;3490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491" name="Google Shape;3491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492" name="Google Shape;3492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493" name="Google Shape;349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494" name="Google Shape;349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495" name="Google Shape;349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496" name="Google Shape;349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497" name="Google Shape;349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498" name="Google Shape;3498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499" name="Google Shape;349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00" name="Google Shape;350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01" name="Google Shape;350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02" name="Google Shape;350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03" name="Google Shape;350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504" name="Google Shape;3504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505" name="Google Shape;350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06" name="Google Shape;350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07" name="Google Shape;350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08" name="Google Shape;350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09" name="Google Shape;350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510" name="Google Shape;3510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11" name="Google Shape;3511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12" name="Google Shape;3512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513" name="Google Shape;3513;p16"/>
          <p:cNvGrpSpPr/>
          <p:nvPr/>
        </p:nvGrpSpPr>
        <p:grpSpPr>
          <a:xfrm flipH="1" rot="-9349700">
            <a:off x="3043920" y="3550815"/>
            <a:ext cx="164517" cy="308167"/>
            <a:chOff x="5705875" y="4790627"/>
            <a:chExt cx="294300" cy="441921"/>
          </a:xfrm>
        </p:grpSpPr>
        <p:sp>
          <p:nvSpPr>
            <p:cNvPr id="3514" name="Google Shape;3514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15" name="Google Shape;3515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16" name="Google Shape;3516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17" name="Google Shape;3517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518" name="Google Shape;3518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519" name="Google Shape;3519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20" name="Google Shape;3520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21" name="Google Shape;3521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22" name="Google Shape;3522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23" name="Google Shape;3523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524" name="Google Shape;3524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525" name="Google Shape;352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26" name="Google Shape;352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27" name="Google Shape;352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28" name="Google Shape;352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29" name="Google Shape;352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530" name="Google Shape;3530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531" name="Google Shape;353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32" name="Google Shape;353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33" name="Google Shape;353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34" name="Google Shape;353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35" name="Google Shape;353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536" name="Google Shape;3536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37" name="Google Shape;3537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38" name="Google Shape;3538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39" name="Google Shape;3539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40" name="Google Shape;3540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41" name="Google Shape;3541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42" name="Google Shape;3542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543" name="Google Shape;3543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544" name="Google Shape;354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45" name="Google Shape;354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46" name="Google Shape;354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47" name="Google Shape;354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48" name="Google Shape;354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549" name="Google Shape;3549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550" name="Google Shape;355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51" name="Google Shape;355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52" name="Google Shape;355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53" name="Google Shape;355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54" name="Google Shape;355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555" name="Google Shape;3555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556" name="Google Shape;355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57" name="Google Shape;355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58" name="Google Shape;355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59" name="Google Shape;355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60" name="Google Shape;356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561" name="Google Shape;3561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62" name="Google Shape;3562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63" name="Google Shape;3563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564" name="Google Shape;3564;p16"/>
          <p:cNvGrpSpPr/>
          <p:nvPr/>
        </p:nvGrpSpPr>
        <p:grpSpPr>
          <a:xfrm rot="1399987">
            <a:off x="4143035" y="1504176"/>
            <a:ext cx="164583" cy="308167"/>
            <a:chOff x="5705875" y="4790627"/>
            <a:chExt cx="294300" cy="441921"/>
          </a:xfrm>
        </p:grpSpPr>
        <p:sp>
          <p:nvSpPr>
            <p:cNvPr id="3565" name="Google Shape;3565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66" name="Google Shape;3566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67" name="Google Shape;3567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68" name="Google Shape;3568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569" name="Google Shape;3569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570" name="Google Shape;357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71" name="Google Shape;357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72" name="Google Shape;357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73" name="Google Shape;357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74" name="Google Shape;357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575" name="Google Shape;3575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576" name="Google Shape;357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77" name="Google Shape;357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78" name="Google Shape;357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79" name="Google Shape;357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80" name="Google Shape;358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581" name="Google Shape;3581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582" name="Google Shape;358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83" name="Google Shape;358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84" name="Google Shape;358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85" name="Google Shape;358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86" name="Google Shape;358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587" name="Google Shape;3587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88" name="Google Shape;3588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89" name="Google Shape;3589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90" name="Google Shape;3590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91" name="Google Shape;3591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92" name="Google Shape;3592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593" name="Google Shape;3593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594" name="Google Shape;3594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595" name="Google Shape;3595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596" name="Google Shape;3596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597" name="Google Shape;3597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598" name="Google Shape;3598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599" name="Google Shape;3599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00" name="Google Shape;3600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601" name="Google Shape;360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02" name="Google Shape;360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03" name="Google Shape;360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04" name="Google Shape;360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05" name="Google Shape;360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06" name="Google Shape;3606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607" name="Google Shape;360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08" name="Google Shape;360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09" name="Google Shape;360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10" name="Google Shape;361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11" name="Google Shape;361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612" name="Google Shape;3612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13" name="Google Shape;3613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14" name="Google Shape;3614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615" name="Google Shape;3615;p16"/>
          <p:cNvGrpSpPr/>
          <p:nvPr/>
        </p:nvGrpSpPr>
        <p:grpSpPr>
          <a:xfrm rot="1399987">
            <a:off x="3978971" y="1431972"/>
            <a:ext cx="164583" cy="308167"/>
            <a:chOff x="5705875" y="4790627"/>
            <a:chExt cx="294300" cy="441921"/>
          </a:xfrm>
        </p:grpSpPr>
        <p:sp>
          <p:nvSpPr>
            <p:cNvPr id="3616" name="Google Shape;3616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17" name="Google Shape;3617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18" name="Google Shape;3618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19" name="Google Shape;3619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620" name="Google Shape;3620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621" name="Google Shape;3621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22" name="Google Shape;3622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23" name="Google Shape;3623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24" name="Google Shape;3624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25" name="Google Shape;3625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26" name="Google Shape;3626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627" name="Google Shape;3627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28" name="Google Shape;3628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29" name="Google Shape;3629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30" name="Google Shape;3630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31" name="Google Shape;3631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32" name="Google Shape;3632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633" name="Google Shape;3633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34" name="Google Shape;3634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35" name="Google Shape;3635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36" name="Google Shape;3636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37" name="Google Shape;3637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638" name="Google Shape;3638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39" name="Google Shape;3639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40" name="Google Shape;3640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41" name="Google Shape;3641;p16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42" name="Google Shape;3642;p16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43" name="Google Shape;3643;p16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44" name="Google Shape;3644;p16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645" name="Google Shape;3645;p16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3646" name="Google Shape;3646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47" name="Google Shape;3647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48" name="Google Shape;3648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49" name="Google Shape;3649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50" name="Google Shape;3650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51" name="Google Shape;3651;p16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3652" name="Google Shape;365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53" name="Google Shape;365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54" name="Google Shape;365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55" name="Google Shape;365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56" name="Google Shape;365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57" name="Google Shape;3657;p16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3658" name="Google Shape;365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59" name="Google Shape;365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60" name="Google Shape;366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61" name="Google Shape;366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62" name="Google Shape;366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663" name="Google Shape;3663;p16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64" name="Google Shape;3664;p16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65" name="Google Shape;3665;p16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666" name="Google Shape;3666;p16"/>
          <p:cNvGrpSpPr/>
          <p:nvPr/>
        </p:nvGrpSpPr>
        <p:grpSpPr>
          <a:xfrm>
            <a:off x="538292" y="1362560"/>
            <a:ext cx="406085" cy="748971"/>
            <a:chOff x="2012625" y="1628925"/>
            <a:chExt cx="914400" cy="1675925"/>
          </a:xfrm>
        </p:grpSpPr>
        <p:sp>
          <p:nvSpPr>
            <p:cNvPr id="3667" name="Google Shape;3667;p16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68" name="Google Shape;3668;p16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69" name="Google Shape;3669;p16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70" name="Google Shape;3670;p16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671" name="Google Shape;3671;p16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3672" name="Google Shape;3672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73" name="Google Shape;3673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74" name="Google Shape;3674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75" name="Google Shape;3675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76" name="Google Shape;3676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77" name="Google Shape;3677;p16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3678" name="Google Shape;367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79" name="Google Shape;367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80" name="Google Shape;368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81" name="Google Shape;368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82" name="Google Shape;368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683" name="Google Shape;3683;p16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3684" name="Google Shape;368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85" name="Google Shape;368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686" name="Google Shape;368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687" name="Google Shape;368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688" name="Google Shape;368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689" name="Google Shape;3689;p16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90" name="Google Shape;3690;p16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91" name="Google Shape;3691;p16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3692" name="Google Shape;3692;p16"/>
          <p:cNvGrpSpPr/>
          <p:nvPr/>
        </p:nvGrpSpPr>
        <p:grpSpPr>
          <a:xfrm flipH="1" rot="10800000">
            <a:off x="538292" y="2111535"/>
            <a:ext cx="406085" cy="748971"/>
            <a:chOff x="2012625" y="1628925"/>
            <a:chExt cx="914400" cy="1675925"/>
          </a:xfrm>
        </p:grpSpPr>
        <p:sp>
          <p:nvSpPr>
            <p:cNvPr id="3693" name="Google Shape;3693;p16"/>
            <p:cNvSpPr/>
            <p:nvPr/>
          </p:nvSpPr>
          <p:spPr>
            <a:xfrm>
              <a:off x="2313525" y="2509550"/>
              <a:ext cx="128400" cy="7953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94" name="Google Shape;3694;p16"/>
            <p:cNvSpPr/>
            <p:nvPr/>
          </p:nvSpPr>
          <p:spPr>
            <a:xfrm>
              <a:off x="2504625" y="2509550"/>
              <a:ext cx="128400" cy="5394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95" name="Google Shape;3695;p16"/>
            <p:cNvSpPr/>
            <p:nvPr/>
          </p:nvSpPr>
          <p:spPr>
            <a:xfrm rot="-1248407">
              <a:off x="2546042" y="3016116"/>
              <a:ext cx="128372" cy="2559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696" name="Google Shape;3696;p16"/>
            <p:cNvSpPr/>
            <p:nvPr/>
          </p:nvSpPr>
          <p:spPr>
            <a:xfrm>
              <a:off x="2012625" y="1628925"/>
              <a:ext cx="914400" cy="9009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697" name="Google Shape;3697;p16"/>
            <p:cNvGrpSpPr/>
            <p:nvPr/>
          </p:nvGrpSpPr>
          <p:grpSpPr>
            <a:xfrm>
              <a:off x="2327452" y="2533376"/>
              <a:ext cx="92925" cy="351075"/>
              <a:chOff x="2319702" y="2529176"/>
              <a:chExt cx="92925" cy="351075"/>
            </a:xfrm>
          </p:grpSpPr>
          <p:sp>
            <p:nvSpPr>
              <p:cNvPr id="3698" name="Google Shape;3698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699" name="Google Shape;3699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700" name="Google Shape;3700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701" name="Google Shape;3701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702" name="Google Shape;3702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703" name="Google Shape;3703;p16"/>
            <p:cNvGrpSpPr/>
            <p:nvPr/>
          </p:nvGrpSpPr>
          <p:grpSpPr>
            <a:xfrm>
              <a:off x="2522364" y="2536351"/>
              <a:ext cx="92925" cy="351075"/>
              <a:chOff x="2319702" y="2529176"/>
              <a:chExt cx="92925" cy="351075"/>
            </a:xfrm>
          </p:grpSpPr>
          <p:sp>
            <p:nvSpPr>
              <p:cNvPr id="3704" name="Google Shape;3704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05" name="Google Shape;3705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706" name="Google Shape;3706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707" name="Google Shape;3707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708" name="Google Shape;3708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3709" name="Google Shape;3709;p16"/>
            <p:cNvGrpSpPr/>
            <p:nvPr/>
          </p:nvGrpSpPr>
          <p:grpSpPr>
            <a:xfrm>
              <a:off x="2327452" y="2884451"/>
              <a:ext cx="92925" cy="351075"/>
              <a:chOff x="2319702" y="2529176"/>
              <a:chExt cx="92925" cy="351075"/>
            </a:xfrm>
          </p:grpSpPr>
          <p:sp>
            <p:nvSpPr>
              <p:cNvPr id="3710" name="Google Shape;3710;p16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11" name="Google Shape;3711;p16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3712" name="Google Shape;3712;p16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3713" name="Google Shape;3713;p16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3714" name="Google Shape;3714;p16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3715" name="Google Shape;3715;p16"/>
            <p:cNvSpPr/>
            <p:nvPr/>
          </p:nvSpPr>
          <p:spPr>
            <a:xfrm flipH="1" rot="-2700000">
              <a:off x="2566205" y="286741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16" name="Google Shape;3716;p16"/>
            <p:cNvSpPr/>
            <p:nvPr/>
          </p:nvSpPr>
          <p:spPr>
            <a:xfrm rot="2700000">
              <a:off x="2567155" y="29543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17" name="Google Shape;3717;p16"/>
            <p:cNvSpPr/>
            <p:nvPr/>
          </p:nvSpPr>
          <p:spPr>
            <a:xfrm flipH="1" rot="-2700000">
              <a:off x="2567155" y="303988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2" name="Google Shape;3722;p17"/>
          <p:cNvSpPr/>
          <p:nvPr/>
        </p:nvSpPr>
        <p:spPr>
          <a:xfrm>
            <a:off x="3229259" y="5272623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23" name="Google Shape;3723;p17"/>
          <p:cNvSpPr/>
          <p:nvPr/>
        </p:nvSpPr>
        <p:spPr>
          <a:xfrm>
            <a:off x="3290736" y="5272623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24" name="Google Shape;3724;p17"/>
          <p:cNvSpPr/>
          <p:nvPr/>
        </p:nvSpPr>
        <p:spPr>
          <a:xfrm rot="-1033649">
            <a:off x="3304528" y="5405171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25" name="Google Shape;3725;p17"/>
          <p:cNvSpPr/>
          <p:nvPr/>
        </p:nvSpPr>
        <p:spPr>
          <a:xfrm>
            <a:off x="3132460" y="5040402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726" name="Google Shape;3726;p17"/>
          <p:cNvGrpSpPr/>
          <p:nvPr/>
        </p:nvGrpSpPr>
        <p:grpSpPr>
          <a:xfrm>
            <a:off x="3233739" y="5278906"/>
            <a:ext cx="29894" cy="92578"/>
            <a:chOff x="2319702" y="2529176"/>
            <a:chExt cx="92925" cy="351075"/>
          </a:xfrm>
        </p:grpSpPr>
        <p:sp>
          <p:nvSpPr>
            <p:cNvPr id="3727" name="Google Shape;37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28" name="Google Shape;37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29" name="Google Shape;37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30" name="Google Shape;37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31" name="Google Shape;37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732" name="Google Shape;3732;p17"/>
          <p:cNvGrpSpPr/>
          <p:nvPr/>
        </p:nvGrpSpPr>
        <p:grpSpPr>
          <a:xfrm>
            <a:off x="3296443" y="5279690"/>
            <a:ext cx="29894" cy="92578"/>
            <a:chOff x="2319702" y="2529176"/>
            <a:chExt cx="92925" cy="351075"/>
          </a:xfrm>
        </p:grpSpPr>
        <p:sp>
          <p:nvSpPr>
            <p:cNvPr id="3733" name="Google Shape;37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34" name="Google Shape;37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35" name="Google Shape;37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36" name="Google Shape;37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37" name="Google Shape;37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738" name="Google Shape;3738;p17"/>
          <p:cNvGrpSpPr/>
          <p:nvPr/>
        </p:nvGrpSpPr>
        <p:grpSpPr>
          <a:xfrm>
            <a:off x="3233739" y="5371484"/>
            <a:ext cx="29894" cy="92578"/>
            <a:chOff x="2319702" y="2529176"/>
            <a:chExt cx="92925" cy="351075"/>
          </a:xfrm>
        </p:grpSpPr>
        <p:sp>
          <p:nvSpPr>
            <p:cNvPr id="3739" name="Google Shape;37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40" name="Google Shape;37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41" name="Google Shape;37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42" name="Google Shape;37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43" name="Google Shape;37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744" name="Google Shape;3744;p17"/>
          <p:cNvSpPr/>
          <p:nvPr/>
        </p:nvSpPr>
        <p:spPr>
          <a:xfrm flipH="1" rot="-2021404">
            <a:off x="3310570" y="536504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45" name="Google Shape;3745;p17"/>
          <p:cNvSpPr/>
          <p:nvPr/>
        </p:nvSpPr>
        <p:spPr>
          <a:xfrm rot="2021404">
            <a:off x="3310974" y="538796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46" name="Google Shape;3746;p17"/>
          <p:cNvSpPr/>
          <p:nvPr/>
        </p:nvSpPr>
        <p:spPr>
          <a:xfrm flipH="1" rot="-2021404">
            <a:off x="3310876" y="5410528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47" name="Google Shape;3747;p17"/>
          <p:cNvSpPr/>
          <p:nvPr/>
        </p:nvSpPr>
        <p:spPr>
          <a:xfrm>
            <a:off x="3523355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48" name="Google Shape;3748;p17"/>
          <p:cNvSpPr/>
          <p:nvPr/>
        </p:nvSpPr>
        <p:spPr>
          <a:xfrm>
            <a:off x="3584832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49" name="Google Shape;3749;p17"/>
          <p:cNvSpPr/>
          <p:nvPr/>
        </p:nvSpPr>
        <p:spPr>
          <a:xfrm rot="-1033649">
            <a:off x="3598624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50" name="Google Shape;3750;p17"/>
          <p:cNvSpPr/>
          <p:nvPr/>
        </p:nvSpPr>
        <p:spPr>
          <a:xfrm>
            <a:off x="3426556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751" name="Google Shape;3751;p17"/>
          <p:cNvGrpSpPr/>
          <p:nvPr/>
        </p:nvGrpSpPr>
        <p:grpSpPr>
          <a:xfrm>
            <a:off x="3527836" y="5231281"/>
            <a:ext cx="29894" cy="92578"/>
            <a:chOff x="2319702" y="2529176"/>
            <a:chExt cx="92925" cy="351075"/>
          </a:xfrm>
        </p:grpSpPr>
        <p:sp>
          <p:nvSpPr>
            <p:cNvPr id="3752" name="Google Shape;37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53" name="Google Shape;37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54" name="Google Shape;37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55" name="Google Shape;37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56" name="Google Shape;37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757" name="Google Shape;3757;p17"/>
          <p:cNvGrpSpPr/>
          <p:nvPr/>
        </p:nvGrpSpPr>
        <p:grpSpPr>
          <a:xfrm>
            <a:off x="3590539" y="5232065"/>
            <a:ext cx="29894" cy="92578"/>
            <a:chOff x="2319702" y="2529176"/>
            <a:chExt cx="92925" cy="351075"/>
          </a:xfrm>
        </p:grpSpPr>
        <p:sp>
          <p:nvSpPr>
            <p:cNvPr id="3758" name="Google Shape;37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59" name="Google Shape;37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60" name="Google Shape;37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61" name="Google Shape;37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62" name="Google Shape;37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763" name="Google Shape;3763;p17"/>
          <p:cNvGrpSpPr/>
          <p:nvPr/>
        </p:nvGrpSpPr>
        <p:grpSpPr>
          <a:xfrm>
            <a:off x="3527836" y="5323859"/>
            <a:ext cx="29894" cy="92578"/>
            <a:chOff x="2319702" y="2529176"/>
            <a:chExt cx="92925" cy="351075"/>
          </a:xfrm>
        </p:grpSpPr>
        <p:sp>
          <p:nvSpPr>
            <p:cNvPr id="3764" name="Google Shape;37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65" name="Google Shape;37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66" name="Google Shape;37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67" name="Google Shape;37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68" name="Google Shape;37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769" name="Google Shape;3769;p17"/>
          <p:cNvSpPr/>
          <p:nvPr/>
        </p:nvSpPr>
        <p:spPr>
          <a:xfrm flipH="1" rot="-2021404">
            <a:off x="3604667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70" name="Google Shape;3770;p17"/>
          <p:cNvSpPr/>
          <p:nvPr/>
        </p:nvSpPr>
        <p:spPr>
          <a:xfrm rot="2021404">
            <a:off x="3605071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71" name="Google Shape;3771;p17"/>
          <p:cNvSpPr/>
          <p:nvPr/>
        </p:nvSpPr>
        <p:spPr>
          <a:xfrm flipH="1" rot="-2021404">
            <a:off x="3604972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72" name="Google Shape;3772;p17"/>
          <p:cNvSpPr/>
          <p:nvPr/>
        </p:nvSpPr>
        <p:spPr>
          <a:xfrm>
            <a:off x="3817477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73" name="Google Shape;3773;p17"/>
          <p:cNvSpPr/>
          <p:nvPr/>
        </p:nvSpPr>
        <p:spPr>
          <a:xfrm>
            <a:off x="3878954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74" name="Google Shape;3774;p17"/>
          <p:cNvSpPr/>
          <p:nvPr/>
        </p:nvSpPr>
        <p:spPr>
          <a:xfrm rot="-1033649">
            <a:off x="3892746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75" name="Google Shape;3775;p17"/>
          <p:cNvSpPr/>
          <p:nvPr/>
        </p:nvSpPr>
        <p:spPr>
          <a:xfrm>
            <a:off x="3720677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776" name="Google Shape;3776;p17"/>
          <p:cNvGrpSpPr/>
          <p:nvPr/>
        </p:nvGrpSpPr>
        <p:grpSpPr>
          <a:xfrm>
            <a:off x="3821957" y="5231281"/>
            <a:ext cx="29894" cy="92578"/>
            <a:chOff x="2319702" y="2529176"/>
            <a:chExt cx="92925" cy="351075"/>
          </a:xfrm>
        </p:grpSpPr>
        <p:sp>
          <p:nvSpPr>
            <p:cNvPr id="3777" name="Google Shape;377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78" name="Google Shape;377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79" name="Google Shape;377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80" name="Google Shape;378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81" name="Google Shape;378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782" name="Google Shape;3782;p17"/>
          <p:cNvGrpSpPr/>
          <p:nvPr/>
        </p:nvGrpSpPr>
        <p:grpSpPr>
          <a:xfrm>
            <a:off x="3884660" y="5232065"/>
            <a:ext cx="29894" cy="92578"/>
            <a:chOff x="2319702" y="2529176"/>
            <a:chExt cx="92925" cy="351075"/>
          </a:xfrm>
        </p:grpSpPr>
        <p:sp>
          <p:nvSpPr>
            <p:cNvPr id="3783" name="Google Shape;378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84" name="Google Shape;378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85" name="Google Shape;378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86" name="Google Shape;378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87" name="Google Shape;378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788" name="Google Shape;3788;p17"/>
          <p:cNvGrpSpPr/>
          <p:nvPr/>
        </p:nvGrpSpPr>
        <p:grpSpPr>
          <a:xfrm>
            <a:off x="3821957" y="5323859"/>
            <a:ext cx="29894" cy="92578"/>
            <a:chOff x="2319702" y="2529176"/>
            <a:chExt cx="92925" cy="351075"/>
          </a:xfrm>
        </p:grpSpPr>
        <p:sp>
          <p:nvSpPr>
            <p:cNvPr id="3789" name="Google Shape;378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790" name="Google Shape;379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791" name="Google Shape;379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792" name="Google Shape;379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793" name="Google Shape;379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794" name="Google Shape;3794;p17"/>
          <p:cNvSpPr/>
          <p:nvPr/>
        </p:nvSpPr>
        <p:spPr>
          <a:xfrm flipH="1" rot="-2021404">
            <a:off x="3898788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95" name="Google Shape;3795;p17"/>
          <p:cNvSpPr/>
          <p:nvPr/>
        </p:nvSpPr>
        <p:spPr>
          <a:xfrm rot="2021404">
            <a:off x="3899192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96" name="Google Shape;3796;p17"/>
          <p:cNvSpPr/>
          <p:nvPr/>
        </p:nvSpPr>
        <p:spPr>
          <a:xfrm flipH="1" rot="-2021404">
            <a:off x="3899094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97" name="Google Shape;3797;p17"/>
          <p:cNvSpPr/>
          <p:nvPr/>
        </p:nvSpPr>
        <p:spPr>
          <a:xfrm>
            <a:off x="4111598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98" name="Google Shape;3798;p17"/>
          <p:cNvSpPr/>
          <p:nvPr/>
        </p:nvSpPr>
        <p:spPr>
          <a:xfrm>
            <a:off x="4173075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799" name="Google Shape;3799;p17"/>
          <p:cNvSpPr/>
          <p:nvPr/>
        </p:nvSpPr>
        <p:spPr>
          <a:xfrm rot="-1033649">
            <a:off x="4186867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00" name="Google Shape;3800;p17"/>
          <p:cNvSpPr/>
          <p:nvPr/>
        </p:nvSpPr>
        <p:spPr>
          <a:xfrm>
            <a:off x="4014799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801" name="Google Shape;3801;p17"/>
          <p:cNvGrpSpPr/>
          <p:nvPr/>
        </p:nvGrpSpPr>
        <p:grpSpPr>
          <a:xfrm>
            <a:off x="4116079" y="5231281"/>
            <a:ext cx="29894" cy="92578"/>
            <a:chOff x="2319702" y="2529176"/>
            <a:chExt cx="92925" cy="351075"/>
          </a:xfrm>
        </p:grpSpPr>
        <p:sp>
          <p:nvSpPr>
            <p:cNvPr id="3802" name="Google Shape;380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03" name="Google Shape;380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04" name="Google Shape;380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05" name="Google Shape;380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06" name="Google Shape;380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07" name="Google Shape;3807;p17"/>
          <p:cNvGrpSpPr/>
          <p:nvPr/>
        </p:nvGrpSpPr>
        <p:grpSpPr>
          <a:xfrm>
            <a:off x="4178782" y="5232065"/>
            <a:ext cx="29894" cy="92578"/>
            <a:chOff x="2319702" y="2529176"/>
            <a:chExt cx="92925" cy="351075"/>
          </a:xfrm>
        </p:grpSpPr>
        <p:sp>
          <p:nvSpPr>
            <p:cNvPr id="3808" name="Google Shape;380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09" name="Google Shape;380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10" name="Google Shape;381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11" name="Google Shape;381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12" name="Google Shape;381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13" name="Google Shape;3813;p17"/>
          <p:cNvGrpSpPr/>
          <p:nvPr/>
        </p:nvGrpSpPr>
        <p:grpSpPr>
          <a:xfrm>
            <a:off x="4116079" y="5323859"/>
            <a:ext cx="29894" cy="92578"/>
            <a:chOff x="2319702" y="2529176"/>
            <a:chExt cx="92925" cy="351075"/>
          </a:xfrm>
        </p:grpSpPr>
        <p:sp>
          <p:nvSpPr>
            <p:cNvPr id="3814" name="Google Shape;381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15" name="Google Shape;381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16" name="Google Shape;381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17" name="Google Shape;381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18" name="Google Shape;381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819" name="Google Shape;3819;p17"/>
          <p:cNvSpPr/>
          <p:nvPr/>
        </p:nvSpPr>
        <p:spPr>
          <a:xfrm flipH="1" rot="-2021404">
            <a:off x="4192910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20" name="Google Shape;3820;p17"/>
          <p:cNvSpPr/>
          <p:nvPr/>
        </p:nvSpPr>
        <p:spPr>
          <a:xfrm rot="2021404">
            <a:off x="4193314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21" name="Google Shape;3821;p17"/>
          <p:cNvSpPr/>
          <p:nvPr/>
        </p:nvSpPr>
        <p:spPr>
          <a:xfrm flipH="1" rot="-2021404">
            <a:off x="4193215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22" name="Google Shape;3822;p17"/>
          <p:cNvSpPr/>
          <p:nvPr/>
        </p:nvSpPr>
        <p:spPr>
          <a:xfrm flipH="1" rot="10800000">
            <a:off x="3229259" y="548260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23" name="Google Shape;3823;p17"/>
          <p:cNvSpPr/>
          <p:nvPr/>
        </p:nvSpPr>
        <p:spPr>
          <a:xfrm flipH="1" rot="10800000">
            <a:off x="3290736" y="555010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24" name="Google Shape;3824;p17"/>
          <p:cNvSpPr/>
          <p:nvPr/>
        </p:nvSpPr>
        <p:spPr>
          <a:xfrm flipH="1" rot="-9766351">
            <a:off x="3304528" y="5490229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25" name="Google Shape;3825;p17"/>
          <p:cNvSpPr/>
          <p:nvPr/>
        </p:nvSpPr>
        <p:spPr>
          <a:xfrm flipH="1" rot="10800000">
            <a:off x="3132460" y="568692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826" name="Google Shape;3826;p17"/>
          <p:cNvGrpSpPr/>
          <p:nvPr/>
        </p:nvGrpSpPr>
        <p:grpSpPr>
          <a:xfrm flipH="1" rot="10800000">
            <a:off x="3233739" y="5593438"/>
            <a:ext cx="29894" cy="92578"/>
            <a:chOff x="2319702" y="2529176"/>
            <a:chExt cx="92925" cy="351075"/>
          </a:xfrm>
        </p:grpSpPr>
        <p:sp>
          <p:nvSpPr>
            <p:cNvPr id="3827" name="Google Shape;38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28" name="Google Shape;38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29" name="Google Shape;38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30" name="Google Shape;38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31" name="Google Shape;38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32" name="Google Shape;3832;p17"/>
          <p:cNvGrpSpPr/>
          <p:nvPr/>
        </p:nvGrpSpPr>
        <p:grpSpPr>
          <a:xfrm flipH="1" rot="10800000">
            <a:off x="3296443" y="5592654"/>
            <a:ext cx="29894" cy="92578"/>
            <a:chOff x="2319702" y="2529176"/>
            <a:chExt cx="92925" cy="351075"/>
          </a:xfrm>
        </p:grpSpPr>
        <p:sp>
          <p:nvSpPr>
            <p:cNvPr id="3833" name="Google Shape;38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34" name="Google Shape;38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35" name="Google Shape;38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36" name="Google Shape;38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37" name="Google Shape;38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38" name="Google Shape;3838;p17"/>
          <p:cNvGrpSpPr/>
          <p:nvPr/>
        </p:nvGrpSpPr>
        <p:grpSpPr>
          <a:xfrm flipH="1" rot="10800000">
            <a:off x="3233739" y="5500860"/>
            <a:ext cx="29894" cy="92578"/>
            <a:chOff x="2319702" y="2529176"/>
            <a:chExt cx="92925" cy="351075"/>
          </a:xfrm>
        </p:grpSpPr>
        <p:sp>
          <p:nvSpPr>
            <p:cNvPr id="3839" name="Google Shape;38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40" name="Google Shape;38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41" name="Google Shape;38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42" name="Google Shape;38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43" name="Google Shape;38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844" name="Google Shape;3844;p17"/>
          <p:cNvSpPr/>
          <p:nvPr/>
        </p:nvSpPr>
        <p:spPr>
          <a:xfrm rot="-8778596">
            <a:off x="3310570" y="556300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45" name="Google Shape;3845;p17"/>
          <p:cNvSpPr/>
          <p:nvPr/>
        </p:nvSpPr>
        <p:spPr>
          <a:xfrm flipH="1" rot="8778596">
            <a:off x="3310974" y="554007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46" name="Google Shape;3846;p17"/>
          <p:cNvSpPr/>
          <p:nvPr/>
        </p:nvSpPr>
        <p:spPr>
          <a:xfrm rot="-8778596">
            <a:off x="3310876" y="551751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47" name="Google Shape;3847;p17"/>
          <p:cNvSpPr/>
          <p:nvPr/>
        </p:nvSpPr>
        <p:spPr>
          <a:xfrm flipH="1" rot="10800000">
            <a:off x="3523355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48" name="Google Shape;3848;p17"/>
          <p:cNvSpPr/>
          <p:nvPr/>
        </p:nvSpPr>
        <p:spPr>
          <a:xfrm flipH="1" rot="10800000">
            <a:off x="3584832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49" name="Google Shape;3849;p17"/>
          <p:cNvSpPr/>
          <p:nvPr/>
        </p:nvSpPr>
        <p:spPr>
          <a:xfrm flipH="1" rot="-9766351">
            <a:off x="3598624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50" name="Google Shape;3850;p17"/>
          <p:cNvSpPr/>
          <p:nvPr/>
        </p:nvSpPr>
        <p:spPr>
          <a:xfrm flipH="1" rot="10800000">
            <a:off x="3426556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851" name="Google Shape;3851;p17"/>
          <p:cNvGrpSpPr/>
          <p:nvPr/>
        </p:nvGrpSpPr>
        <p:grpSpPr>
          <a:xfrm flipH="1" rot="10800000">
            <a:off x="3527836" y="5545813"/>
            <a:ext cx="29894" cy="92578"/>
            <a:chOff x="2319702" y="2529176"/>
            <a:chExt cx="92925" cy="351075"/>
          </a:xfrm>
        </p:grpSpPr>
        <p:sp>
          <p:nvSpPr>
            <p:cNvPr id="3852" name="Google Shape;38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53" name="Google Shape;38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54" name="Google Shape;38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55" name="Google Shape;38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56" name="Google Shape;38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57" name="Google Shape;3857;p17"/>
          <p:cNvGrpSpPr/>
          <p:nvPr/>
        </p:nvGrpSpPr>
        <p:grpSpPr>
          <a:xfrm flipH="1" rot="10800000">
            <a:off x="3590539" y="5545029"/>
            <a:ext cx="29894" cy="92578"/>
            <a:chOff x="2319702" y="2529176"/>
            <a:chExt cx="92925" cy="351075"/>
          </a:xfrm>
        </p:grpSpPr>
        <p:sp>
          <p:nvSpPr>
            <p:cNvPr id="3858" name="Google Shape;38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59" name="Google Shape;38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60" name="Google Shape;38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61" name="Google Shape;38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62" name="Google Shape;38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63" name="Google Shape;3863;p17"/>
          <p:cNvGrpSpPr/>
          <p:nvPr/>
        </p:nvGrpSpPr>
        <p:grpSpPr>
          <a:xfrm flipH="1" rot="10800000">
            <a:off x="3527836" y="5453235"/>
            <a:ext cx="29894" cy="92578"/>
            <a:chOff x="2319702" y="2529176"/>
            <a:chExt cx="92925" cy="351075"/>
          </a:xfrm>
        </p:grpSpPr>
        <p:sp>
          <p:nvSpPr>
            <p:cNvPr id="3864" name="Google Shape;38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65" name="Google Shape;38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66" name="Google Shape;38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67" name="Google Shape;38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68" name="Google Shape;38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869" name="Google Shape;3869;p17"/>
          <p:cNvSpPr/>
          <p:nvPr/>
        </p:nvSpPr>
        <p:spPr>
          <a:xfrm rot="-8778596">
            <a:off x="3604667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70" name="Google Shape;3870;p17"/>
          <p:cNvSpPr/>
          <p:nvPr/>
        </p:nvSpPr>
        <p:spPr>
          <a:xfrm flipH="1" rot="8778596">
            <a:off x="3605071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71" name="Google Shape;3871;p17"/>
          <p:cNvSpPr/>
          <p:nvPr/>
        </p:nvSpPr>
        <p:spPr>
          <a:xfrm rot="-8778596">
            <a:off x="3604972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72" name="Google Shape;3872;p17"/>
          <p:cNvSpPr/>
          <p:nvPr/>
        </p:nvSpPr>
        <p:spPr>
          <a:xfrm flipH="1" rot="10800000">
            <a:off x="3817477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73" name="Google Shape;3873;p17"/>
          <p:cNvSpPr/>
          <p:nvPr/>
        </p:nvSpPr>
        <p:spPr>
          <a:xfrm flipH="1" rot="10800000">
            <a:off x="3878954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74" name="Google Shape;3874;p17"/>
          <p:cNvSpPr/>
          <p:nvPr/>
        </p:nvSpPr>
        <p:spPr>
          <a:xfrm flipH="1" rot="-9766351">
            <a:off x="3892746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75" name="Google Shape;3875;p17"/>
          <p:cNvSpPr/>
          <p:nvPr/>
        </p:nvSpPr>
        <p:spPr>
          <a:xfrm flipH="1" rot="10800000">
            <a:off x="3720677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876" name="Google Shape;3876;p17"/>
          <p:cNvGrpSpPr/>
          <p:nvPr/>
        </p:nvGrpSpPr>
        <p:grpSpPr>
          <a:xfrm flipH="1" rot="10800000">
            <a:off x="3821957" y="5545813"/>
            <a:ext cx="29894" cy="92578"/>
            <a:chOff x="2319702" y="2529176"/>
            <a:chExt cx="92925" cy="351075"/>
          </a:xfrm>
        </p:grpSpPr>
        <p:sp>
          <p:nvSpPr>
            <p:cNvPr id="3877" name="Google Shape;387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78" name="Google Shape;387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79" name="Google Shape;387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80" name="Google Shape;388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81" name="Google Shape;388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82" name="Google Shape;3882;p17"/>
          <p:cNvGrpSpPr/>
          <p:nvPr/>
        </p:nvGrpSpPr>
        <p:grpSpPr>
          <a:xfrm flipH="1" rot="10800000">
            <a:off x="3884660" y="5545029"/>
            <a:ext cx="29894" cy="92578"/>
            <a:chOff x="2319702" y="2529176"/>
            <a:chExt cx="92925" cy="351075"/>
          </a:xfrm>
        </p:grpSpPr>
        <p:sp>
          <p:nvSpPr>
            <p:cNvPr id="3883" name="Google Shape;388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84" name="Google Shape;388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85" name="Google Shape;388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86" name="Google Shape;388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87" name="Google Shape;388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888" name="Google Shape;3888;p17"/>
          <p:cNvGrpSpPr/>
          <p:nvPr/>
        </p:nvGrpSpPr>
        <p:grpSpPr>
          <a:xfrm flipH="1" rot="10800000">
            <a:off x="3821957" y="5453235"/>
            <a:ext cx="29894" cy="92578"/>
            <a:chOff x="2319702" y="2529176"/>
            <a:chExt cx="92925" cy="351075"/>
          </a:xfrm>
        </p:grpSpPr>
        <p:sp>
          <p:nvSpPr>
            <p:cNvPr id="3889" name="Google Shape;388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890" name="Google Shape;389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891" name="Google Shape;389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892" name="Google Shape;389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893" name="Google Shape;389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894" name="Google Shape;3894;p17"/>
          <p:cNvSpPr/>
          <p:nvPr/>
        </p:nvSpPr>
        <p:spPr>
          <a:xfrm rot="-8778596">
            <a:off x="3898788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95" name="Google Shape;3895;p17"/>
          <p:cNvSpPr/>
          <p:nvPr/>
        </p:nvSpPr>
        <p:spPr>
          <a:xfrm flipH="1" rot="8778596">
            <a:off x="3899192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96" name="Google Shape;3896;p17"/>
          <p:cNvSpPr/>
          <p:nvPr/>
        </p:nvSpPr>
        <p:spPr>
          <a:xfrm rot="-8778596">
            <a:off x="3899094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97" name="Google Shape;3897;p17"/>
          <p:cNvSpPr/>
          <p:nvPr/>
        </p:nvSpPr>
        <p:spPr>
          <a:xfrm flipH="1" rot="10800000">
            <a:off x="4111598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98" name="Google Shape;3898;p17"/>
          <p:cNvSpPr/>
          <p:nvPr/>
        </p:nvSpPr>
        <p:spPr>
          <a:xfrm flipH="1" rot="10800000">
            <a:off x="4173075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899" name="Google Shape;3899;p17"/>
          <p:cNvSpPr/>
          <p:nvPr/>
        </p:nvSpPr>
        <p:spPr>
          <a:xfrm flipH="1" rot="-9766351">
            <a:off x="4186867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00" name="Google Shape;3900;p17"/>
          <p:cNvSpPr/>
          <p:nvPr/>
        </p:nvSpPr>
        <p:spPr>
          <a:xfrm flipH="1" rot="10800000">
            <a:off x="4014799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901" name="Google Shape;3901;p17"/>
          <p:cNvGrpSpPr/>
          <p:nvPr/>
        </p:nvGrpSpPr>
        <p:grpSpPr>
          <a:xfrm flipH="1" rot="10800000">
            <a:off x="4116079" y="5545813"/>
            <a:ext cx="29894" cy="92578"/>
            <a:chOff x="2319702" y="2529176"/>
            <a:chExt cx="92925" cy="351075"/>
          </a:xfrm>
        </p:grpSpPr>
        <p:sp>
          <p:nvSpPr>
            <p:cNvPr id="3902" name="Google Shape;390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03" name="Google Shape;390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04" name="Google Shape;390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05" name="Google Shape;390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06" name="Google Shape;390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07" name="Google Shape;3907;p17"/>
          <p:cNvGrpSpPr/>
          <p:nvPr/>
        </p:nvGrpSpPr>
        <p:grpSpPr>
          <a:xfrm flipH="1" rot="10800000">
            <a:off x="4178782" y="5545029"/>
            <a:ext cx="29894" cy="92578"/>
            <a:chOff x="2319702" y="2529176"/>
            <a:chExt cx="92925" cy="351075"/>
          </a:xfrm>
        </p:grpSpPr>
        <p:sp>
          <p:nvSpPr>
            <p:cNvPr id="3908" name="Google Shape;390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09" name="Google Shape;390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10" name="Google Shape;391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11" name="Google Shape;391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12" name="Google Shape;391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13" name="Google Shape;3913;p17"/>
          <p:cNvGrpSpPr/>
          <p:nvPr/>
        </p:nvGrpSpPr>
        <p:grpSpPr>
          <a:xfrm flipH="1" rot="10800000">
            <a:off x="4116079" y="5453235"/>
            <a:ext cx="29894" cy="92578"/>
            <a:chOff x="2319702" y="2529176"/>
            <a:chExt cx="92925" cy="351075"/>
          </a:xfrm>
        </p:grpSpPr>
        <p:sp>
          <p:nvSpPr>
            <p:cNvPr id="3914" name="Google Shape;391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15" name="Google Shape;391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16" name="Google Shape;391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17" name="Google Shape;391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18" name="Google Shape;391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919" name="Google Shape;3919;p17"/>
          <p:cNvSpPr/>
          <p:nvPr/>
        </p:nvSpPr>
        <p:spPr>
          <a:xfrm rot="-8778596">
            <a:off x="4192910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20" name="Google Shape;3920;p17"/>
          <p:cNvSpPr/>
          <p:nvPr/>
        </p:nvSpPr>
        <p:spPr>
          <a:xfrm flipH="1" rot="8778596">
            <a:off x="4193314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21" name="Google Shape;3921;p17"/>
          <p:cNvSpPr/>
          <p:nvPr/>
        </p:nvSpPr>
        <p:spPr>
          <a:xfrm rot="-8778596">
            <a:off x="4193215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22" name="Google Shape;3922;p17"/>
          <p:cNvSpPr/>
          <p:nvPr/>
        </p:nvSpPr>
        <p:spPr>
          <a:xfrm>
            <a:off x="4405720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23" name="Google Shape;3923;p17"/>
          <p:cNvSpPr/>
          <p:nvPr/>
        </p:nvSpPr>
        <p:spPr>
          <a:xfrm>
            <a:off x="4467197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24" name="Google Shape;3924;p17"/>
          <p:cNvSpPr/>
          <p:nvPr/>
        </p:nvSpPr>
        <p:spPr>
          <a:xfrm rot="-1033649">
            <a:off x="4480989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25" name="Google Shape;3925;p17"/>
          <p:cNvSpPr/>
          <p:nvPr/>
        </p:nvSpPr>
        <p:spPr>
          <a:xfrm>
            <a:off x="4308920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926" name="Google Shape;3926;p17"/>
          <p:cNvGrpSpPr/>
          <p:nvPr/>
        </p:nvGrpSpPr>
        <p:grpSpPr>
          <a:xfrm>
            <a:off x="4410200" y="5231281"/>
            <a:ext cx="29894" cy="92578"/>
            <a:chOff x="2319702" y="2529176"/>
            <a:chExt cx="92925" cy="351075"/>
          </a:xfrm>
        </p:grpSpPr>
        <p:sp>
          <p:nvSpPr>
            <p:cNvPr id="3927" name="Google Shape;39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28" name="Google Shape;39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29" name="Google Shape;39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30" name="Google Shape;39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31" name="Google Shape;39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32" name="Google Shape;3932;p17"/>
          <p:cNvGrpSpPr/>
          <p:nvPr/>
        </p:nvGrpSpPr>
        <p:grpSpPr>
          <a:xfrm>
            <a:off x="4472903" y="5232065"/>
            <a:ext cx="29894" cy="92578"/>
            <a:chOff x="2319702" y="2529176"/>
            <a:chExt cx="92925" cy="351075"/>
          </a:xfrm>
        </p:grpSpPr>
        <p:sp>
          <p:nvSpPr>
            <p:cNvPr id="3933" name="Google Shape;39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34" name="Google Shape;39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35" name="Google Shape;39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36" name="Google Shape;39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37" name="Google Shape;39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38" name="Google Shape;3938;p17"/>
          <p:cNvGrpSpPr/>
          <p:nvPr/>
        </p:nvGrpSpPr>
        <p:grpSpPr>
          <a:xfrm>
            <a:off x="4410200" y="5323859"/>
            <a:ext cx="29894" cy="92578"/>
            <a:chOff x="2319702" y="2529176"/>
            <a:chExt cx="92925" cy="351075"/>
          </a:xfrm>
        </p:grpSpPr>
        <p:sp>
          <p:nvSpPr>
            <p:cNvPr id="3939" name="Google Shape;39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40" name="Google Shape;39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41" name="Google Shape;39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42" name="Google Shape;39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43" name="Google Shape;39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944" name="Google Shape;3944;p17"/>
          <p:cNvSpPr/>
          <p:nvPr/>
        </p:nvSpPr>
        <p:spPr>
          <a:xfrm flipH="1" rot="-2021404">
            <a:off x="4487031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45" name="Google Shape;3945;p17"/>
          <p:cNvSpPr/>
          <p:nvPr/>
        </p:nvSpPr>
        <p:spPr>
          <a:xfrm rot="2021404">
            <a:off x="4487435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46" name="Google Shape;3946;p17"/>
          <p:cNvSpPr/>
          <p:nvPr/>
        </p:nvSpPr>
        <p:spPr>
          <a:xfrm flipH="1" rot="-2021404">
            <a:off x="4487337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47" name="Google Shape;3947;p17"/>
          <p:cNvSpPr/>
          <p:nvPr/>
        </p:nvSpPr>
        <p:spPr>
          <a:xfrm>
            <a:off x="2657637" y="542823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48" name="Google Shape;3948;p17"/>
          <p:cNvSpPr/>
          <p:nvPr/>
        </p:nvSpPr>
        <p:spPr>
          <a:xfrm>
            <a:off x="2719114" y="542823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49" name="Google Shape;3949;p17"/>
          <p:cNvSpPr/>
          <p:nvPr/>
        </p:nvSpPr>
        <p:spPr>
          <a:xfrm rot="-1033649">
            <a:off x="2732906" y="5560783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50" name="Google Shape;3950;p17"/>
          <p:cNvSpPr/>
          <p:nvPr/>
        </p:nvSpPr>
        <p:spPr>
          <a:xfrm>
            <a:off x="2560838" y="5196014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951" name="Google Shape;3951;p17"/>
          <p:cNvGrpSpPr/>
          <p:nvPr/>
        </p:nvGrpSpPr>
        <p:grpSpPr>
          <a:xfrm>
            <a:off x="2662118" y="5434518"/>
            <a:ext cx="29894" cy="92578"/>
            <a:chOff x="2319702" y="2529176"/>
            <a:chExt cx="92925" cy="351075"/>
          </a:xfrm>
        </p:grpSpPr>
        <p:sp>
          <p:nvSpPr>
            <p:cNvPr id="3952" name="Google Shape;39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53" name="Google Shape;39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54" name="Google Shape;39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55" name="Google Shape;39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56" name="Google Shape;39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57" name="Google Shape;3957;p17"/>
          <p:cNvGrpSpPr/>
          <p:nvPr/>
        </p:nvGrpSpPr>
        <p:grpSpPr>
          <a:xfrm>
            <a:off x="2724821" y="5435303"/>
            <a:ext cx="29894" cy="92578"/>
            <a:chOff x="2319702" y="2529176"/>
            <a:chExt cx="92925" cy="351075"/>
          </a:xfrm>
        </p:grpSpPr>
        <p:sp>
          <p:nvSpPr>
            <p:cNvPr id="3958" name="Google Shape;39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59" name="Google Shape;39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60" name="Google Shape;39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61" name="Google Shape;39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62" name="Google Shape;39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63" name="Google Shape;3963;p17"/>
          <p:cNvGrpSpPr/>
          <p:nvPr/>
        </p:nvGrpSpPr>
        <p:grpSpPr>
          <a:xfrm>
            <a:off x="2662118" y="5527097"/>
            <a:ext cx="29894" cy="92578"/>
            <a:chOff x="2319702" y="2529176"/>
            <a:chExt cx="92925" cy="351075"/>
          </a:xfrm>
        </p:grpSpPr>
        <p:sp>
          <p:nvSpPr>
            <p:cNvPr id="3964" name="Google Shape;39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65" name="Google Shape;39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66" name="Google Shape;39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67" name="Google Shape;39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68" name="Google Shape;39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969" name="Google Shape;3969;p17"/>
          <p:cNvSpPr/>
          <p:nvPr/>
        </p:nvSpPr>
        <p:spPr>
          <a:xfrm flipH="1" rot="-2021404">
            <a:off x="2738949" y="552065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70" name="Google Shape;3970;p17"/>
          <p:cNvSpPr/>
          <p:nvPr/>
        </p:nvSpPr>
        <p:spPr>
          <a:xfrm rot="2021404">
            <a:off x="2739353" y="554358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71" name="Google Shape;3971;p17"/>
          <p:cNvSpPr/>
          <p:nvPr/>
        </p:nvSpPr>
        <p:spPr>
          <a:xfrm flipH="1" rot="-2021404">
            <a:off x="2739254" y="556614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72" name="Google Shape;3972;p17"/>
          <p:cNvSpPr/>
          <p:nvPr/>
        </p:nvSpPr>
        <p:spPr>
          <a:xfrm>
            <a:off x="2941084" y="53416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73" name="Google Shape;3973;p17"/>
          <p:cNvSpPr/>
          <p:nvPr/>
        </p:nvSpPr>
        <p:spPr>
          <a:xfrm>
            <a:off x="3002561" y="53416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74" name="Google Shape;3974;p17"/>
          <p:cNvSpPr/>
          <p:nvPr/>
        </p:nvSpPr>
        <p:spPr>
          <a:xfrm rot="-1033649">
            <a:off x="3016353" y="54742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75" name="Google Shape;3975;p17"/>
          <p:cNvSpPr/>
          <p:nvPr/>
        </p:nvSpPr>
        <p:spPr>
          <a:xfrm>
            <a:off x="2844284" y="51094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3976" name="Google Shape;3976;p17"/>
          <p:cNvGrpSpPr/>
          <p:nvPr/>
        </p:nvGrpSpPr>
        <p:grpSpPr>
          <a:xfrm>
            <a:off x="2945564" y="5347981"/>
            <a:ext cx="29894" cy="92578"/>
            <a:chOff x="2319702" y="2529176"/>
            <a:chExt cx="92925" cy="351075"/>
          </a:xfrm>
        </p:grpSpPr>
        <p:sp>
          <p:nvSpPr>
            <p:cNvPr id="3977" name="Google Shape;397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78" name="Google Shape;397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79" name="Google Shape;397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80" name="Google Shape;398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81" name="Google Shape;398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82" name="Google Shape;3982;p17"/>
          <p:cNvGrpSpPr/>
          <p:nvPr/>
        </p:nvGrpSpPr>
        <p:grpSpPr>
          <a:xfrm>
            <a:off x="3008267" y="5348765"/>
            <a:ext cx="29894" cy="92578"/>
            <a:chOff x="2319702" y="2529176"/>
            <a:chExt cx="92925" cy="351075"/>
          </a:xfrm>
        </p:grpSpPr>
        <p:sp>
          <p:nvSpPr>
            <p:cNvPr id="3983" name="Google Shape;398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84" name="Google Shape;398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85" name="Google Shape;398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86" name="Google Shape;398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87" name="Google Shape;398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3988" name="Google Shape;3988;p17"/>
          <p:cNvGrpSpPr/>
          <p:nvPr/>
        </p:nvGrpSpPr>
        <p:grpSpPr>
          <a:xfrm>
            <a:off x="2945564" y="5440559"/>
            <a:ext cx="29894" cy="92578"/>
            <a:chOff x="2319702" y="2529176"/>
            <a:chExt cx="92925" cy="351075"/>
          </a:xfrm>
        </p:grpSpPr>
        <p:sp>
          <p:nvSpPr>
            <p:cNvPr id="3989" name="Google Shape;398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3990" name="Google Shape;399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3991" name="Google Shape;399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3992" name="Google Shape;399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3993" name="Google Shape;399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3994" name="Google Shape;3994;p17"/>
          <p:cNvSpPr/>
          <p:nvPr/>
        </p:nvSpPr>
        <p:spPr>
          <a:xfrm flipH="1" rot="-2021404">
            <a:off x="3022395" y="54341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95" name="Google Shape;3995;p17"/>
          <p:cNvSpPr/>
          <p:nvPr/>
        </p:nvSpPr>
        <p:spPr>
          <a:xfrm rot="2021404">
            <a:off x="3022799" y="54570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96" name="Google Shape;3996;p17"/>
          <p:cNvSpPr/>
          <p:nvPr/>
        </p:nvSpPr>
        <p:spPr>
          <a:xfrm flipH="1" rot="-2021404">
            <a:off x="3022701" y="54796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97" name="Google Shape;3997;p17"/>
          <p:cNvSpPr/>
          <p:nvPr/>
        </p:nvSpPr>
        <p:spPr>
          <a:xfrm flipH="1" rot="10800000">
            <a:off x="4405720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98" name="Google Shape;3998;p17"/>
          <p:cNvSpPr/>
          <p:nvPr/>
        </p:nvSpPr>
        <p:spPr>
          <a:xfrm flipH="1" rot="10800000">
            <a:off x="4467197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3999" name="Google Shape;3999;p17"/>
          <p:cNvSpPr/>
          <p:nvPr/>
        </p:nvSpPr>
        <p:spPr>
          <a:xfrm flipH="1" rot="-9766351">
            <a:off x="4480989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00" name="Google Shape;4000;p17"/>
          <p:cNvSpPr/>
          <p:nvPr/>
        </p:nvSpPr>
        <p:spPr>
          <a:xfrm flipH="1" rot="10800000">
            <a:off x="4308920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001" name="Google Shape;4001;p17"/>
          <p:cNvGrpSpPr/>
          <p:nvPr/>
        </p:nvGrpSpPr>
        <p:grpSpPr>
          <a:xfrm flipH="1" rot="10800000">
            <a:off x="4410200" y="5545813"/>
            <a:ext cx="29894" cy="92578"/>
            <a:chOff x="2319702" y="2529176"/>
            <a:chExt cx="92925" cy="351075"/>
          </a:xfrm>
        </p:grpSpPr>
        <p:sp>
          <p:nvSpPr>
            <p:cNvPr id="4002" name="Google Shape;400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03" name="Google Shape;400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04" name="Google Shape;400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05" name="Google Shape;400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06" name="Google Shape;400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07" name="Google Shape;4007;p17"/>
          <p:cNvGrpSpPr/>
          <p:nvPr/>
        </p:nvGrpSpPr>
        <p:grpSpPr>
          <a:xfrm flipH="1" rot="10800000">
            <a:off x="4472903" y="5545029"/>
            <a:ext cx="29894" cy="92578"/>
            <a:chOff x="2319702" y="2529176"/>
            <a:chExt cx="92925" cy="351075"/>
          </a:xfrm>
        </p:grpSpPr>
        <p:sp>
          <p:nvSpPr>
            <p:cNvPr id="4008" name="Google Shape;400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09" name="Google Shape;400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10" name="Google Shape;401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11" name="Google Shape;401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12" name="Google Shape;401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13" name="Google Shape;4013;p17"/>
          <p:cNvGrpSpPr/>
          <p:nvPr/>
        </p:nvGrpSpPr>
        <p:grpSpPr>
          <a:xfrm flipH="1" rot="10800000">
            <a:off x="4410200" y="5453235"/>
            <a:ext cx="29894" cy="92578"/>
            <a:chOff x="2319702" y="2529176"/>
            <a:chExt cx="92925" cy="351075"/>
          </a:xfrm>
        </p:grpSpPr>
        <p:sp>
          <p:nvSpPr>
            <p:cNvPr id="4014" name="Google Shape;401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15" name="Google Shape;401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16" name="Google Shape;401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17" name="Google Shape;401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18" name="Google Shape;401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019" name="Google Shape;4019;p17"/>
          <p:cNvSpPr/>
          <p:nvPr/>
        </p:nvSpPr>
        <p:spPr>
          <a:xfrm rot="-8778596">
            <a:off x="4487031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20" name="Google Shape;4020;p17"/>
          <p:cNvSpPr/>
          <p:nvPr/>
        </p:nvSpPr>
        <p:spPr>
          <a:xfrm flipH="1" rot="8778596">
            <a:off x="4487435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21" name="Google Shape;4021;p17"/>
          <p:cNvSpPr/>
          <p:nvPr/>
        </p:nvSpPr>
        <p:spPr>
          <a:xfrm rot="-8778596">
            <a:off x="4487337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22" name="Google Shape;4022;p17"/>
          <p:cNvSpPr/>
          <p:nvPr/>
        </p:nvSpPr>
        <p:spPr>
          <a:xfrm flipH="1" rot="10800000">
            <a:off x="2657637" y="5638212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23" name="Google Shape;4023;p17"/>
          <p:cNvSpPr/>
          <p:nvPr/>
        </p:nvSpPr>
        <p:spPr>
          <a:xfrm flipH="1" rot="10800000">
            <a:off x="2719114" y="5705712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24" name="Google Shape;4024;p17"/>
          <p:cNvSpPr/>
          <p:nvPr/>
        </p:nvSpPr>
        <p:spPr>
          <a:xfrm flipH="1" rot="-9766351">
            <a:off x="2732906" y="5645842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25" name="Google Shape;4025;p17"/>
          <p:cNvSpPr/>
          <p:nvPr/>
        </p:nvSpPr>
        <p:spPr>
          <a:xfrm flipH="1" rot="10800000">
            <a:off x="2560838" y="5842533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026" name="Google Shape;4026;p17"/>
          <p:cNvGrpSpPr/>
          <p:nvPr/>
        </p:nvGrpSpPr>
        <p:grpSpPr>
          <a:xfrm flipH="1" rot="10800000">
            <a:off x="2662118" y="5749051"/>
            <a:ext cx="29894" cy="92578"/>
            <a:chOff x="2319702" y="2529176"/>
            <a:chExt cx="92925" cy="351075"/>
          </a:xfrm>
        </p:grpSpPr>
        <p:sp>
          <p:nvSpPr>
            <p:cNvPr id="4027" name="Google Shape;40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28" name="Google Shape;40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29" name="Google Shape;40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30" name="Google Shape;40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31" name="Google Shape;40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32" name="Google Shape;4032;p17"/>
          <p:cNvGrpSpPr/>
          <p:nvPr/>
        </p:nvGrpSpPr>
        <p:grpSpPr>
          <a:xfrm flipH="1" rot="10800000">
            <a:off x="2724821" y="5748266"/>
            <a:ext cx="29894" cy="92578"/>
            <a:chOff x="2319702" y="2529176"/>
            <a:chExt cx="92925" cy="351075"/>
          </a:xfrm>
        </p:grpSpPr>
        <p:sp>
          <p:nvSpPr>
            <p:cNvPr id="4033" name="Google Shape;40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34" name="Google Shape;40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35" name="Google Shape;40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36" name="Google Shape;40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37" name="Google Shape;40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38" name="Google Shape;4038;p17"/>
          <p:cNvGrpSpPr/>
          <p:nvPr/>
        </p:nvGrpSpPr>
        <p:grpSpPr>
          <a:xfrm flipH="1" rot="10800000">
            <a:off x="2662118" y="5656472"/>
            <a:ext cx="29894" cy="92578"/>
            <a:chOff x="2319702" y="2529176"/>
            <a:chExt cx="92925" cy="351075"/>
          </a:xfrm>
        </p:grpSpPr>
        <p:sp>
          <p:nvSpPr>
            <p:cNvPr id="4039" name="Google Shape;40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40" name="Google Shape;40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41" name="Google Shape;40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42" name="Google Shape;40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43" name="Google Shape;40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044" name="Google Shape;4044;p17"/>
          <p:cNvSpPr/>
          <p:nvPr/>
        </p:nvSpPr>
        <p:spPr>
          <a:xfrm rot="-8778596">
            <a:off x="2738949" y="571861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45" name="Google Shape;4045;p17"/>
          <p:cNvSpPr/>
          <p:nvPr/>
        </p:nvSpPr>
        <p:spPr>
          <a:xfrm flipH="1" rot="8778596">
            <a:off x="2739353" y="569569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46" name="Google Shape;4046;p17"/>
          <p:cNvSpPr/>
          <p:nvPr/>
        </p:nvSpPr>
        <p:spPr>
          <a:xfrm rot="-8778596">
            <a:off x="2739254" y="567313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47" name="Google Shape;4047;p17"/>
          <p:cNvSpPr/>
          <p:nvPr/>
        </p:nvSpPr>
        <p:spPr>
          <a:xfrm flipH="1" rot="10800000">
            <a:off x="2941084" y="55516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48" name="Google Shape;4048;p17"/>
          <p:cNvSpPr/>
          <p:nvPr/>
        </p:nvSpPr>
        <p:spPr>
          <a:xfrm flipH="1" rot="10800000">
            <a:off x="3002561" y="56191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49" name="Google Shape;4049;p17"/>
          <p:cNvSpPr/>
          <p:nvPr/>
        </p:nvSpPr>
        <p:spPr>
          <a:xfrm flipH="1" rot="-9766351">
            <a:off x="3016353" y="55593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50" name="Google Shape;4050;p17"/>
          <p:cNvSpPr/>
          <p:nvPr/>
        </p:nvSpPr>
        <p:spPr>
          <a:xfrm flipH="1" rot="10800000">
            <a:off x="2844284" y="57559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051" name="Google Shape;4051;p17"/>
          <p:cNvGrpSpPr/>
          <p:nvPr/>
        </p:nvGrpSpPr>
        <p:grpSpPr>
          <a:xfrm flipH="1" rot="10800000">
            <a:off x="2945564" y="5662513"/>
            <a:ext cx="29894" cy="92578"/>
            <a:chOff x="2319702" y="2529176"/>
            <a:chExt cx="92925" cy="351075"/>
          </a:xfrm>
        </p:grpSpPr>
        <p:sp>
          <p:nvSpPr>
            <p:cNvPr id="4052" name="Google Shape;40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53" name="Google Shape;40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54" name="Google Shape;40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55" name="Google Shape;40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56" name="Google Shape;40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57" name="Google Shape;4057;p17"/>
          <p:cNvGrpSpPr/>
          <p:nvPr/>
        </p:nvGrpSpPr>
        <p:grpSpPr>
          <a:xfrm flipH="1" rot="10800000">
            <a:off x="3008267" y="5661729"/>
            <a:ext cx="29894" cy="92578"/>
            <a:chOff x="2319702" y="2529176"/>
            <a:chExt cx="92925" cy="351075"/>
          </a:xfrm>
        </p:grpSpPr>
        <p:sp>
          <p:nvSpPr>
            <p:cNvPr id="4058" name="Google Shape;40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59" name="Google Shape;40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60" name="Google Shape;40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61" name="Google Shape;40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62" name="Google Shape;40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63" name="Google Shape;4063;p17"/>
          <p:cNvGrpSpPr/>
          <p:nvPr/>
        </p:nvGrpSpPr>
        <p:grpSpPr>
          <a:xfrm flipH="1" rot="10800000">
            <a:off x="2945564" y="5569935"/>
            <a:ext cx="29894" cy="92578"/>
            <a:chOff x="2319702" y="2529176"/>
            <a:chExt cx="92925" cy="351075"/>
          </a:xfrm>
        </p:grpSpPr>
        <p:sp>
          <p:nvSpPr>
            <p:cNvPr id="4064" name="Google Shape;40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65" name="Google Shape;40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66" name="Google Shape;40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67" name="Google Shape;40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68" name="Google Shape;40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069" name="Google Shape;4069;p17"/>
          <p:cNvSpPr/>
          <p:nvPr/>
        </p:nvSpPr>
        <p:spPr>
          <a:xfrm rot="-8778596">
            <a:off x="3022395" y="56320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70" name="Google Shape;4070;p17"/>
          <p:cNvSpPr/>
          <p:nvPr/>
        </p:nvSpPr>
        <p:spPr>
          <a:xfrm flipH="1" rot="8778596">
            <a:off x="3022799" y="56091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71" name="Google Shape;4071;p17"/>
          <p:cNvSpPr/>
          <p:nvPr/>
        </p:nvSpPr>
        <p:spPr>
          <a:xfrm rot="-8778596">
            <a:off x="3022701" y="55865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72" name="Google Shape;4072;p17"/>
          <p:cNvSpPr/>
          <p:nvPr/>
        </p:nvSpPr>
        <p:spPr>
          <a:xfrm>
            <a:off x="3229259" y="5272623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73" name="Google Shape;4073;p17"/>
          <p:cNvSpPr/>
          <p:nvPr/>
        </p:nvSpPr>
        <p:spPr>
          <a:xfrm>
            <a:off x="3290736" y="5272623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74" name="Google Shape;4074;p17"/>
          <p:cNvSpPr/>
          <p:nvPr/>
        </p:nvSpPr>
        <p:spPr>
          <a:xfrm rot="-1033649">
            <a:off x="3304528" y="5405171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75" name="Google Shape;4075;p17"/>
          <p:cNvSpPr/>
          <p:nvPr/>
        </p:nvSpPr>
        <p:spPr>
          <a:xfrm>
            <a:off x="3132460" y="5040402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076" name="Google Shape;4076;p17"/>
          <p:cNvGrpSpPr/>
          <p:nvPr/>
        </p:nvGrpSpPr>
        <p:grpSpPr>
          <a:xfrm>
            <a:off x="3233739" y="5278906"/>
            <a:ext cx="29894" cy="92578"/>
            <a:chOff x="2319702" y="2529176"/>
            <a:chExt cx="92925" cy="351075"/>
          </a:xfrm>
        </p:grpSpPr>
        <p:sp>
          <p:nvSpPr>
            <p:cNvPr id="4077" name="Google Shape;407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78" name="Google Shape;407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79" name="Google Shape;407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80" name="Google Shape;408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81" name="Google Shape;408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82" name="Google Shape;4082;p17"/>
          <p:cNvGrpSpPr/>
          <p:nvPr/>
        </p:nvGrpSpPr>
        <p:grpSpPr>
          <a:xfrm>
            <a:off x="3296443" y="5279690"/>
            <a:ext cx="29894" cy="92578"/>
            <a:chOff x="2319702" y="2529176"/>
            <a:chExt cx="92925" cy="351075"/>
          </a:xfrm>
        </p:grpSpPr>
        <p:sp>
          <p:nvSpPr>
            <p:cNvPr id="4083" name="Google Shape;408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84" name="Google Shape;408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85" name="Google Shape;408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86" name="Google Shape;408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87" name="Google Shape;408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088" name="Google Shape;4088;p17"/>
          <p:cNvGrpSpPr/>
          <p:nvPr/>
        </p:nvGrpSpPr>
        <p:grpSpPr>
          <a:xfrm>
            <a:off x="3233739" y="5371484"/>
            <a:ext cx="29894" cy="92578"/>
            <a:chOff x="2319702" y="2529176"/>
            <a:chExt cx="92925" cy="351075"/>
          </a:xfrm>
        </p:grpSpPr>
        <p:sp>
          <p:nvSpPr>
            <p:cNvPr id="4089" name="Google Shape;408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090" name="Google Shape;409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091" name="Google Shape;409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092" name="Google Shape;409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093" name="Google Shape;409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094" name="Google Shape;4094;p17"/>
          <p:cNvSpPr/>
          <p:nvPr/>
        </p:nvSpPr>
        <p:spPr>
          <a:xfrm flipH="1" rot="-2021404">
            <a:off x="3310570" y="536504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95" name="Google Shape;4095;p17"/>
          <p:cNvSpPr/>
          <p:nvPr/>
        </p:nvSpPr>
        <p:spPr>
          <a:xfrm rot="2021404">
            <a:off x="3310974" y="538796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96" name="Google Shape;4096;p17"/>
          <p:cNvSpPr/>
          <p:nvPr/>
        </p:nvSpPr>
        <p:spPr>
          <a:xfrm flipH="1" rot="-2021404">
            <a:off x="3310876" y="5410528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97" name="Google Shape;4097;p17"/>
          <p:cNvSpPr/>
          <p:nvPr/>
        </p:nvSpPr>
        <p:spPr>
          <a:xfrm>
            <a:off x="3523355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98" name="Google Shape;4098;p17"/>
          <p:cNvSpPr/>
          <p:nvPr/>
        </p:nvSpPr>
        <p:spPr>
          <a:xfrm>
            <a:off x="3584832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099" name="Google Shape;4099;p17"/>
          <p:cNvSpPr/>
          <p:nvPr/>
        </p:nvSpPr>
        <p:spPr>
          <a:xfrm rot="-1033649">
            <a:off x="3598624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00" name="Google Shape;4100;p17"/>
          <p:cNvSpPr/>
          <p:nvPr/>
        </p:nvSpPr>
        <p:spPr>
          <a:xfrm>
            <a:off x="3426556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101" name="Google Shape;4101;p17"/>
          <p:cNvGrpSpPr/>
          <p:nvPr/>
        </p:nvGrpSpPr>
        <p:grpSpPr>
          <a:xfrm>
            <a:off x="3527836" y="5231281"/>
            <a:ext cx="29894" cy="92578"/>
            <a:chOff x="2319702" y="2529176"/>
            <a:chExt cx="92925" cy="351075"/>
          </a:xfrm>
        </p:grpSpPr>
        <p:sp>
          <p:nvSpPr>
            <p:cNvPr id="4102" name="Google Shape;410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03" name="Google Shape;410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04" name="Google Shape;410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05" name="Google Shape;410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06" name="Google Shape;410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07" name="Google Shape;4107;p17"/>
          <p:cNvGrpSpPr/>
          <p:nvPr/>
        </p:nvGrpSpPr>
        <p:grpSpPr>
          <a:xfrm>
            <a:off x="3590539" y="5232065"/>
            <a:ext cx="29894" cy="92578"/>
            <a:chOff x="2319702" y="2529176"/>
            <a:chExt cx="92925" cy="351075"/>
          </a:xfrm>
        </p:grpSpPr>
        <p:sp>
          <p:nvSpPr>
            <p:cNvPr id="4108" name="Google Shape;410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09" name="Google Shape;410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10" name="Google Shape;411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11" name="Google Shape;411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12" name="Google Shape;411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13" name="Google Shape;4113;p17"/>
          <p:cNvGrpSpPr/>
          <p:nvPr/>
        </p:nvGrpSpPr>
        <p:grpSpPr>
          <a:xfrm>
            <a:off x="3527836" y="5323859"/>
            <a:ext cx="29894" cy="92578"/>
            <a:chOff x="2319702" y="2529176"/>
            <a:chExt cx="92925" cy="351075"/>
          </a:xfrm>
        </p:grpSpPr>
        <p:sp>
          <p:nvSpPr>
            <p:cNvPr id="4114" name="Google Shape;411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15" name="Google Shape;411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16" name="Google Shape;411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17" name="Google Shape;411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18" name="Google Shape;411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119" name="Google Shape;4119;p17"/>
          <p:cNvSpPr/>
          <p:nvPr/>
        </p:nvSpPr>
        <p:spPr>
          <a:xfrm flipH="1" rot="-2021404">
            <a:off x="3604667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20" name="Google Shape;4120;p17"/>
          <p:cNvSpPr/>
          <p:nvPr/>
        </p:nvSpPr>
        <p:spPr>
          <a:xfrm rot="2021404">
            <a:off x="3605071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21" name="Google Shape;4121;p17"/>
          <p:cNvSpPr/>
          <p:nvPr/>
        </p:nvSpPr>
        <p:spPr>
          <a:xfrm flipH="1" rot="-2021404">
            <a:off x="3604972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22" name="Google Shape;4122;p17"/>
          <p:cNvSpPr/>
          <p:nvPr/>
        </p:nvSpPr>
        <p:spPr>
          <a:xfrm>
            <a:off x="3817477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23" name="Google Shape;4123;p17"/>
          <p:cNvSpPr/>
          <p:nvPr/>
        </p:nvSpPr>
        <p:spPr>
          <a:xfrm>
            <a:off x="3878954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24" name="Google Shape;4124;p17"/>
          <p:cNvSpPr/>
          <p:nvPr/>
        </p:nvSpPr>
        <p:spPr>
          <a:xfrm rot="-1033649">
            <a:off x="3892746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25" name="Google Shape;4125;p17"/>
          <p:cNvSpPr/>
          <p:nvPr/>
        </p:nvSpPr>
        <p:spPr>
          <a:xfrm>
            <a:off x="3720677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126" name="Google Shape;4126;p17"/>
          <p:cNvGrpSpPr/>
          <p:nvPr/>
        </p:nvGrpSpPr>
        <p:grpSpPr>
          <a:xfrm>
            <a:off x="3821957" y="5231281"/>
            <a:ext cx="29894" cy="92578"/>
            <a:chOff x="2319702" y="2529176"/>
            <a:chExt cx="92925" cy="351075"/>
          </a:xfrm>
        </p:grpSpPr>
        <p:sp>
          <p:nvSpPr>
            <p:cNvPr id="4127" name="Google Shape;41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28" name="Google Shape;41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29" name="Google Shape;41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30" name="Google Shape;41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31" name="Google Shape;41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32" name="Google Shape;4132;p17"/>
          <p:cNvGrpSpPr/>
          <p:nvPr/>
        </p:nvGrpSpPr>
        <p:grpSpPr>
          <a:xfrm>
            <a:off x="3884660" y="5232065"/>
            <a:ext cx="29894" cy="92578"/>
            <a:chOff x="2319702" y="2529176"/>
            <a:chExt cx="92925" cy="351075"/>
          </a:xfrm>
        </p:grpSpPr>
        <p:sp>
          <p:nvSpPr>
            <p:cNvPr id="4133" name="Google Shape;41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34" name="Google Shape;41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35" name="Google Shape;41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36" name="Google Shape;41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37" name="Google Shape;41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38" name="Google Shape;4138;p17"/>
          <p:cNvGrpSpPr/>
          <p:nvPr/>
        </p:nvGrpSpPr>
        <p:grpSpPr>
          <a:xfrm>
            <a:off x="3821957" y="5323859"/>
            <a:ext cx="29894" cy="92578"/>
            <a:chOff x="2319702" y="2529176"/>
            <a:chExt cx="92925" cy="351075"/>
          </a:xfrm>
        </p:grpSpPr>
        <p:sp>
          <p:nvSpPr>
            <p:cNvPr id="4139" name="Google Shape;41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40" name="Google Shape;41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41" name="Google Shape;41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42" name="Google Shape;41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43" name="Google Shape;41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144" name="Google Shape;4144;p17"/>
          <p:cNvSpPr/>
          <p:nvPr/>
        </p:nvSpPr>
        <p:spPr>
          <a:xfrm flipH="1" rot="-2021404">
            <a:off x="3898788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45" name="Google Shape;4145;p17"/>
          <p:cNvSpPr/>
          <p:nvPr/>
        </p:nvSpPr>
        <p:spPr>
          <a:xfrm rot="2021404">
            <a:off x="3899192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46" name="Google Shape;4146;p17"/>
          <p:cNvSpPr/>
          <p:nvPr/>
        </p:nvSpPr>
        <p:spPr>
          <a:xfrm flipH="1" rot="-2021404">
            <a:off x="3899094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47" name="Google Shape;4147;p17"/>
          <p:cNvSpPr/>
          <p:nvPr/>
        </p:nvSpPr>
        <p:spPr>
          <a:xfrm>
            <a:off x="4111598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48" name="Google Shape;4148;p17"/>
          <p:cNvSpPr/>
          <p:nvPr/>
        </p:nvSpPr>
        <p:spPr>
          <a:xfrm>
            <a:off x="4173075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49" name="Google Shape;4149;p17"/>
          <p:cNvSpPr/>
          <p:nvPr/>
        </p:nvSpPr>
        <p:spPr>
          <a:xfrm rot="-1033649">
            <a:off x="4186867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50" name="Google Shape;4150;p17"/>
          <p:cNvSpPr/>
          <p:nvPr/>
        </p:nvSpPr>
        <p:spPr>
          <a:xfrm>
            <a:off x="4014799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151" name="Google Shape;4151;p17"/>
          <p:cNvGrpSpPr/>
          <p:nvPr/>
        </p:nvGrpSpPr>
        <p:grpSpPr>
          <a:xfrm>
            <a:off x="4116079" y="5231281"/>
            <a:ext cx="29894" cy="92578"/>
            <a:chOff x="2319702" y="2529176"/>
            <a:chExt cx="92925" cy="351075"/>
          </a:xfrm>
        </p:grpSpPr>
        <p:sp>
          <p:nvSpPr>
            <p:cNvPr id="4152" name="Google Shape;41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53" name="Google Shape;41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54" name="Google Shape;41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55" name="Google Shape;41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56" name="Google Shape;41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57" name="Google Shape;4157;p17"/>
          <p:cNvGrpSpPr/>
          <p:nvPr/>
        </p:nvGrpSpPr>
        <p:grpSpPr>
          <a:xfrm>
            <a:off x="4178782" y="5232065"/>
            <a:ext cx="29894" cy="92578"/>
            <a:chOff x="2319702" y="2529176"/>
            <a:chExt cx="92925" cy="351075"/>
          </a:xfrm>
        </p:grpSpPr>
        <p:sp>
          <p:nvSpPr>
            <p:cNvPr id="4158" name="Google Shape;41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59" name="Google Shape;41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60" name="Google Shape;41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61" name="Google Shape;41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62" name="Google Shape;41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63" name="Google Shape;4163;p17"/>
          <p:cNvGrpSpPr/>
          <p:nvPr/>
        </p:nvGrpSpPr>
        <p:grpSpPr>
          <a:xfrm>
            <a:off x="4116079" y="5323859"/>
            <a:ext cx="29894" cy="92578"/>
            <a:chOff x="2319702" y="2529176"/>
            <a:chExt cx="92925" cy="351075"/>
          </a:xfrm>
        </p:grpSpPr>
        <p:sp>
          <p:nvSpPr>
            <p:cNvPr id="4164" name="Google Shape;41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65" name="Google Shape;41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66" name="Google Shape;41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67" name="Google Shape;41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68" name="Google Shape;41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169" name="Google Shape;4169;p17"/>
          <p:cNvSpPr/>
          <p:nvPr/>
        </p:nvSpPr>
        <p:spPr>
          <a:xfrm flipH="1" rot="-2021404">
            <a:off x="4192910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70" name="Google Shape;4170;p17"/>
          <p:cNvSpPr/>
          <p:nvPr/>
        </p:nvSpPr>
        <p:spPr>
          <a:xfrm rot="2021404">
            <a:off x="4193314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71" name="Google Shape;4171;p17"/>
          <p:cNvSpPr/>
          <p:nvPr/>
        </p:nvSpPr>
        <p:spPr>
          <a:xfrm flipH="1" rot="-2021404">
            <a:off x="4193215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72" name="Google Shape;4172;p17"/>
          <p:cNvSpPr/>
          <p:nvPr/>
        </p:nvSpPr>
        <p:spPr>
          <a:xfrm flipH="1" rot="10800000">
            <a:off x="3229259" y="548260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73" name="Google Shape;4173;p17"/>
          <p:cNvSpPr/>
          <p:nvPr/>
        </p:nvSpPr>
        <p:spPr>
          <a:xfrm flipH="1" rot="10800000">
            <a:off x="3290736" y="555010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74" name="Google Shape;4174;p17"/>
          <p:cNvSpPr/>
          <p:nvPr/>
        </p:nvSpPr>
        <p:spPr>
          <a:xfrm flipH="1" rot="-9766351">
            <a:off x="3304528" y="5490229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75" name="Google Shape;4175;p17"/>
          <p:cNvSpPr/>
          <p:nvPr/>
        </p:nvSpPr>
        <p:spPr>
          <a:xfrm flipH="1" rot="10800000">
            <a:off x="3132460" y="568692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176" name="Google Shape;4176;p17"/>
          <p:cNvGrpSpPr/>
          <p:nvPr/>
        </p:nvGrpSpPr>
        <p:grpSpPr>
          <a:xfrm flipH="1" rot="10800000">
            <a:off x="3233739" y="5593438"/>
            <a:ext cx="29894" cy="92578"/>
            <a:chOff x="2319702" y="2529176"/>
            <a:chExt cx="92925" cy="351075"/>
          </a:xfrm>
        </p:grpSpPr>
        <p:sp>
          <p:nvSpPr>
            <p:cNvPr id="4177" name="Google Shape;417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78" name="Google Shape;417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79" name="Google Shape;417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80" name="Google Shape;418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81" name="Google Shape;418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82" name="Google Shape;4182;p17"/>
          <p:cNvGrpSpPr/>
          <p:nvPr/>
        </p:nvGrpSpPr>
        <p:grpSpPr>
          <a:xfrm flipH="1" rot="10800000">
            <a:off x="3296443" y="5592654"/>
            <a:ext cx="29894" cy="92578"/>
            <a:chOff x="2319702" y="2529176"/>
            <a:chExt cx="92925" cy="351075"/>
          </a:xfrm>
        </p:grpSpPr>
        <p:sp>
          <p:nvSpPr>
            <p:cNvPr id="4183" name="Google Shape;418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84" name="Google Shape;418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85" name="Google Shape;418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86" name="Google Shape;418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87" name="Google Shape;418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188" name="Google Shape;4188;p17"/>
          <p:cNvGrpSpPr/>
          <p:nvPr/>
        </p:nvGrpSpPr>
        <p:grpSpPr>
          <a:xfrm flipH="1" rot="10800000">
            <a:off x="3233739" y="5500860"/>
            <a:ext cx="29894" cy="92578"/>
            <a:chOff x="2319702" y="2529176"/>
            <a:chExt cx="92925" cy="351075"/>
          </a:xfrm>
        </p:grpSpPr>
        <p:sp>
          <p:nvSpPr>
            <p:cNvPr id="4189" name="Google Shape;418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190" name="Google Shape;419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191" name="Google Shape;419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192" name="Google Shape;419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193" name="Google Shape;419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194" name="Google Shape;4194;p17"/>
          <p:cNvSpPr/>
          <p:nvPr/>
        </p:nvSpPr>
        <p:spPr>
          <a:xfrm rot="-8778596">
            <a:off x="3310570" y="556300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95" name="Google Shape;4195;p17"/>
          <p:cNvSpPr/>
          <p:nvPr/>
        </p:nvSpPr>
        <p:spPr>
          <a:xfrm flipH="1" rot="8778596">
            <a:off x="3310974" y="554007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96" name="Google Shape;4196;p17"/>
          <p:cNvSpPr/>
          <p:nvPr/>
        </p:nvSpPr>
        <p:spPr>
          <a:xfrm rot="-8778596">
            <a:off x="3310876" y="551751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97" name="Google Shape;4197;p17"/>
          <p:cNvSpPr/>
          <p:nvPr/>
        </p:nvSpPr>
        <p:spPr>
          <a:xfrm flipH="1" rot="10800000">
            <a:off x="3523355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98" name="Google Shape;4198;p17"/>
          <p:cNvSpPr/>
          <p:nvPr/>
        </p:nvSpPr>
        <p:spPr>
          <a:xfrm flipH="1" rot="10800000">
            <a:off x="3584832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199" name="Google Shape;4199;p17"/>
          <p:cNvSpPr/>
          <p:nvPr/>
        </p:nvSpPr>
        <p:spPr>
          <a:xfrm flipH="1" rot="-9766351">
            <a:off x="3598624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00" name="Google Shape;4200;p17"/>
          <p:cNvSpPr/>
          <p:nvPr/>
        </p:nvSpPr>
        <p:spPr>
          <a:xfrm flipH="1" rot="10800000">
            <a:off x="3426556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201" name="Google Shape;4201;p17"/>
          <p:cNvGrpSpPr/>
          <p:nvPr/>
        </p:nvGrpSpPr>
        <p:grpSpPr>
          <a:xfrm flipH="1" rot="10800000">
            <a:off x="3527836" y="5545813"/>
            <a:ext cx="29894" cy="92578"/>
            <a:chOff x="2319702" y="2529176"/>
            <a:chExt cx="92925" cy="351075"/>
          </a:xfrm>
        </p:grpSpPr>
        <p:sp>
          <p:nvSpPr>
            <p:cNvPr id="4202" name="Google Shape;420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03" name="Google Shape;420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04" name="Google Shape;420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05" name="Google Shape;420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06" name="Google Shape;420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07" name="Google Shape;4207;p17"/>
          <p:cNvGrpSpPr/>
          <p:nvPr/>
        </p:nvGrpSpPr>
        <p:grpSpPr>
          <a:xfrm flipH="1" rot="10800000">
            <a:off x="3590539" y="5545029"/>
            <a:ext cx="29894" cy="92578"/>
            <a:chOff x="2319702" y="2529176"/>
            <a:chExt cx="92925" cy="351075"/>
          </a:xfrm>
        </p:grpSpPr>
        <p:sp>
          <p:nvSpPr>
            <p:cNvPr id="4208" name="Google Shape;420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09" name="Google Shape;420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10" name="Google Shape;421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11" name="Google Shape;421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12" name="Google Shape;421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13" name="Google Shape;4213;p17"/>
          <p:cNvGrpSpPr/>
          <p:nvPr/>
        </p:nvGrpSpPr>
        <p:grpSpPr>
          <a:xfrm flipH="1" rot="10800000">
            <a:off x="3527836" y="5453235"/>
            <a:ext cx="29894" cy="92578"/>
            <a:chOff x="2319702" y="2529176"/>
            <a:chExt cx="92925" cy="351075"/>
          </a:xfrm>
        </p:grpSpPr>
        <p:sp>
          <p:nvSpPr>
            <p:cNvPr id="4214" name="Google Shape;421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15" name="Google Shape;421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16" name="Google Shape;421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17" name="Google Shape;421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18" name="Google Shape;421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219" name="Google Shape;4219;p17"/>
          <p:cNvSpPr/>
          <p:nvPr/>
        </p:nvSpPr>
        <p:spPr>
          <a:xfrm rot="-8778596">
            <a:off x="3604667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20" name="Google Shape;4220;p17"/>
          <p:cNvSpPr/>
          <p:nvPr/>
        </p:nvSpPr>
        <p:spPr>
          <a:xfrm flipH="1" rot="8778596">
            <a:off x="3605071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21" name="Google Shape;4221;p17"/>
          <p:cNvSpPr/>
          <p:nvPr/>
        </p:nvSpPr>
        <p:spPr>
          <a:xfrm rot="-8778596">
            <a:off x="3604972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22" name="Google Shape;4222;p17"/>
          <p:cNvSpPr/>
          <p:nvPr/>
        </p:nvSpPr>
        <p:spPr>
          <a:xfrm flipH="1" rot="10800000">
            <a:off x="3817477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23" name="Google Shape;4223;p17"/>
          <p:cNvSpPr/>
          <p:nvPr/>
        </p:nvSpPr>
        <p:spPr>
          <a:xfrm flipH="1" rot="10800000">
            <a:off x="3878954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24" name="Google Shape;4224;p17"/>
          <p:cNvSpPr/>
          <p:nvPr/>
        </p:nvSpPr>
        <p:spPr>
          <a:xfrm flipH="1" rot="-9766351">
            <a:off x="3892746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25" name="Google Shape;4225;p17"/>
          <p:cNvSpPr/>
          <p:nvPr/>
        </p:nvSpPr>
        <p:spPr>
          <a:xfrm flipH="1" rot="10800000">
            <a:off x="3720677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226" name="Google Shape;4226;p17"/>
          <p:cNvGrpSpPr/>
          <p:nvPr/>
        </p:nvGrpSpPr>
        <p:grpSpPr>
          <a:xfrm flipH="1" rot="10800000">
            <a:off x="3821957" y="5545813"/>
            <a:ext cx="29894" cy="92578"/>
            <a:chOff x="2319702" y="2529176"/>
            <a:chExt cx="92925" cy="351075"/>
          </a:xfrm>
        </p:grpSpPr>
        <p:sp>
          <p:nvSpPr>
            <p:cNvPr id="4227" name="Google Shape;42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28" name="Google Shape;42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29" name="Google Shape;42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30" name="Google Shape;42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31" name="Google Shape;42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32" name="Google Shape;4232;p17"/>
          <p:cNvGrpSpPr/>
          <p:nvPr/>
        </p:nvGrpSpPr>
        <p:grpSpPr>
          <a:xfrm flipH="1" rot="10800000">
            <a:off x="3884660" y="5545029"/>
            <a:ext cx="29894" cy="92578"/>
            <a:chOff x="2319702" y="2529176"/>
            <a:chExt cx="92925" cy="351075"/>
          </a:xfrm>
        </p:grpSpPr>
        <p:sp>
          <p:nvSpPr>
            <p:cNvPr id="4233" name="Google Shape;42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34" name="Google Shape;42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35" name="Google Shape;42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36" name="Google Shape;42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37" name="Google Shape;42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38" name="Google Shape;4238;p17"/>
          <p:cNvGrpSpPr/>
          <p:nvPr/>
        </p:nvGrpSpPr>
        <p:grpSpPr>
          <a:xfrm flipH="1" rot="10800000">
            <a:off x="3821957" y="5453235"/>
            <a:ext cx="29894" cy="92578"/>
            <a:chOff x="2319702" y="2529176"/>
            <a:chExt cx="92925" cy="351075"/>
          </a:xfrm>
        </p:grpSpPr>
        <p:sp>
          <p:nvSpPr>
            <p:cNvPr id="4239" name="Google Shape;42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40" name="Google Shape;42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41" name="Google Shape;42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42" name="Google Shape;42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43" name="Google Shape;42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244" name="Google Shape;4244;p17"/>
          <p:cNvSpPr/>
          <p:nvPr/>
        </p:nvSpPr>
        <p:spPr>
          <a:xfrm rot="-8778596">
            <a:off x="3898788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45" name="Google Shape;4245;p17"/>
          <p:cNvSpPr/>
          <p:nvPr/>
        </p:nvSpPr>
        <p:spPr>
          <a:xfrm flipH="1" rot="8778596">
            <a:off x="3899192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46" name="Google Shape;4246;p17"/>
          <p:cNvSpPr/>
          <p:nvPr/>
        </p:nvSpPr>
        <p:spPr>
          <a:xfrm rot="-8778596">
            <a:off x="3899094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47" name="Google Shape;4247;p17"/>
          <p:cNvSpPr/>
          <p:nvPr/>
        </p:nvSpPr>
        <p:spPr>
          <a:xfrm flipH="1" rot="10800000">
            <a:off x="4111598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48" name="Google Shape;4248;p17"/>
          <p:cNvSpPr/>
          <p:nvPr/>
        </p:nvSpPr>
        <p:spPr>
          <a:xfrm flipH="1" rot="10800000">
            <a:off x="4173075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49" name="Google Shape;4249;p17"/>
          <p:cNvSpPr/>
          <p:nvPr/>
        </p:nvSpPr>
        <p:spPr>
          <a:xfrm flipH="1" rot="-9766351">
            <a:off x="4186867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50" name="Google Shape;4250;p17"/>
          <p:cNvSpPr/>
          <p:nvPr/>
        </p:nvSpPr>
        <p:spPr>
          <a:xfrm flipH="1" rot="10800000">
            <a:off x="4014799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251" name="Google Shape;4251;p17"/>
          <p:cNvGrpSpPr/>
          <p:nvPr/>
        </p:nvGrpSpPr>
        <p:grpSpPr>
          <a:xfrm flipH="1" rot="10800000">
            <a:off x="4116079" y="5545813"/>
            <a:ext cx="29894" cy="92578"/>
            <a:chOff x="2319702" y="2529176"/>
            <a:chExt cx="92925" cy="351075"/>
          </a:xfrm>
        </p:grpSpPr>
        <p:sp>
          <p:nvSpPr>
            <p:cNvPr id="4252" name="Google Shape;42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53" name="Google Shape;42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54" name="Google Shape;42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55" name="Google Shape;42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56" name="Google Shape;42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57" name="Google Shape;4257;p17"/>
          <p:cNvGrpSpPr/>
          <p:nvPr/>
        </p:nvGrpSpPr>
        <p:grpSpPr>
          <a:xfrm flipH="1" rot="10800000">
            <a:off x="4178782" y="5545029"/>
            <a:ext cx="29894" cy="92578"/>
            <a:chOff x="2319702" y="2529176"/>
            <a:chExt cx="92925" cy="351075"/>
          </a:xfrm>
        </p:grpSpPr>
        <p:sp>
          <p:nvSpPr>
            <p:cNvPr id="4258" name="Google Shape;42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59" name="Google Shape;42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60" name="Google Shape;42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61" name="Google Shape;42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62" name="Google Shape;42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63" name="Google Shape;4263;p17"/>
          <p:cNvGrpSpPr/>
          <p:nvPr/>
        </p:nvGrpSpPr>
        <p:grpSpPr>
          <a:xfrm flipH="1" rot="10800000">
            <a:off x="4116079" y="5453235"/>
            <a:ext cx="29894" cy="92578"/>
            <a:chOff x="2319702" y="2529176"/>
            <a:chExt cx="92925" cy="351075"/>
          </a:xfrm>
        </p:grpSpPr>
        <p:sp>
          <p:nvSpPr>
            <p:cNvPr id="4264" name="Google Shape;42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65" name="Google Shape;42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66" name="Google Shape;42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67" name="Google Shape;42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68" name="Google Shape;42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269" name="Google Shape;4269;p17"/>
          <p:cNvSpPr/>
          <p:nvPr/>
        </p:nvSpPr>
        <p:spPr>
          <a:xfrm rot="-8778596">
            <a:off x="4192910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70" name="Google Shape;4270;p17"/>
          <p:cNvSpPr/>
          <p:nvPr/>
        </p:nvSpPr>
        <p:spPr>
          <a:xfrm flipH="1" rot="8778596">
            <a:off x="4193314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71" name="Google Shape;4271;p17"/>
          <p:cNvSpPr/>
          <p:nvPr/>
        </p:nvSpPr>
        <p:spPr>
          <a:xfrm rot="-8778596">
            <a:off x="4193215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72" name="Google Shape;4272;p17"/>
          <p:cNvSpPr/>
          <p:nvPr/>
        </p:nvSpPr>
        <p:spPr>
          <a:xfrm>
            <a:off x="4405720" y="52249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73" name="Google Shape;4273;p17"/>
          <p:cNvSpPr/>
          <p:nvPr/>
        </p:nvSpPr>
        <p:spPr>
          <a:xfrm>
            <a:off x="4467197" y="52249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74" name="Google Shape;4274;p17"/>
          <p:cNvSpPr/>
          <p:nvPr/>
        </p:nvSpPr>
        <p:spPr>
          <a:xfrm rot="-1033649">
            <a:off x="4480989" y="53575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75" name="Google Shape;4275;p17"/>
          <p:cNvSpPr/>
          <p:nvPr/>
        </p:nvSpPr>
        <p:spPr>
          <a:xfrm>
            <a:off x="4308920" y="49927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276" name="Google Shape;4276;p17"/>
          <p:cNvGrpSpPr/>
          <p:nvPr/>
        </p:nvGrpSpPr>
        <p:grpSpPr>
          <a:xfrm>
            <a:off x="4410200" y="5231281"/>
            <a:ext cx="29894" cy="92578"/>
            <a:chOff x="2319702" y="2529176"/>
            <a:chExt cx="92925" cy="351075"/>
          </a:xfrm>
        </p:grpSpPr>
        <p:sp>
          <p:nvSpPr>
            <p:cNvPr id="4277" name="Google Shape;427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78" name="Google Shape;427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79" name="Google Shape;427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80" name="Google Shape;428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81" name="Google Shape;428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82" name="Google Shape;4282;p17"/>
          <p:cNvGrpSpPr/>
          <p:nvPr/>
        </p:nvGrpSpPr>
        <p:grpSpPr>
          <a:xfrm>
            <a:off x="4472903" y="5232065"/>
            <a:ext cx="29894" cy="92578"/>
            <a:chOff x="2319702" y="2529176"/>
            <a:chExt cx="92925" cy="351075"/>
          </a:xfrm>
        </p:grpSpPr>
        <p:sp>
          <p:nvSpPr>
            <p:cNvPr id="4283" name="Google Shape;428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84" name="Google Shape;428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85" name="Google Shape;428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86" name="Google Shape;428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87" name="Google Shape;428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288" name="Google Shape;4288;p17"/>
          <p:cNvGrpSpPr/>
          <p:nvPr/>
        </p:nvGrpSpPr>
        <p:grpSpPr>
          <a:xfrm>
            <a:off x="4410200" y="5323859"/>
            <a:ext cx="29894" cy="92578"/>
            <a:chOff x="2319702" y="2529176"/>
            <a:chExt cx="92925" cy="351075"/>
          </a:xfrm>
        </p:grpSpPr>
        <p:sp>
          <p:nvSpPr>
            <p:cNvPr id="4289" name="Google Shape;428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290" name="Google Shape;429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291" name="Google Shape;429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292" name="Google Shape;429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293" name="Google Shape;429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294" name="Google Shape;4294;p17"/>
          <p:cNvSpPr/>
          <p:nvPr/>
        </p:nvSpPr>
        <p:spPr>
          <a:xfrm flipH="1" rot="-2021404">
            <a:off x="4487031" y="53174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95" name="Google Shape;4295;p17"/>
          <p:cNvSpPr/>
          <p:nvPr/>
        </p:nvSpPr>
        <p:spPr>
          <a:xfrm rot="2021404">
            <a:off x="4487435" y="53403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96" name="Google Shape;4296;p17"/>
          <p:cNvSpPr/>
          <p:nvPr/>
        </p:nvSpPr>
        <p:spPr>
          <a:xfrm flipH="1" rot="-2021404">
            <a:off x="4487337" y="53629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97" name="Google Shape;4297;p17"/>
          <p:cNvSpPr/>
          <p:nvPr/>
        </p:nvSpPr>
        <p:spPr>
          <a:xfrm>
            <a:off x="2657637" y="542823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98" name="Google Shape;4298;p17"/>
          <p:cNvSpPr/>
          <p:nvPr/>
        </p:nvSpPr>
        <p:spPr>
          <a:xfrm>
            <a:off x="2719114" y="542823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299" name="Google Shape;4299;p17"/>
          <p:cNvSpPr/>
          <p:nvPr/>
        </p:nvSpPr>
        <p:spPr>
          <a:xfrm rot="-1033649">
            <a:off x="2732906" y="5560783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00" name="Google Shape;4300;p17"/>
          <p:cNvSpPr/>
          <p:nvPr/>
        </p:nvSpPr>
        <p:spPr>
          <a:xfrm>
            <a:off x="2560838" y="5196014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301" name="Google Shape;4301;p17"/>
          <p:cNvGrpSpPr/>
          <p:nvPr/>
        </p:nvGrpSpPr>
        <p:grpSpPr>
          <a:xfrm>
            <a:off x="2662118" y="5434518"/>
            <a:ext cx="29894" cy="92578"/>
            <a:chOff x="2319702" y="2529176"/>
            <a:chExt cx="92925" cy="351075"/>
          </a:xfrm>
        </p:grpSpPr>
        <p:sp>
          <p:nvSpPr>
            <p:cNvPr id="4302" name="Google Shape;430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03" name="Google Shape;430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04" name="Google Shape;430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05" name="Google Shape;430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06" name="Google Shape;430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307" name="Google Shape;4307;p17"/>
          <p:cNvGrpSpPr/>
          <p:nvPr/>
        </p:nvGrpSpPr>
        <p:grpSpPr>
          <a:xfrm>
            <a:off x="2724821" y="5435303"/>
            <a:ext cx="29894" cy="92578"/>
            <a:chOff x="2319702" y="2529176"/>
            <a:chExt cx="92925" cy="351075"/>
          </a:xfrm>
        </p:grpSpPr>
        <p:sp>
          <p:nvSpPr>
            <p:cNvPr id="4308" name="Google Shape;430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09" name="Google Shape;430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10" name="Google Shape;431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11" name="Google Shape;431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12" name="Google Shape;431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313" name="Google Shape;4313;p17"/>
          <p:cNvGrpSpPr/>
          <p:nvPr/>
        </p:nvGrpSpPr>
        <p:grpSpPr>
          <a:xfrm>
            <a:off x="2662118" y="5527097"/>
            <a:ext cx="29894" cy="92578"/>
            <a:chOff x="2319702" y="2529176"/>
            <a:chExt cx="92925" cy="351075"/>
          </a:xfrm>
        </p:grpSpPr>
        <p:sp>
          <p:nvSpPr>
            <p:cNvPr id="4314" name="Google Shape;431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15" name="Google Shape;431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16" name="Google Shape;431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17" name="Google Shape;431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18" name="Google Shape;431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319" name="Google Shape;4319;p17"/>
          <p:cNvSpPr/>
          <p:nvPr/>
        </p:nvSpPr>
        <p:spPr>
          <a:xfrm flipH="1" rot="-2021404">
            <a:off x="2738949" y="552065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20" name="Google Shape;4320;p17"/>
          <p:cNvSpPr/>
          <p:nvPr/>
        </p:nvSpPr>
        <p:spPr>
          <a:xfrm rot="2021404">
            <a:off x="2739353" y="554358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21" name="Google Shape;4321;p17"/>
          <p:cNvSpPr/>
          <p:nvPr/>
        </p:nvSpPr>
        <p:spPr>
          <a:xfrm flipH="1" rot="-2021404">
            <a:off x="2739254" y="556614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22" name="Google Shape;4322;p17"/>
          <p:cNvSpPr/>
          <p:nvPr/>
        </p:nvSpPr>
        <p:spPr>
          <a:xfrm>
            <a:off x="2941084" y="53416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23" name="Google Shape;4323;p17"/>
          <p:cNvSpPr/>
          <p:nvPr/>
        </p:nvSpPr>
        <p:spPr>
          <a:xfrm>
            <a:off x="3002561" y="53416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24" name="Google Shape;4324;p17"/>
          <p:cNvSpPr/>
          <p:nvPr/>
        </p:nvSpPr>
        <p:spPr>
          <a:xfrm rot="-1033649">
            <a:off x="3016353" y="54742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25" name="Google Shape;4325;p17"/>
          <p:cNvSpPr/>
          <p:nvPr/>
        </p:nvSpPr>
        <p:spPr>
          <a:xfrm>
            <a:off x="2844284" y="51094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326" name="Google Shape;4326;p17"/>
          <p:cNvGrpSpPr/>
          <p:nvPr/>
        </p:nvGrpSpPr>
        <p:grpSpPr>
          <a:xfrm>
            <a:off x="2945564" y="5347981"/>
            <a:ext cx="29894" cy="92578"/>
            <a:chOff x="2319702" y="2529176"/>
            <a:chExt cx="92925" cy="351075"/>
          </a:xfrm>
        </p:grpSpPr>
        <p:sp>
          <p:nvSpPr>
            <p:cNvPr id="4327" name="Google Shape;43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28" name="Google Shape;43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29" name="Google Shape;43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30" name="Google Shape;43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31" name="Google Shape;43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332" name="Google Shape;4332;p17"/>
          <p:cNvGrpSpPr/>
          <p:nvPr/>
        </p:nvGrpSpPr>
        <p:grpSpPr>
          <a:xfrm>
            <a:off x="3008267" y="5348765"/>
            <a:ext cx="29894" cy="92578"/>
            <a:chOff x="2319702" y="2529176"/>
            <a:chExt cx="92925" cy="351075"/>
          </a:xfrm>
        </p:grpSpPr>
        <p:sp>
          <p:nvSpPr>
            <p:cNvPr id="4333" name="Google Shape;43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34" name="Google Shape;43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35" name="Google Shape;43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36" name="Google Shape;43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37" name="Google Shape;43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338" name="Google Shape;4338;p17"/>
          <p:cNvGrpSpPr/>
          <p:nvPr/>
        </p:nvGrpSpPr>
        <p:grpSpPr>
          <a:xfrm>
            <a:off x="2945564" y="5440559"/>
            <a:ext cx="29894" cy="92578"/>
            <a:chOff x="2319702" y="2529176"/>
            <a:chExt cx="92925" cy="351075"/>
          </a:xfrm>
        </p:grpSpPr>
        <p:sp>
          <p:nvSpPr>
            <p:cNvPr id="4339" name="Google Shape;43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40" name="Google Shape;43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41" name="Google Shape;43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42" name="Google Shape;43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43" name="Google Shape;43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344" name="Google Shape;4344;p17"/>
          <p:cNvSpPr/>
          <p:nvPr/>
        </p:nvSpPr>
        <p:spPr>
          <a:xfrm flipH="1" rot="-2021404">
            <a:off x="3022395" y="543412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45" name="Google Shape;4345;p17"/>
          <p:cNvSpPr/>
          <p:nvPr/>
        </p:nvSpPr>
        <p:spPr>
          <a:xfrm rot="2021404">
            <a:off x="3022799" y="54570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46" name="Google Shape;4346;p17"/>
          <p:cNvSpPr/>
          <p:nvPr/>
        </p:nvSpPr>
        <p:spPr>
          <a:xfrm flipH="1" rot="-2021404">
            <a:off x="3022701" y="547960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47" name="Google Shape;4347;p17"/>
          <p:cNvSpPr/>
          <p:nvPr/>
        </p:nvSpPr>
        <p:spPr>
          <a:xfrm flipH="1" rot="10800000">
            <a:off x="4405720" y="54349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48" name="Google Shape;4348;p17"/>
          <p:cNvSpPr/>
          <p:nvPr/>
        </p:nvSpPr>
        <p:spPr>
          <a:xfrm flipH="1" rot="10800000">
            <a:off x="4467197" y="55024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49" name="Google Shape;4349;p17"/>
          <p:cNvSpPr/>
          <p:nvPr/>
        </p:nvSpPr>
        <p:spPr>
          <a:xfrm flipH="1" rot="-9766351">
            <a:off x="4480989" y="54426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50" name="Google Shape;4350;p17"/>
          <p:cNvSpPr/>
          <p:nvPr/>
        </p:nvSpPr>
        <p:spPr>
          <a:xfrm flipH="1" rot="10800000">
            <a:off x="4308920" y="56392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351" name="Google Shape;4351;p17"/>
          <p:cNvGrpSpPr/>
          <p:nvPr/>
        </p:nvGrpSpPr>
        <p:grpSpPr>
          <a:xfrm flipH="1" rot="10800000">
            <a:off x="4410200" y="5545813"/>
            <a:ext cx="29894" cy="92578"/>
            <a:chOff x="2319702" y="2529176"/>
            <a:chExt cx="92925" cy="351075"/>
          </a:xfrm>
        </p:grpSpPr>
        <p:sp>
          <p:nvSpPr>
            <p:cNvPr id="4352" name="Google Shape;43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53" name="Google Shape;43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54" name="Google Shape;43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55" name="Google Shape;43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56" name="Google Shape;43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357" name="Google Shape;4357;p17"/>
          <p:cNvGrpSpPr/>
          <p:nvPr/>
        </p:nvGrpSpPr>
        <p:grpSpPr>
          <a:xfrm flipH="1" rot="10800000">
            <a:off x="4472903" y="5545029"/>
            <a:ext cx="29894" cy="92578"/>
            <a:chOff x="2319702" y="2529176"/>
            <a:chExt cx="92925" cy="351075"/>
          </a:xfrm>
        </p:grpSpPr>
        <p:sp>
          <p:nvSpPr>
            <p:cNvPr id="4358" name="Google Shape;43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59" name="Google Shape;43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60" name="Google Shape;43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61" name="Google Shape;43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62" name="Google Shape;43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363" name="Google Shape;4363;p17"/>
          <p:cNvGrpSpPr/>
          <p:nvPr/>
        </p:nvGrpSpPr>
        <p:grpSpPr>
          <a:xfrm flipH="1" rot="10800000">
            <a:off x="4410200" y="5453235"/>
            <a:ext cx="29894" cy="92578"/>
            <a:chOff x="2319702" y="2529176"/>
            <a:chExt cx="92925" cy="351075"/>
          </a:xfrm>
        </p:grpSpPr>
        <p:sp>
          <p:nvSpPr>
            <p:cNvPr id="4364" name="Google Shape;43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65" name="Google Shape;43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66" name="Google Shape;43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367" name="Google Shape;43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68" name="Google Shape;43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369" name="Google Shape;4369;p17"/>
          <p:cNvSpPr/>
          <p:nvPr/>
        </p:nvSpPr>
        <p:spPr>
          <a:xfrm rot="-8778596">
            <a:off x="4487031" y="55153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70" name="Google Shape;4370;p17"/>
          <p:cNvSpPr/>
          <p:nvPr/>
        </p:nvSpPr>
        <p:spPr>
          <a:xfrm flipH="1" rot="8778596">
            <a:off x="4487435" y="54924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371" name="Google Shape;4371;p17"/>
          <p:cNvSpPr/>
          <p:nvPr/>
        </p:nvSpPr>
        <p:spPr>
          <a:xfrm rot="-8778596">
            <a:off x="4487337" y="5469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372" name="Google Shape;4372;p17"/>
          <p:cNvGrpSpPr/>
          <p:nvPr/>
        </p:nvGrpSpPr>
        <p:grpSpPr>
          <a:xfrm>
            <a:off x="2266666" y="5248189"/>
            <a:ext cx="294162" cy="884119"/>
            <a:chOff x="4465779" y="3935502"/>
            <a:chExt cx="294162" cy="884119"/>
          </a:xfrm>
        </p:grpSpPr>
        <p:sp>
          <p:nvSpPr>
            <p:cNvPr id="4373" name="Google Shape;4373;p17"/>
            <p:cNvSpPr/>
            <p:nvPr/>
          </p:nvSpPr>
          <p:spPr>
            <a:xfrm>
              <a:off x="4562579" y="4167723"/>
              <a:ext cx="41306" cy="209721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74" name="Google Shape;4374;p17"/>
            <p:cNvSpPr/>
            <p:nvPr/>
          </p:nvSpPr>
          <p:spPr>
            <a:xfrm>
              <a:off x="4624055" y="4167723"/>
              <a:ext cx="41306" cy="14224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75" name="Google Shape;4375;p17"/>
            <p:cNvSpPr/>
            <p:nvPr/>
          </p:nvSpPr>
          <p:spPr>
            <a:xfrm rot="-1038074">
              <a:off x="4637811" y="4300274"/>
              <a:ext cx="40433" cy="6954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76" name="Google Shape;4376;p17"/>
            <p:cNvSpPr/>
            <p:nvPr/>
          </p:nvSpPr>
          <p:spPr>
            <a:xfrm>
              <a:off x="4465779" y="3935502"/>
              <a:ext cx="294162" cy="237567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377" name="Google Shape;4377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4378" name="Google Shape;437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79" name="Google Shape;437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380" name="Google Shape;438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381" name="Google Shape;438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382" name="Google Shape;438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383" name="Google Shape;4383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4384" name="Google Shape;438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85" name="Google Shape;438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386" name="Google Shape;438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387" name="Google Shape;438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388" name="Google Shape;438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389" name="Google Shape;4389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4390" name="Google Shape;439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391" name="Google Shape;439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392" name="Google Shape;439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393" name="Google Shape;439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394" name="Google Shape;439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395" name="Google Shape;4395;p17"/>
            <p:cNvSpPr/>
            <p:nvPr/>
          </p:nvSpPr>
          <p:spPr>
            <a:xfrm flipH="1" rot="-2360504">
              <a:off x="4643918" y="4260180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96" name="Google Shape;4396;p17"/>
            <p:cNvSpPr/>
            <p:nvPr/>
          </p:nvSpPr>
          <p:spPr>
            <a:xfrm rot="2360504">
              <a:off x="4644224" y="4283102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97" name="Google Shape;4397;p17"/>
            <p:cNvSpPr/>
            <p:nvPr/>
          </p:nvSpPr>
          <p:spPr>
            <a:xfrm flipH="1" rot="-2360504">
              <a:off x="4644224" y="4305661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98" name="Google Shape;4398;p17"/>
            <p:cNvSpPr/>
            <p:nvPr/>
          </p:nvSpPr>
          <p:spPr>
            <a:xfrm flipH="1" rot="10800000">
              <a:off x="4562579" y="4377679"/>
              <a:ext cx="41306" cy="209721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399" name="Google Shape;4399;p17"/>
            <p:cNvSpPr/>
            <p:nvPr/>
          </p:nvSpPr>
          <p:spPr>
            <a:xfrm flipH="1" rot="10800000">
              <a:off x="4624055" y="4445160"/>
              <a:ext cx="41306" cy="14224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00" name="Google Shape;4400;p17"/>
            <p:cNvSpPr/>
            <p:nvPr/>
          </p:nvSpPr>
          <p:spPr>
            <a:xfrm flipH="1" rot="-9761926">
              <a:off x="4637811" y="4385306"/>
              <a:ext cx="40433" cy="6954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01" name="Google Shape;4401;p17"/>
            <p:cNvSpPr/>
            <p:nvPr/>
          </p:nvSpPr>
          <p:spPr>
            <a:xfrm flipH="1" rot="10800000">
              <a:off x="4465779" y="4582053"/>
              <a:ext cx="294162" cy="237567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402" name="Google Shape;4402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4403" name="Google Shape;440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04" name="Google Shape;440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05" name="Google Shape;440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06" name="Google Shape;440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07" name="Google Shape;440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408" name="Google Shape;4408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4409" name="Google Shape;440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10" name="Google Shape;441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11" name="Google Shape;441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12" name="Google Shape;441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13" name="Google Shape;441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414" name="Google Shape;4414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4415" name="Google Shape;441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16" name="Google Shape;441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17" name="Google Shape;441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18" name="Google Shape;441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19" name="Google Shape;441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420" name="Google Shape;4420;p17"/>
            <p:cNvSpPr/>
            <p:nvPr/>
          </p:nvSpPr>
          <p:spPr>
            <a:xfrm rot="-8439496">
              <a:off x="4643918" y="4458005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21" name="Google Shape;4421;p17"/>
            <p:cNvSpPr/>
            <p:nvPr/>
          </p:nvSpPr>
          <p:spPr>
            <a:xfrm flipH="1" rot="8439496">
              <a:off x="4644224" y="4435083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22" name="Google Shape;4422;p17"/>
            <p:cNvSpPr/>
            <p:nvPr/>
          </p:nvSpPr>
          <p:spPr>
            <a:xfrm rot="-8439496">
              <a:off x="4644224" y="4412524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23" name="Google Shape;4423;p17"/>
            <p:cNvSpPr/>
            <p:nvPr/>
          </p:nvSpPr>
          <p:spPr>
            <a:xfrm>
              <a:off x="4562579" y="4167723"/>
              <a:ext cx="41306" cy="209721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24" name="Google Shape;4424;p17"/>
            <p:cNvSpPr/>
            <p:nvPr/>
          </p:nvSpPr>
          <p:spPr>
            <a:xfrm>
              <a:off x="4624055" y="4167723"/>
              <a:ext cx="41306" cy="14224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25" name="Google Shape;4425;p17"/>
            <p:cNvSpPr/>
            <p:nvPr/>
          </p:nvSpPr>
          <p:spPr>
            <a:xfrm rot="-1038074">
              <a:off x="4637811" y="4300274"/>
              <a:ext cx="40433" cy="6954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26" name="Google Shape;4426;p17"/>
            <p:cNvSpPr/>
            <p:nvPr/>
          </p:nvSpPr>
          <p:spPr>
            <a:xfrm>
              <a:off x="4465779" y="3935502"/>
              <a:ext cx="294162" cy="237567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427" name="Google Shape;4427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4428" name="Google Shape;442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29" name="Google Shape;442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30" name="Google Shape;443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31" name="Google Shape;443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32" name="Google Shape;443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433" name="Google Shape;4433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4434" name="Google Shape;443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35" name="Google Shape;443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36" name="Google Shape;443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37" name="Google Shape;443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38" name="Google Shape;443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439" name="Google Shape;4439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4440" name="Google Shape;444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41" name="Google Shape;444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42" name="Google Shape;444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43" name="Google Shape;444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44" name="Google Shape;444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445" name="Google Shape;4445;p17"/>
            <p:cNvSpPr/>
            <p:nvPr/>
          </p:nvSpPr>
          <p:spPr>
            <a:xfrm flipH="1" rot="-2360504">
              <a:off x="4643918" y="4260180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46" name="Google Shape;4446;p17"/>
            <p:cNvSpPr/>
            <p:nvPr/>
          </p:nvSpPr>
          <p:spPr>
            <a:xfrm rot="2360504">
              <a:off x="4644224" y="4283102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47" name="Google Shape;4447;p17"/>
            <p:cNvSpPr/>
            <p:nvPr/>
          </p:nvSpPr>
          <p:spPr>
            <a:xfrm flipH="1" rot="-2360504">
              <a:off x="4644224" y="4305661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48" name="Google Shape;4448;p17"/>
            <p:cNvSpPr/>
            <p:nvPr/>
          </p:nvSpPr>
          <p:spPr>
            <a:xfrm flipH="1" rot="10800000">
              <a:off x="4562579" y="4377679"/>
              <a:ext cx="41306" cy="209721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49" name="Google Shape;4449;p17"/>
            <p:cNvSpPr/>
            <p:nvPr/>
          </p:nvSpPr>
          <p:spPr>
            <a:xfrm flipH="1" rot="10800000">
              <a:off x="4624055" y="4445160"/>
              <a:ext cx="41306" cy="14224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50" name="Google Shape;4450;p17"/>
            <p:cNvSpPr/>
            <p:nvPr/>
          </p:nvSpPr>
          <p:spPr>
            <a:xfrm flipH="1" rot="-9761926">
              <a:off x="4637811" y="4385306"/>
              <a:ext cx="40433" cy="6954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51" name="Google Shape;4451;p17"/>
            <p:cNvSpPr/>
            <p:nvPr/>
          </p:nvSpPr>
          <p:spPr>
            <a:xfrm flipH="1" rot="10800000">
              <a:off x="4465779" y="4582053"/>
              <a:ext cx="294162" cy="237567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452" name="Google Shape;4452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4453" name="Google Shape;445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54" name="Google Shape;445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55" name="Google Shape;445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56" name="Google Shape;445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57" name="Google Shape;445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458" name="Google Shape;4458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4459" name="Google Shape;445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60" name="Google Shape;446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61" name="Google Shape;446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62" name="Google Shape;446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63" name="Google Shape;446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4464" name="Google Shape;4464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4465" name="Google Shape;446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66" name="Google Shape;446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4467" name="Google Shape;446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4468" name="Google Shape;446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4469" name="Google Shape;446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4470" name="Google Shape;4470;p17"/>
            <p:cNvSpPr/>
            <p:nvPr/>
          </p:nvSpPr>
          <p:spPr>
            <a:xfrm rot="-8439496">
              <a:off x="4643918" y="4458005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71" name="Google Shape;4471;p17"/>
            <p:cNvSpPr/>
            <p:nvPr/>
          </p:nvSpPr>
          <p:spPr>
            <a:xfrm flipH="1" rot="8439496">
              <a:off x="4644224" y="4435083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72" name="Google Shape;4472;p17"/>
            <p:cNvSpPr/>
            <p:nvPr/>
          </p:nvSpPr>
          <p:spPr>
            <a:xfrm rot="-8439496">
              <a:off x="4644224" y="4412524"/>
              <a:ext cx="1123" cy="3693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4473" name="Google Shape;4473;p17"/>
          <p:cNvSpPr/>
          <p:nvPr/>
        </p:nvSpPr>
        <p:spPr>
          <a:xfrm flipH="1" rot="10800000">
            <a:off x="2657637" y="5638212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474" name="Google Shape;4474;p17"/>
          <p:cNvSpPr/>
          <p:nvPr/>
        </p:nvSpPr>
        <p:spPr>
          <a:xfrm flipH="1" rot="10800000">
            <a:off x="2719114" y="5705712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475" name="Google Shape;4475;p17"/>
          <p:cNvSpPr/>
          <p:nvPr/>
        </p:nvSpPr>
        <p:spPr>
          <a:xfrm flipH="1" rot="-9766351">
            <a:off x="2732906" y="5645842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476" name="Google Shape;4476;p17"/>
          <p:cNvSpPr/>
          <p:nvPr/>
        </p:nvSpPr>
        <p:spPr>
          <a:xfrm flipH="1" rot="10800000">
            <a:off x="2560838" y="5842533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477" name="Google Shape;4477;p17"/>
          <p:cNvGrpSpPr/>
          <p:nvPr/>
        </p:nvGrpSpPr>
        <p:grpSpPr>
          <a:xfrm flipH="1" rot="10800000">
            <a:off x="2662118" y="5749051"/>
            <a:ext cx="29894" cy="92578"/>
            <a:chOff x="2319702" y="2529176"/>
            <a:chExt cx="92925" cy="351075"/>
          </a:xfrm>
        </p:grpSpPr>
        <p:sp>
          <p:nvSpPr>
            <p:cNvPr id="4478" name="Google Shape;44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79" name="Google Shape;44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480" name="Google Shape;44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481" name="Google Shape;44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82" name="Google Shape;44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483" name="Google Shape;4483;p17"/>
          <p:cNvGrpSpPr/>
          <p:nvPr/>
        </p:nvGrpSpPr>
        <p:grpSpPr>
          <a:xfrm flipH="1" rot="10800000">
            <a:off x="2724821" y="5748266"/>
            <a:ext cx="29894" cy="92578"/>
            <a:chOff x="2319702" y="2529176"/>
            <a:chExt cx="92925" cy="351075"/>
          </a:xfrm>
        </p:grpSpPr>
        <p:sp>
          <p:nvSpPr>
            <p:cNvPr id="4484" name="Google Shape;44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85" name="Google Shape;44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486" name="Google Shape;44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487" name="Google Shape;44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88" name="Google Shape;44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489" name="Google Shape;4489;p17"/>
          <p:cNvGrpSpPr/>
          <p:nvPr/>
        </p:nvGrpSpPr>
        <p:grpSpPr>
          <a:xfrm flipH="1" rot="10800000">
            <a:off x="2662118" y="5656472"/>
            <a:ext cx="29894" cy="92578"/>
            <a:chOff x="2319702" y="2529176"/>
            <a:chExt cx="92925" cy="351075"/>
          </a:xfrm>
        </p:grpSpPr>
        <p:sp>
          <p:nvSpPr>
            <p:cNvPr id="4490" name="Google Shape;44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491" name="Google Shape;44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492" name="Google Shape;44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493" name="Google Shape;44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494" name="Google Shape;44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495" name="Google Shape;4495;p17"/>
          <p:cNvSpPr/>
          <p:nvPr/>
        </p:nvSpPr>
        <p:spPr>
          <a:xfrm rot="-8778596">
            <a:off x="2738949" y="571861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496" name="Google Shape;4496;p17"/>
          <p:cNvSpPr/>
          <p:nvPr/>
        </p:nvSpPr>
        <p:spPr>
          <a:xfrm flipH="1" rot="8778596">
            <a:off x="2739353" y="569569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497" name="Google Shape;4497;p17"/>
          <p:cNvSpPr/>
          <p:nvPr/>
        </p:nvSpPr>
        <p:spPr>
          <a:xfrm rot="-8778596">
            <a:off x="2739254" y="567313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498" name="Google Shape;4498;p17"/>
          <p:cNvSpPr/>
          <p:nvPr/>
        </p:nvSpPr>
        <p:spPr>
          <a:xfrm flipH="1" rot="10800000">
            <a:off x="2941084" y="555167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499" name="Google Shape;4499;p17"/>
          <p:cNvSpPr/>
          <p:nvPr/>
        </p:nvSpPr>
        <p:spPr>
          <a:xfrm flipH="1" rot="10800000">
            <a:off x="3002561" y="561917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00" name="Google Shape;4500;p17"/>
          <p:cNvSpPr/>
          <p:nvPr/>
        </p:nvSpPr>
        <p:spPr>
          <a:xfrm flipH="1" rot="-9766351">
            <a:off x="3016353" y="555930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01" name="Google Shape;4501;p17"/>
          <p:cNvSpPr/>
          <p:nvPr/>
        </p:nvSpPr>
        <p:spPr>
          <a:xfrm flipH="1" rot="10800000">
            <a:off x="2844284" y="575599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502" name="Google Shape;4502;p17"/>
          <p:cNvGrpSpPr/>
          <p:nvPr/>
        </p:nvGrpSpPr>
        <p:grpSpPr>
          <a:xfrm flipH="1" rot="10800000">
            <a:off x="2945564" y="5662513"/>
            <a:ext cx="29894" cy="92578"/>
            <a:chOff x="2319702" y="2529176"/>
            <a:chExt cx="92925" cy="351075"/>
          </a:xfrm>
        </p:grpSpPr>
        <p:sp>
          <p:nvSpPr>
            <p:cNvPr id="4503" name="Google Shape;45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04" name="Google Shape;45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05" name="Google Shape;45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06" name="Google Shape;45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07" name="Google Shape;45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08" name="Google Shape;4508;p17"/>
          <p:cNvGrpSpPr/>
          <p:nvPr/>
        </p:nvGrpSpPr>
        <p:grpSpPr>
          <a:xfrm flipH="1" rot="10800000">
            <a:off x="3008267" y="5661729"/>
            <a:ext cx="29894" cy="92578"/>
            <a:chOff x="2319702" y="2529176"/>
            <a:chExt cx="92925" cy="351075"/>
          </a:xfrm>
        </p:grpSpPr>
        <p:sp>
          <p:nvSpPr>
            <p:cNvPr id="4509" name="Google Shape;45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10" name="Google Shape;45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11" name="Google Shape;45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12" name="Google Shape;45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13" name="Google Shape;45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14" name="Google Shape;4514;p17"/>
          <p:cNvGrpSpPr/>
          <p:nvPr/>
        </p:nvGrpSpPr>
        <p:grpSpPr>
          <a:xfrm flipH="1" rot="10800000">
            <a:off x="2945564" y="5569935"/>
            <a:ext cx="29894" cy="92578"/>
            <a:chOff x="2319702" y="2529176"/>
            <a:chExt cx="92925" cy="351075"/>
          </a:xfrm>
        </p:grpSpPr>
        <p:sp>
          <p:nvSpPr>
            <p:cNvPr id="4515" name="Google Shape;451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16" name="Google Shape;451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17" name="Google Shape;451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18" name="Google Shape;451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19" name="Google Shape;451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520" name="Google Shape;4520;p17"/>
          <p:cNvSpPr/>
          <p:nvPr/>
        </p:nvSpPr>
        <p:spPr>
          <a:xfrm rot="-8778596">
            <a:off x="3022395" y="563207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21" name="Google Shape;4521;p17"/>
          <p:cNvSpPr/>
          <p:nvPr/>
        </p:nvSpPr>
        <p:spPr>
          <a:xfrm flipH="1" rot="8778596">
            <a:off x="3022799" y="560915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22" name="Google Shape;4522;p17"/>
          <p:cNvSpPr/>
          <p:nvPr/>
        </p:nvSpPr>
        <p:spPr>
          <a:xfrm rot="-8778596">
            <a:off x="3022701" y="55865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23" name="Google Shape;4523;p17"/>
          <p:cNvSpPr/>
          <p:nvPr/>
        </p:nvSpPr>
        <p:spPr>
          <a:xfrm flipH="1">
            <a:off x="7332558" y="5070473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24" name="Google Shape;4524;p17"/>
          <p:cNvSpPr/>
          <p:nvPr/>
        </p:nvSpPr>
        <p:spPr>
          <a:xfrm flipH="1">
            <a:off x="7271081" y="5070473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25" name="Google Shape;4525;p17"/>
          <p:cNvSpPr/>
          <p:nvPr/>
        </p:nvSpPr>
        <p:spPr>
          <a:xfrm flipH="1" rot="1033649">
            <a:off x="7258171" y="5203021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26" name="Google Shape;4526;p17"/>
          <p:cNvSpPr/>
          <p:nvPr/>
        </p:nvSpPr>
        <p:spPr>
          <a:xfrm flipH="1">
            <a:off x="7176457" y="4838252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527" name="Google Shape;4527;p17"/>
          <p:cNvGrpSpPr/>
          <p:nvPr/>
        </p:nvGrpSpPr>
        <p:grpSpPr>
          <a:xfrm flipH="1">
            <a:off x="7339584" y="5076756"/>
            <a:ext cx="29894" cy="92578"/>
            <a:chOff x="2319702" y="2529176"/>
            <a:chExt cx="92925" cy="351075"/>
          </a:xfrm>
        </p:grpSpPr>
        <p:sp>
          <p:nvSpPr>
            <p:cNvPr id="4528" name="Google Shape;452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29" name="Google Shape;452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30" name="Google Shape;453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31" name="Google Shape;453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32" name="Google Shape;453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33" name="Google Shape;4533;p17"/>
          <p:cNvGrpSpPr/>
          <p:nvPr/>
        </p:nvGrpSpPr>
        <p:grpSpPr>
          <a:xfrm flipH="1">
            <a:off x="7276880" y="5077540"/>
            <a:ext cx="29894" cy="92578"/>
            <a:chOff x="2319702" y="2529176"/>
            <a:chExt cx="92925" cy="351075"/>
          </a:xfrm>
        </p:grpSpPr>
        <p:sp>
          <p:nvSpPr>
            <p:cNvPr id="4534" name="Google Shape;453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35" name="Google Shape;453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36" name="Google Shape;453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37" name="Google Shape;453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38" name="Google Shape;453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39" name="Google Shape;4539;p17"/>
          <p:cNvGrpSpPr/>
          <p:nvPr/>
        </p:nvGrpSpPr>
        <p:grpSpPr>
          <a:xfrm flipH="1">
            <a:off x="7339584" y="5169334"/>
            <a:ext cx="29894" cy="92578"/>
            <a:chOff x="2319702" y="2529176"/>
            <a:chExt cx="92925" cy="351075"/>
          </a:xfrm>
        </p:grpSpPr>
        <p:sp>
          <p:nvSpPr>
            <p:cNvPr id="4540" name="Google Shape;454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41" name="Google Shape;454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42" name="Google Shape;454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43" name="Google Shape;454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44" name="Google Shape;454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545" name="Google Shape;4545;p17"/>
          <p:cNvSpPr/>
          <p:nvPr/>
        </p:nvSpPr>
        <p:spPr>
          <a:xfrm rot="2021404">
            <a:off x="7291565" y="516289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46" name="Google Shape;4546;p17"/>
          <p:cNvSpPr/>
          <p:nvPr/>
        </p:nvSpPr>
        <p:spPr>
          <a:xfrm flipH="1" rot="-2021404">
            <a:off x="7291161" y="518581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47" name="Google Shape;4547;p17"/>
          <p:cNvSpPr/>
          <p:nvPr/>
        </p:nvSpPr>
        <p:spPr>
          <a:xfrm rot="2021404">
            <a:off x="7291259" y="5208378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48" name="Google Shape;4548;p17"/>
          <p:cNvSpPr/>
          <p:nvPr/>
        </p:nvSpPr>
        <p:spPr>
          <a:xfrm flipH="1">
            <a:off x="7038461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49" name="Google Shape;4549;p17"/>
          <p:cNvSpPr/>
          <p:nvPr/>
        </p:nvSpPr>
        <p:spPr>
          <a:xfrm flipH="1">
            <a:off x="6976985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50" name="Google Shape;4550;p17"/>
          <p:cNvSpPr/>
          <p:nvPr/>
        </p:nvSpPr>
        <p:spPr>
          <a:xfrm flipH="1" rot="1033649">
            <a:off x="6964075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51" name="Google Shape;4551;p17"/>
          <p:cNvSpPr/>
          <p:nvPr/>
        </p:nvSpPr>
        <p:spPr>
          <a:xfrm flipH="1">
            <a:off x="6882361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552" name="Google Shape;4552;p17"/>
          <p:cNvGrpSpPr/>
          <p:nvPr/>
        </p:nvGrpSpPr>
        <p:grpSpPr>
          <a:xfrm flipH="1">
            <a:off x="7045487" y="5029131"/>
            <a:ext cx="29894" cy="92578"/>
            <a:chOff x="2319702" y="2529176"/>
            <a:chExt cx="92925" cy="351075"/>
          </a:xfrm>
        </p:grpSpPr>
        <p:sp>
          <p:nvSpPr>
            <p:cNvPr id="4553" name="Google Shape;45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54" name="Google Shape;45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55" name="Google Shape;45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56" name="Google Shape;45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57" name="Google Shape;45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58" name="Google Shape;4558;p17"/>
          <p:cNvGrpSpPr/>
          <p:nvPr/>
        </p:nvGrpSpPr>
        <p:grpSpPr>
          <a:xfrm flipH="1">
            <a:off x="6982784" y="5029915"/>
            <a:ext cx="29894" cy="92578"/>
            <a:chOff x="2319702" y="2529176"/>
            <a:chExt cx="92925" cy="351075"/>
          </a:xfrm>
        </p:grpSpPr>
        <p:sp>
          <p:nvSpPr>
            <p:cNvPr id="4559" name="Google Shape;45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60" name="Google Shape;45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61" name="Google Shape;45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62" name="Google Shape;45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63" name="Google Shape;45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64" name="Google Shape;4564;p17"/>
          <p:cNvGrpSpPr/>
          <p:nvPr/>
        </p:nvGrpSpPr>
        <p:grpSpPr>
          <a:xfrm flipH="1">
            <a:off x="7045487" y="5121709"/>
            <a:ext cx="29894" cy="92578"/>
            <a:chOff x="2319702" y="2529176"/>
            <a:chExt cx="92925" cy="351075"/>
          </a:xfrm>
        </p:grpSpPr>
        <p:sp>
          <p:nvSpPr>
            <p:cNvPr id="4565" name="Google Shape;45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66" name="Google Shape;45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67" name="Google Shape;45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68" name="Google Shape;45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69" name="Google Shape;45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570" name="Google Shape;4570;p17"/>
          <p:cNvSpPr/>
          <p:nvPr/>
        </p:nvSpPr>
        <p:spPr>
          <a:xfrm rot="2021404">
            <a:off x="6997468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71" name="Google Shape;4571;p17"/>
          <p:cNvSpPr/>
          <p:nvPr/>
        </p:nvSpPr>
        <p:spPr>
          <a:xfrm flipH="1" rot="-2021404">
            <a:off x="6997064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72" name="Google Shape;4572;p17"/>
          <p:cNvSpPr/>
          <p:nvPr/>
        </p:nvSpPr>
        <p:spPr>
          <a:xfrm rot="2021404">
            <a:off x="6997163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73" name="Google Shape;4573;p17"/>
          <p:cNvSpPr/>
          <p:nvPr/>
        </p:nvSpPr>
        <p:spPr>
          <a:xfrm flipH="1">
            <a:off x="6744340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74" name="Google Shape;4574;p17"/>
          <p:cNvSpPr/>
          <p:nvPr/>
        </p:nvSpPr>
        <p:spPr>
          <a:xfrm flipH="1">
            <a:off x="6682863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75" name="Google Shape;4575;p17"/>
          <p:cNvSpPr/>
          <p:nvPr/>
        </p:nvSpPr>
        <p:spPr>
          <a:xfrm flipH="1" rot="1033649">
            <a:off x="6669953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76" name="Google Shape;4576;p17"/>
          <p:cNvSpPr/>
          <p:nvPr/>
        </p:nvSpPr>
        <p:spPr>
          <a:xfrm flipH="1">
            <a:off x="6588240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577" name="Google Shape;4577;p17"/>
          <p:cNvGrpSpPr/>
          <p:nvPr/>
        </p:nvGrpSpPr>
        <p:grpSpPr>
          <a:xfrm flipH="1">
            <a:off x="6751366" y="5029131"/>
            <a:ext cx="29894" cy="92578"/>
            <a:chOff x="2319702" y="2529176"/>
            <a:chExt cx="92925" cy="351075"/>
          </a:xfrm>
        </p:grpSpPr>
        <p:sp>
          <p:nvSpPr>
            <p:cNvPr id="4578" name="Google Shape;45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79" name="Google Shape;45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80" name="Google Shape;45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81" name="Google Shape;45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82" name="Google Shape;45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83" name="Google Shape;4583;p17"/>
          <p:cNvGrpSpPr/>
          <p:nvPr/>
        </p:nvGrpSpPr>
        <p:grpSpPr>
          <a:xfrm flipH="1">
            <a:off x="6688662" y="5029915"/>
            <a:ext cx="29894" cy="92578"/>
            <a:chOff x="2319702" y="2529176"/>
            <a:chExt cx="92925" cy="351075"/>
          </a:xfrm>
        </p:grpSpPr>
        <p:sp>
          <p:nvSpPr>
            <p:cNvPr id="4584" name="Google Shape;45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85" name="Google Shape;45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86" name="Google Shape;45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87" name="Google Shape;45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88" name="Google Shape;45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589" name="Google Shape;4589;p17"/>
          <p:cNvGrpSpPr/>
          <p:nvPr/>
        </p:nvGrpSpPr>
        <p:grpSpPr>
          <a:xfrm flipH="1">
            <a:off x="6751366" y="5121709"/>
            <a:ext cx="29894" cy="92578"/>
            <a:chOff x="2319702" y="2529176"/>
            <a:chExt cx="92925" cy="351075"/>
          </a:xfrm>
        </p:grpSpPr>
        <p:sp>
          <p:nvSpPr>
            <p:cNvPr id="4590" name="Google Shape;45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591" name="Google Shape;45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592" name="Google Shape;45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593" name="Google Shape;45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594" name="Google Shape;45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595" name="Google Shape;4595;p17"/>
          <p:cNvSpPr/>
          <p:nvPr/>
        </p:nvSpPr>
        <p:spPr>
          <a:xfrm rot="2021404">
            <a:off x="6703347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96" name="Google Shape;4596;p17"/>
          <p:cNvSpPr/>
          <p:nvPr/>
        </p:nvSpPr>
        <p:spPr>
          <a:xfrm flipH="1" rot="-2021404">
            <a:off x="6702943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97" name="Google Shape;4597;p17"/>
          <p:cNvSpPr/>
          <p:nvPr/>
        </p:nvSpPr>
        <p:spPr>
          <a:xfrm rot="2021404">
            <a:off x="6703041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98" name="Google Shape;4598;p17"/>
          <p:cNvSpPr/>
          <p:nvPr/>
        </p:nvSpPr>
        <p:spPr>
          <a:xfrm flipH="1">
            <a:off x="6450219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599" name="Google Shape;4599;p17"/>
          <p:cNvSpPr/>
          <p:nvPr/>
        </p:nvSpPr>
        <p:spPr>
          <a:xfrm flipH="1">
            <a:off x="6388742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00" name="Google Shape;4600;p17"/>
          <p:cNvSpPr/>
          <p:nvPr/>
        </p:nvSpPr>
        <p:spPr>
          <a:xfrm flipH="1" rot="1033649">
            <a:off x="6375832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01" name="Google Shape;4601;p17"/>
          <p:cNvSpPr/>
          <p:nvPr/>
        </p:nvSpPr>
        <p:spPr>
          <a:xfrm flipH="1">
            <a:off x="6294118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602" name="Google Shape;4602;p17"/>
          <p:cNvGrpSpPr/>
          <p:nvPr/>
        </p:nvGrpSpPr>
        <p:grpSpPr>
          <a:xfrm flipH="1">
            <a:off x="6457244" y="5029131"/>
            <a:ext cx="29894" cy="92578"/>
            <a:chOff x="2319702" y="2529176"/>
            <a:chExt cx="92925" cy="351075"/>
          </a:xfrm>
        </p:grpSpPr>
        <p:sp>
          <p:nvSpPr>
            <p:cNvPr id="4603" name="Google Shape;46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04" name="Google Shape;46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05" name="Google Shape;46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06" name="Google Shape;46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07" name="Google Shape;46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08" name="Google Shape;4608;p17"/>
          <p:cNvGrpSpPr/>
          <p:nvPr/>
        </p:nvGrpSpPr>
        <p:grpSpPr>
          <a:xfrm flipH="1">
            <a:off x="6394541" y="5029915"/>
            <a:ext cx="29894" cy="92578"/>
            <a:chOff x="2319702" y="2529176"/>
            <a:chExt cx="92925" cy="351075"/>
          </a:xfrm>
        </p:grpSpPr>
        <p:sp>
          <p:nvSpPr>
            <p:cNvPr id="4609" name="Google Shape;46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10" name="Google Shape;46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11" name="Google Shape;46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12" name="Google Shape;46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13" name="Google Shape;46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14" name="Google Shape;4614;p17"/>
          <p:cNvGrpSpPr/>
          <p:nvPr/>
        </p:nvGrpSpPr>
        <p:grpSpPr>
          <a:xfrm flipH="1">
            <a:off x="6457244" y="5121709"/>
            <a:ext cx="29894" cy="92578"/>
            <a:chOff x="2319702" y="2529176"/>
            <a:chExt cx="92925" cy="351075"/>
          </a:xfrm>
        </p:grpSpPr>
        <p:sp>
          <p:nvSpPr>
            <p:cNvPr id="4615" name="Google Shape;461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16" name="Google Shape;461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17" name="Google Shape;461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18" name="Google Shape;461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19" name="Google Shape;461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620" name="Google Shape;4620;p17"/>
          <p:cNvSpPr/>
          <p:nvPr/>
        </p:nvSpPr>
        <p:spPr>
          <a:xfrm rot="2021404">
            <a:off x="6409226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21" name="Google Shape;4621;p17"/>
          <p:cNvSpPr/>
          <p:nvPr/>
        </p:nvSpPr>
        <p:spPr>
          <a:xfrm flipH="1" rot="-2021404">
            <a:off x="6408822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22" name="Google Shape;4622;p17"/>
          <p:cNvSpPr/>
          <p:nvPr/>
        </p:nvSpPr>
        <p:spPr>
          <a:xfrm rot="2021404">
            <a:off x="6408920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23" name="Google Shape;4623;p17"/>
          <p:cNvSpPr/>
          <p:nvPr/>
        </p:nvSpPr>
        <p:spPr>
          <a:xfrm rot="10800000">
            <a:off x="7332558" y="528045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24" name="Google Shape;4624;p17"/>
          <p:cNvSpPr/>
          <p:nvPr/>
        </p:nvSpPr>
        <p:spPr>
          <a:xfrm rot="10800000">
            <a:off x="7271081" y="534795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25" name="Google Shape;4625;p17"/>
          <p:cNvSpPr/>
          <p:nvPr/>
        </p:nvSpPr>
        <p:spPr>
          <a:xfrm rot="9766351">
            <a:off x="7258171" y="5288079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26" name="Google Shape;4626;p17"/>
          <p:cNvSpPr/>
          <p:nvPr/>
        </p:nvSpPr>
        <p:spPr>
          <a:xfrm rot="10800000">
            <a:off x="7176457" y="548477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627" name="Google Shape;4627;p17"/>
          <p:cNvGrpSpPr/>
          <p:nvPr/>
        </p:nvGrpSpPr>
        <p:grpSpPr>
          <a:xfrm rot="10800000">
            <a:off x="7339584" y="5391288"/>
            <a:ext cx="29894" cy="92578"/>
            <a:chOff x="2319702" y="2529176"/>
            <a:chExt cx="92925" cy="351075"/>
          </a:xfrm>
        </p:grpSpPr>
        <p:sp>
          <p:nvSpPr>
            <p:cNvPr id="4628" name="Google Shape;462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29" name="Google Shape;462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30" name="Google Shape;463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31" name="Google Shape;463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32" name="Google Shape;463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33" name="Google Shape;4633;p17"/>
          <p:cNvGrpSpPr/>
          <p:nvPr/>
        </p:nvGrpSpPr>
        <p:grpSpPr>
          <a:xfrm rot="10800000">
            <a:off x="7276880" y="5390504"/>
            <a:ext cx="29894" cy="92578"/>
            <a:chOff x="2319702" y="2529176"/>
            <a:chExt cx="92925" cy="351075"/>
          </a:xfrm>
        </p:grpSpPr>
        <p:sp>
          <p:nvSpPr>
            <p:cNvPr id="4634" name="Google Shape;463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35" name="Google Shape;463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36" name="Google Shape;463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37" name="Google Shape;463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38" name="Google Shape;463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39" name="Google Shape;4639;p17"/>
          <p:cNvGrpSpPr/>
          <p:nvPr/>
        </p:nvGrpSpPr>
        <p:grpSpPr>
          <a:xfrm rot="10800000">
            <a:off x="7339584" y="5298710"/>
            <a:ext cx="29894" cy="92578"/>
            <a:chOff x="2319702" y="2529176"/>
            <a:chExt cx="92925" cy="351075"/>
          </a:xfrm>
        </p:grpSpPr>
        <p:sp>
          <p:nvSpPr>
            <p:cNvPr id="4640" name="Google Shape;464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41" name="Google Shape;464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42" name="Google Shape;464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43" name="Google Shape;464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44" name="Google Shape;464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645" name="Google Shape;4645;p17"/>
          <p:cNvSpPr/>
          <p:nvPr/>
        </p:nvSpPr>
        <p:spPr>
          <a:xfrm flipH="1" rot="8778596">
            <a:off x="7291565" y="536085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46" name="Google Shape;4646;p17"/>
          <p:cNvSpPr/>
          <p:nvPr/>
        </p:nvSpPr>
        <p:spPr>
          <a:xfrm rot="-8778596">
            <a:off x="7291161" y="533792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47" name="Google Shape;4647;p17"/>
          <p:cNvSpPr/>
          <p:nvPr/>
        </p:nvSpPr>
        <p:spPr>
          <a:xfrm flipH="1" rot="8778596">
            <a:off x="7291259" y="531536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48" name="Google Shape;4648;p17"/>
          <p:cNvSpPr/>
          <p:nvPr/>
        </p:nvSpPr>
        <p:spPr>
          <a:xfrm rot="10800000">
            <a:off x="7038461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49" name="Google Shape;4649;p17"/>
          <p:cNvSpPr/>
          <p:nvPr/>
        </p:nvSpPr>
        <p:spPr>
          <a:xfrm rot="10800000">
            <a:off x="6976985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50" name="Google Shape;4650;p17"/>
          <p:cNvSpPr/>
          <p:nvPr/>
        </p:nvSpPr>
        <p:spPr>
          <a:xfrm rot="9766351">
            <a:off x="6964075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51" name="Google Shape;4651;p17"/>
          <p:cNvSpPr/>
          <p:nvPr/>
        </p:nvSpPr>
        <p:spPr>
          <a:xfrm rot="10800000">
            <a:off x="6882361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652" name="Google Shape;4652;p17"/>
          <p:cNvGrpSpPr/>
          <p:nvPr/>
        </p:nvGrpSpPr>
        <p:grpSpPr>
          <a:xfrm rot="10800000">
            <a:off x="7045487" y="5343663"/>
            <a:ext cx="29894" cy="92578"/>
            <a:chOff x="2319702" y="2529176"/>
            <a:chExt cx="92925" cy="351075"/>
          </a:xfrm>
        </p:grpSpPr>
        <p:sp>
          <p:nvSpPr>
            <p:cNvPr id="4653" name="Google Shape;46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54" name="Google Shape;46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55" name="Google Shape;46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56" name="Google Shape;46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57" name="Google Shape;46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58" name="Google Shape;4658;p17"/>
          <p:cNvGrpSpPr/>
          <p:nvPr/>
        </p:nvGrpSpPr>
        <p:grpSpPr>
          <a:xfrm rot="10800000">
            <a:off x="6982784" y="5342879"/>
            <a:ext cx="29894" cy="92578"/>
            <a:chOff x="2319702" y="2529176"/>
            <a:chExt cx="92925" cy="351075"/>
          </a:xfrm>
        </p:grpSpPr>
        <p:sp>
          <p:nvSpPr>
            <p:cNvPr id="4659" name="Google Shape;46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60" name="Google Shape;46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61" name="Google Shape;46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62" name="Google Shape;46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63" name="Google Shape;46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64" name="Google Shape;4664;p17"/>
          <p:cNvGrpSpPr/>
          <p:nvPr/>
        </p:nvGrpSpPr>
        <p:grpSpPr>
          <a:xfrm rot="10800000">
            <a:off x="7045487" y="5251085"/>
            <a:ext cx="29894" cy="92578"/>
            <a:chOff x="2319702" y="2529176"/>
            <a:chExt cx="92925" cy="351075"/>
          </a:xfrm>
        </p:grpSpPr>
        <p:sp>
          <p:nvSpPr>
            <p:cNvPr id="4665" name="Google Shape;46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66" name="Google Shape;46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67" name="Google Shape;46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68" name="Google Shape;46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69" name="Google Shape;46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670" name="Google Shape;4670;p17"/>
          <p:cNvSpPr/>
          <p:nvPr/>
        </p:nvSpPr>
        <p:spPr>
          <a:xfrm flipH="1" rot="8778596">
            <a:off x="6997468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71" name="Google Shape;4671;p17"/>
          <p:cNvSpPr/>
          <p:nvPr/>
        </p:nvSpPr>
        <p:spPr>
          <a:xfrm rot="-8778596">
            <a:off x="6997064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72" name="Google Shape;4672;p17"/>
          <p:cNvSpPr/>
          <p:nvPr/>
        </p:nvSpPr>
        <p:spPr>
          <a:xfrm flipH="1" rot="8778596">
            <a:off x="6997163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73" name="Google Shape;4673;p17"/>
          <p:cNvSpPr/>
          <p:nvPr/>
        </p:nvSpPr>
        <p:spPr>
          <a:xfrm rot="10800000">
            <a:off x="6744340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74" name="Google Shape;4674;p17"/>
          <p:cNvSpPr/>
          <p:nvPr/>
        </p:nvSpPr>
        <p:spPr>
          <a:xfrm rot="10800000">
            <a:off x="6682863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75" name="Google Shape;4675;p17"/>
          <p:cNvSpPr/>
          <p:nvPr/>
        </p:nvSpPr>
        <p:spPr>
          <a:xfrm rot="9766351">
            <a:off x="6669953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76" name="Google Shape;4676;p17"/>
          <p:cNvSpPr/>
          <p:nvPr/>
        </p:nvSpPr>
        <p:spPr>
          <a:xfrm rot="10800000">
            <a:off x="6588240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677" name="Google Shape;4677;p17"/>
          <p:cNvGrpSpPr/>
          <p:nvPr/>
        </p:nvGrpSpPr>
        <p:grpSpPr>
          <a:xfrm rot="10800000">
            <a:off x="6751366" y="5343663"/>
            <a:ext cx="29894" cy="92578"/>
            <a:chOff x="2319702" y="2529176"/>
            <a:chExt cx="92925" cy="351075"/>
          </a:xfrm>
        </p:grpSpPr>
        <p:sp>
          <p:nvSpPr>
            <p:cNvPr id="4678" name="Google Shape;46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79" name="Google Shape;46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80" name="Google Shape;46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81" name="Google Shape;46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82" name="Google Shape;46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83" name="Google Shape;4683;p17"/>
          <p:cNvGrpSpPr/>
          <p:nvPr/>
        </p:nvGrpSpPr>
        <p:grpSpPr>
          <a:xfrm rot="10800000">
            <a:off x="6688662" y="5342879"/>
            <a:ext cx="29894" cy="92578"/>
            <a:chOff x="2319702" y="2529176"/>
            <a:chExt cx="92925" cy="351075"/>
          </a:xfrm>
        </p:grpSpPr>
        <p:sp>
          <p:nvSpPr>
            <p:cNvPr id="4684" name="Google Shape;46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85" name="Google Shape;46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86" name="Google Shape;46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87" name="Google Shape;46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88" name="Google Shape;46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689" name="Google Shape;4689;p17"/>
          <p:cNvGrpSpPr/>
          <p:nvPr/>
        </p:nvGrpSpPr>
        <p:grpSpPr>
          <a:xfrm rot="10800000">
            <a:off x="6751366" y="5251085"/>
            <a:ext cx="29894" cy="92578"/>
            <a:chOff x="2319702" y="2529176"/>
            <a:chExt cx="92925" cy="351075"/>
          </a:xfrm>
        </p:grpSpPr>
        <p:sp>
          <p:nvSpPr>
            <p:cNvPr id="4690" name="Google Shape;46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691" name="Google Shape;46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692" name="Google Shape;46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693" name="Google Shape;46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694" name="Google Shape;46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695" name="Google Shape;4695;p17"/>
          <p:cNvSpPr/>
          <p:nvPr/>
        </p:nvSpPr>
        <p:spPr>
          <a:xfrm flipH="1" rot="8778596">
            <a:off x="6703347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96" name="Google Shape;4696;p17"/>
          <p:cNvSpPr/>
          <p:nvPr/>
        </p:nvSpPr>
        <p:spPr>
          <a:xfrm rot="-8778596">
            <a:off x="6702943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97" name="Google Shape;4697;p17"/>
          <p:cNvSpPr/>
          <p:nvPr/>
        </p:nvSpPr>
        <p:spPr>
          <a:xfrm flipH="1" rot="8778596">
            <a:off x="6703041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98" name="Google Shape;4698;p17"/>
          <p:cNvSpPr/>
          <p:nvPr/>
        </p:nvSpPr>
        <p:spPr>
          <a:xfrm rot="10800000">
            <a:off x="6450219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699" name="Google Shape;4699;p17"/>
          <p:cNvSpPr/>
          <p:nvPr/>
        </p:nvSpPr>
        <p:spPr>
          <a:xfrm rot="10800000">
            <a:off x="6388742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00" name="Google Shape;4700;p17"/>
          <p:cNvSpPr/>
          <p:nvPr/>
        </p:nvSpPr>
        <p:spPr>
          <a:xfrm rot="9766351">
            <a:off x="6375832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01" name="Google Shape;4701;p17"/>
          <p:cNvSpPr/>
          <p:nvPr/>
        </p:nvSpPr>
        <p:spPr>
          <a:xfrm rot="10800000">
            <a:off x="6294118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702" name="Google Shape;4702;p17"/>
          <p:cNvGrpSpPr/>
          <p:nvPr/>
        </p:nvGrpSpPr>
        <p:grpSpPr>
          <a:xfrm rot="10800000">
            <a:off x="6457244" y="5343663"/>
            <a:ext cx="29894" cy="92578"/>
            <a:chOff x="2319702" y="2529176"/>
            <a:chExt cx="92925" cy="351075"/>
          </a:xfrm>
        </p:grpSpPr>
        <p:sp>
          <p:nvSpPr>
            <p:cNvPr id="4703" name="Google Shape;47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04" name="Google Shape;47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05" name="Google Shape;47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06" name="Google Shape;47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07" name="Google Shape;47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08" name="Google Shape;4708;p17"/>
          <p:cNvGrpSpPr/>
          <p:nvPr/>
        </p:nvGrpSpPr>
        <p:grpSpPr>
          <a:xfrm rot="10800000">
            <a:off x="6394541" y="5342879"/>
            <a:ext cx="29894" cy="92578"/>
            <a:chOff x="2319702" y="2529176"/>
            <a:chExt cx="92925" cy="351075"/>
          </a:xfrm>
        </p:grpSpPr>
        <p:sp>
          <p:nvSpPr>
            <p:cNvPr id="4709" name="Google Shape;47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10" name="Google Shape;47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11" name="Google Shape;47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12" name="Google Shape;47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13" name="Google Shape;47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14" name="Google Shape;4714;p17"/>
          <p:cNvGrpSpPr/>
          <p:nvPr/>
        </p:nvGrpSpPr>
        <p:grpSpPr>
          <a:xfrm rot="10800000">
            <a:off x="6457244" y="5251085"/>
            <a:ext cx="29894" cy="92578"/>
            <a:chOff x="2319702" y="2529176"/>
            <a:chExt cx="92925" cy="351075"/>
          </a:xfrm>
        </p:grpSpPr>
        <p:sp>
          <p:nvSpPr>
            <p:cNvPr id="4715" name="Google Shape;471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16" name="Google Shape;471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17" name="Google Shape;471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18" name="Google Shape;471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19" name="Google Shape;471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720" name="Google Shape;4720;p17"/>
          <p:cNvSpPr/>
          <p:nvPr/>
        </p:nvSpPr>
        <p:spPr>
          <a:xfrm flipH="1" rot="8778596">
            <a:off x="6409226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21" name="Google Shape;4721;p17"/>
          <p:cNvSpPr/>
          <p:nvPr/>
        </p:nvSpPr>
        <p:spPr>
          <a:xfrm rot="-8778596">
            <a:off x="6408822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22" name="Google Shape;4722;p17"/>
          <p:cNvSpPr/>
          <p:nvPr/>
        </p:nvSpPr>
        <p:spPr>
          <a:xfrm flipH="1" rot="8778596">
            <a:off x="6408920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23" name="Google Shape;4723;p17"/>
          <p:cNvSpPr/>
          <p:nvPr/>
        </p:nvSpPr>
        <p:spPr>
          <a:xfrm flipH="1">
            <a:off x="6156097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24" name="Google Shape;4724;p17"/>
          <p:cNvSpPr/>
          <p:nvPr/>
        </p:nvSpPr>
        <p:spPr>
          <a:xfrm flipH="1">
            <a:off x="6094620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25" name="Google Shape;4725;p17"/>
          <p:cNvSpPr/>
          <p:nvPr/>
        </p:nvSpPr>
        <p:spPr>
          <a:xfrm flipH="1" rot="1033649">
            <a:off x="6081710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26" name="Google Shape;4726;p17"/>
          <p:cNvSpPr/>
          <p:nvPr/>
        </p:nvSpPr>
        <p:spPr>
          <a:xfrm flipH="1">
            <a:off x="5999997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727" name="Google Shape;4727;p17"/>
          <p:cNvGrpSpPr/>
          <p:nvPr/>
        </p:nvGrpSpPr>
        <p:grpSpPr>
          <a:xfrm flipH="1">
            <a:off x="6163123" y="5029131"/>
            <a:ext cx="29894" cy="92578"/>
            <a:chOff x="2319702" y="2529176"/>
            <a:chExt cx="92925" cy="351075"/>
          </a:xfrm>
        </p:grpSpPr>
        <p:sp>
          <p:nvSpPr>
            <p:cNvPr id="4728" name="Google Shape;472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29" name="Google Shape;472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30" name="Google Shape;473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31" name="Google Shape;473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32" name="Google Shape;473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33" name="Google Shape;4733;p17"/>
          <p:cNvGrpSpPr/>
          <p:nvPr/>
        </p:nvGrpSpPr>
        <p:grpSpPr>
          <a:xfrm flipH="1">
            <a:off x="6100420" y="5029915"/>
            <a:ext cx="29894" cy="92578"/>
            <a:chOff x="2319702" y="2529176"/>
            <a:chExt cx="92925" cy="351075"/>
          </a:xfrm>
        </p:grpSpPr>
        <p:sp>
          <p:nvSpPr>
            <p:cNvPr id="4734" name="Google Shape;473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35" name="Google Shape;473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36" name="Google Shape;473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37" name="Google Shape;473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38" name="Google Shape;473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39" name="Google Shape;4739;p17"/>
          <p:cNvGrpSpPr/>
          <p:nvPr/>
        </p:nvGrpSpPr>
        <p:grpSpPr>
          <a:xfrm flipH="1">
            <a:off x="6163123" y="5121709"/>
            <a:ext cx="29894" cy="92578"/>
            <a:chOff x="2319702" y="2529176"/>
            <a:chExt cx="92925" cy="351075"/>
          </a:xfrm>
        </p:grpSpPr>
        <p:sp>
          <p:nvSpPr>
            <p:cNvPr id="4740" name="Google Shape;474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41" name="Google Shape;474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42" name="Google Shape;474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43" name="Google Shape;474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44" name="Google Shape;474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745" name="Google Shape;4745;p17"/>
          <p:cNvSpPr/>
          <p:nvPr/>
        </p:nvSpPr>
        <p:spPr>
          <a:xfrm rot="2021404">
            <a:off x="6115104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46" name="Google Shape;4746;p17"/>
          <p:cNvSpPr/>
          <p:nvPr/>
        </p:nvSpPr>
        <p:spPr>
          <a:xfrm flipH="1" rot="-2021404">
            <a:off x="6114700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47" name="Google Shape;4747;p17"/>
          <p:cNvSpPr/>
          <p:nvPr/>
        </p:nvSpPr>
        <p:spPr>
          <a:xfrm rot="2021404">
            <a:off x="6114799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48" name="Google Shape;4748;p17"/>
          <p:cNvSpPr/>
          <p:nvPr/>
        </p:nvSpPr>
        <p:spPr>
          <a:xfrm flipH="1">
            <a:off x="7904179" y="522608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49" name="Google Shape;4749;p17"/>
          <p:cNvSpPr/>
          <p:nvPr/>
        </p:nvSpPr>
        <p:spPr>
          <a:xfrm flipH="1">
            <a:off x="7842703" y="522608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50" name="Google Shape;4750;p17"/>
          <p:cNvSpPr/>
          <p:nvPr/>
        </p:nvSpPr>
        <p:spPr>
          <a:xfrm flipH="1" rot="1033649">
            <a:off x="7829793" y="5358633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51" name="Google Shape;4751;p17"/>
          <p:cNvSpPr/>
          <p:nvPr/>
        </p:nvSpPr>
        <p:spPr>
          <a:xfrm flipH="1">
            <a:off x="7748079" y="4993864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752" name="Google Shape;4752;p17"/>
          <p:cNvGrpSpPr/>
          <p:nvPr/>
        </p:nvGrpSpPr>
        <p:grpSpPr>
          <a:xfrm flipH="1">
            <a:off x="7911205" y="5232368"/>
            <a:ext cx="29894" cy="92578"/>
            <a:chOff x="2319702" y="2529176"/>
            <a:chExt cx="92925" cy="351075"/>
          </a:xfrm>
        </p:grpSpPr>
        <p:sp>
          <p:nvSpPr>
            <p:cNvPr id="4753" name="Google Shape;47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54" name="Google Shape;47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55" name="Google Shape;47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56" name="Google Shape;47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57" name="Google Shape;47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58" name="Google Shape;4758;p17"/>
          <p:cNvGrpSpPr/>
          <p:nvPr/>
        </p:nvGrpSpPr>
        <p:grpSpPr>
          <a:xfrm flipH="1">
            <a:off x="7848502" y="5233153"/>
            <a:ext cx="29894" cy="92578"/>
            <a:chOff x="2319702" y="2529176"/>
            <a:chExt cx="92925" cy="351075"/>
          </a:xfrm>
        </p:grpSpPr>
        <p:sp>
          <p:nvSpPr>
            <p:cNvPr id="4759" name="Google Shape;47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60" name="Google Shape;47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61" name="Google Shape;47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62" name="Google Shape;47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63" name="Google Shape;47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64" name="Google Shape;4764;p17"/>
          <p:cNvGrpSpPr/>
          <p:nvPr/>
        </p:nvGrpSpPr>
        <p:grpSpPr>
          <a:xfrm flipH="1">
            <a:off x="7911205" y="5324947"/>
            <a:ext cx="29894" cy="92578"/>
            <a:chOff x="2319702" y="2529176"/>
            <a:chExt cx="92925" cy="351075"/>
          </a:xfrm>
        </p:grpSpPr>
        <p:sp>
          <p:nvSpPr>
            <p:cNvPr id="4765" name="Google Shape;47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66" name="Google Shape;47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67" name="Google Shape;47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68" name="Google Shape;47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69" name="Google Shape;47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770" name="Google Shape;4770;p17"/>
          <p:cNvSpPr/>
          <p:nvPr/>
        </p:nvSpPr>
        <p:spPr>
          <a:xfrm rot="2021404">
            <a:off x="7863186" y="531850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71" name="Google Shape;4771;p17"/>
          <p:cNvSpPr/>
          <p:nvPr/>
        </p:nvSpPr>
        <p:spPr>
          <a:xfrm flipH="1" rot="-2021404">
            <a:off x="7862782" y="534143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72" name="Google Shape;4772;p17"/>
          <p:cNvSpPr/>
          <p:nvPr/>
        </p:nvSpPr>
        <p:spPr>
          <a:xfrm rot="2021404">
            <a:off x="7862881" y="536399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73" name="Google Shape;4773;p17"/>
          <p:cNvSpPr/>
          <p:nvPr/>
        </p:nvSpPr>
        <p:spPr>
          <a:xfrm flipH="1">
            <a:off x="7620733" y="51395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74" name="Google Shape;4774;p17"/>
          <p:cNvSpPr/>
          <p:nvPr/>
        </p:nvSpPr>
        <p:spPr>
          <a:xfrm flipH="1">
            <a:off x="7559256" y="51395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75" name="Google Shape;4775;p17"/>
          <p:cNvSpPr/>
          <p:nvPr/>
        </p:nvSpPr>
        <p:spPr>
          <a:xfrm flipH="1" rot="1033649">
            <a:off x="7546346" y="52720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76" name="Google Shape;4776;p17"/>
          <p:cNvSpPr/>
          <p:nvPr/>
        </p:nvSpPr>
        <p:spPr>
          <a:xfrm flipH="1">
            <a:off x="7464633" y="49073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777" name="Google Shape;4777;p17"/>
          <p:cNvGrpSpPr/>
          <p:nvPr/>
        </p:nvGrpSpPr>
        <p:grpSpPr>
          <a:xfrm flipH="1">
            <a:off x="7627759" y="5145831"/>
            <a:ext cx="29894" cy="92578"/>
            <a:chOff x="2319702" y="2529176"/>
            <a:chExt cx="92925" cy="351075"/>
          </a:xfrm>
        </p:grpSpPr>
        <p:sp>
          <p:nvSpPr>
            <p:cNvPr id="4778" name="Google Shape;47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79" name="Google Shape;47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80" name="Google Shape;47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81" name="Google Shape;47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82" name="Google Shape;47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83" name="Google Shape;4783;p17"/>
          <p:cNvGrpSpPr/>
          <p:nvPr/>
        </p:nvGrpSpPr>
        <p:grpSpPr>
          <a:xfrm flipH="1">
            <a:off x="7565055" y="5146615"/>
            <a:ext cx="29894" cy="92578"/>
            <a:chOff x="2319702" y="2529176"/>
            <a:chExt cx="92925" cy="351075"/>
          </a:xfrm>
        </p:grpSpPr>
        <p:sp>
          <p:nvSpPr>
            <p:cNvPr id="4784" name="Google Shape;47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85" name="Google Shape;47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86" name="Google Shape;47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87" name="Google Shape;47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88" name="Google Shape;47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789" name="Google Shape;4789;p17"/>
          <p:cNvGrpSpPr/>
          <p:nvPr/>
        </p:nvGrpSpPr>
        <p:grpSpPr>
          <a:xfrm flipH="1">
            <a:off x="7627759" y="5238409"/>
            <a:ext cx="29894" cy="92578"/>
            <a:chOff x="2319702" y="2529176"/>
            <a:chExt cx="92925" cy="351075"/>
          </a:xfrm>
        </p:grpSpPr>
        <p:sp>
          <p:nvSpPr>
            <p:cNvPr id="4790" name="Google Shape;47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791" name="Google Shape;47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792" name="Google Shape;47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793" name="Google Shape;47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794" name="Google Shape;47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795" name="Google Shape;4795;p17"/>
          <p:cNvSpPr/>
          <p:nvPr/>
        </p:nvSpPr>
        <p:spPr>
          <a:xfrm rot="2021404">
            <a:off x="7579740" y="52319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96" name="Google Shape;4796;p17"/>
          <p:cNvSpPr/>
          <p:nvPr/>
        </p:nvSpPr>
        <p:spPr>
          <a:xfrm flipH="1" rot="-2021404">
            <a:off x="7579336" y="5254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97" name="Google Shape;4797;p17"/>
          <p:cNvSpPr/>
          <p:nvPr/>
        </p:nvSpPr>
        <p:spPr>
          <a:xfrm rot="2021404">
            <a:off x="7579434" y="52774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98" name="Google Shape;4798;p17"/>
          <p:cNvSpPr/>
          <p:nvPr/>
        </p:nvSpPr>
        <p:spPr>
          <a:xfrm rot="10800000">
            <a:off x="6156097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799" name="Google Shape;4799;p17"/>
          <p:cNvSpPr/>
          <p:nvPr/>
        </p:nvSpPr>
        <p:spPr>
          <a:xfrm rot="10800000">
            <a:off x="6094620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00" name="Google Shape;4800;p17"/>
          <p:cNvSpPr/>
          <p:nvPr/>
        </p:nvSpPr>
        <p:spPr>
          <a:xfrm rot="9766351">
            <a:off x="6081710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01" name="Google Shape;4801;p17"/>
          <p:cNvSpPr/>
          <p:nvPr/>
        </p:nvSpPr>
        <p:spPr>
          <a:xfrm rot="10800000">
            <a:off x="5999997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802" name="Google Shape;4802;p17"/>
          <p:cNvGrpSpPr/>
          <p:nvPr/>
        </p:nvGrpSpPr>
        <p:grpSpPr>
          <a:xfrm rot="10800000">
            <a:off x="6163123" y="5343663"/>
            <a:ext cx="29894" cy="92578"/>
            <a:chOff x="2319702" y="2529176"/>
            <a:chExt cx="92925" cy="351075"/>
          </a:xfrm>
        </p:grpSpPr>
        <p:sp>
          <p:nvSpPr>
            <p:cNvPr id="4803" name="Google Shape;48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04" name="Google Shape;48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05" name="Google Shape;48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06" name="Google Shape;48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07" name="Google Shape;48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08" name="Google Shape;4808;p17"/>
          <p:cNvGrpSpPr/>
          <p:nvPr/>
        </p:nvGrpSpPr>
        <p:grpSpPr>
          <a:xfrm rot="10800000">
            <a:off x="6100420" y="5342879"/>
            <a:ext cx="29894" cy="92578"/>
            <a:chOff x="2319702" y="2529176"/>
            <a:chExt cx="92925" cy="351075"/>
          </a:xfrm>
        </p:grpSpPr>
        <p:sp>
          <p:nvSpPr>
            <p:cNvPr id="4809" name="Google Shape;48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10" name="Google Shape;48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11" name="Google Shape;48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12" name="Google Shape;48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13" name="Google Shape;48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14" name="Google Shape;4814;p17"/>
          <p:cNvGrpSpPr/>
          <p:nvPr/>
        </p:nvGrpSpPr>
        <p:grpSpPr>
          <a:xfrm rot="10800000">
            <a:off x="6163123" y="5251085"/>
            <a:ext cx="29894" cy="92578"/>
            <a:chOff x="2319702" y="2529176"/>
            <a:chExt cx="92925" cy="351075"/>
          </a:xfrm>
        </p:grpSpPr>
        <p:sp>
          <p:nvSpPr>
            <p:cNvPr id="4815" name="Google Shape;481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16" name="Google Shape;481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17" name="Google Shape;481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18" name="Google Shape;481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19" name="Google Shape;481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820" name="Google Shape;4820;p17"/>
          <p:cNvSpPr/>
          <p:nvPr/>
        </p:nvSpPr>
        <p:spPr>
          <a:xfrm flipH="1" rot="8778596">
            <a:off x="6115104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21" name="Google Shape;4821;p17"/>
          <p:cNvSpPr/>
          <p:nvPr/>
        </p:nvSpPr>
        <p:spPr>
          <a:xfrm rot="-8778596">
            <a:off x="6114700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22" name="Google Shape;4822;p17"/>
          <p:cNvSpPr/>
          <p:nvPr/>
        </p:nvSpPr>
        <p:spPr>
          <a:xfrm flipH="1" rot="8778596">
            <a:off x="6114799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23" name="Google Shape;4823;p17"/>
          <p:cNvSpPr/>
          <p:nvPr/>
        </p:nvSpPr>
        <p:spPr>
          <a:xfrm rot="10800000">
            <a:off x="5861976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24" name="Google Shape;4824;p17"/>
          <p:cNvSpPr/>
          <p:nvPr/>
        </p:nvSpPr>
        <p:spPr>
          <a:xfrm rot="10800000">
            <a:off x="5800499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25" name="Google Shape;4825;p17"/>
          <p:cNvSpPr/>
          <p:nvPr/>
        </p:nvSpPr>
        <p:spPr>
          <a:xfrm rot="9766351">
            <a:off x="5787589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26" name="Google Shape;4826;p17"/>
          <p:cNvSpPr/>
          <p:nvPr/>
        </p:nvSpPr>
        <p:spPr>
          <a:xfrm rot="10800000">
            <a:off x="5705875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827" name="Google Shape;4827;p17"/>
          <p:cNvGrpSpPr/>
          <p:nvPr/>
        </p:nvGrpSpPr>
        <p:grpSpPr>
          <a:xfrm rot="10800000">
            <a:off x="5869002" y="5343663"/>
            <a:ext cx="29894" cy="92578"/>
            <a:chOff x="2319702" y="2529176"/>
            <a:chExt cx="92925" cy="351075"/>
          </a:xfrm>
        </p:grpSpPr>
        <p:sp>
          <p:nvSpPr>
            <p:cNvPr id="4828" name="Google Shape;482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29" name="Google Shape;482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30" name="Google Shape;483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31" name="Google Shape;483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32" name="Google Shape;483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33" name="Google Shape;4833;p17"/>
          <p:cNvGrpSpPr/>
          <p:nvPr/>
        </p:nvGrpSpPr>
        <p:grpSpPr>
          <a:xfrm rot="10800000">
            <a:off x="5806298" y="5342879"/>
            <a:ext cx="29894" cy="92578"/>
            <a:chOff x="2319702" y="2529176"/>
            <a:chExt cx="92925" cy="351075"/>
          </a:xfrm>
        </p:grpSpPr>
        <p:sp>
          <p:nvSpPr>
            <p:cNvPr id="4834" name="Google Shape;483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35" name="Google Shape;483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36" name="Google Shape;483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37" name="Google Shape;483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38" name="Google Shape;483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39" name="Google Shape;4839;p17"/>
          <p:cNvGrpSpPr/>
          <p:nvPr/>
        </p:nvGrpSpPr>
        <p:grpSpPr>
          <a:xfrm rot="10800000">
            <a:off x="5869002" y="5251085"/>
            <a:ext cx="29894" cy="92578"/>
            <a:chOff x="2319702" y="2529176"/>
            <a:chExt cx="92925" cy="351075"/>
          </a:xfrm>
        </p:grpSpPr>
        <p:sp>
          <p:nvSpPr>
            <p:cNvPr id="4840" name="Google Shape;484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41" name="Google Shape;484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42" name="Google Shape;484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43" name="Google Shape;484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44" name="Google Shape;484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845" name="Google Shape;4845;p17"/>
          <p:cNvSpPr/>
          <p:nvPr/>
        </p:nvSpPr>
        <p:spPr>
          <a:xfrm flipH="1" rot="8778596">
            <a:off x="5820983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46" name="Google Shape;4846;p17"/>
          <p:cNvSpPr/>
          <p:nvPr/>
        </p:nvSpPr>
        <p:spPr>
          <a:xfrm rot="-8778596">
            <a:off x="5820579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47" name="Google Shape;4847;p17"/>
          <p:cNvSpPr/>
          <p:nvPr/>
        </p:nvSpPr>
        <p:spPr>
          <a:xfrm flipH="1" rot="8778596">
            <a:off x="5820677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48" name="Google Shape;4848;p17"/>
          <p:cNvSpPr/>
          <p:nvPr/>
        </p:nvSpPr>
        <p:spPr>
          <a:xfrm rot="10800000">
            <a:off x="7904179" y="5436062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49" name="Google Shape;4849;p17"/>
          <p:cNvSpPr/>
          <p:nvPr/>
        </p:nvSpPr>
        <p:spPr>
          <a:xfrm rot="10800000">
            <a:off x="7842703" y="5503562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50" name="Google Shape;4850;p17"/>
          <p:cNvSpPr/>
          <p:nvPr/>
        </p:nvSpPr>
        <p:spPr>
          <a:xfrm rot="9766351">
            <a:off x="7829793" y="5443692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51" name="Google Shape;4851;p17"/>
          <p:cNvSpPr/>
          <p:nvPr/>
        </p:nvSpPr>
        <p:spPr>
          <a:xfrm rot="10800000">
            <a:off x="7748079" y="5640383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852" name="Google Shape;4852;p17"/>
          <p:cNvGrpSpPr/>
          <p:nvPr/>
        </p:nvGrpSpPr>
        <p:grpSpPr>
          <a:xfrm rot="10800000">
            <a:off x="7911205" y="5546901"/>
            <a:ext cx="29894" cy="92578"/>
            <a:chOff x="2319702" y="2529176"/>
            <a:chExt cx="92925" cy="351075"/>
          </a:xfrm>
        </p:grpSpPr>
        <p:sp>
          <p:nvSpPr>
            <p:cNvPr id="4853" name="Google Shape;48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54" name="Google Shape;48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55" name="Google Shape;48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56" name="Google Shape;48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57" name="Google Shape;48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58" name="Google Shape;4858;p17"/>
          <p:cNvGrpSpPr/>
          <p:nvPr/>
        </p:nvGrpSpPr>
        <p:grpSpPr>
          <a:xfrm rot="10800000">
            <a:off x="7848502" y="5546116"/>
            <a:ext cx="29894" cy="92578"/>
            <a:chOff x="2319702" y="2529176"/>
            <a:chExt cx="92925" cy="351075"/>
          </a:xfrm>
        </p:grpSpPr>
        <p:sp>
          <p:nvSpPr>
            <p:cNvPr id="4859" name="Google Shape;48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60" name="Google Shape;48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61" name="Google Shape;48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62" name="Google Shape;48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63" name="Google Shape;48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64" name="Google Shape;4864;p17"/>
          <p:cNvGrpSpPr/>
          <p:nvPr/>
        </p:nvGrpSpPr>
        <p:grpSpPr>
          <a:xfrm rot="10800000">
            <a:off x="7911205" y="5454322"/>
            <a:ext cx="29894" cy="92578"/>
            <a:chOff x="2319702" y="2529176"/>
            <a:chExt cx="92925" cy="351075"/>
          </a:xfrm>
        </p:grpSpPr>
        <p:sp>
          <p:nvSpPr>
            <p:cNvPr id="4865" name="Google Shape;48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66" name="Google Shape;48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67" name="Google Shape;48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68" name="Google Shape;48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69" name="Google Shape;48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870" name="Google Shape;4870;p17"/>
          <p:cNvSpPr/>
          <p:nvPr/>
        </p:nvSpPr>
        <p:spPr>
          <a:xfrm flipH="1" rot="8778596">
            <a:off x="7863186" y="551646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71" name="Google Shape;4871;p17"/>
          <p:cNvSpPr/>
          <p:nvPr/>
        </p:nvSpPr>
        <p:spPr>
          <a:xfrm rot="-8778596">
            <a:off x="7862782" y="549354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72" name="Google Shape;4872;p17"/>
          <p:cNvSpPr/>
          <p:nvPr/>
        </p:nvSpPr>
        <p:spPr>
          <a:xfrm flipH="1" rot="8778596">
            <a:off x="7862881" y="547098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73" name="Google Shape;4873;p17"/>
          <p:cNvSpPr/>
          <p:nvPr/>
        </p:nvSpPr>
        <p:spPr>
          <a:xfrm rot="10800000">
            <a:off x="7620733" y="53495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74" name="Google Shape;4874;p17"/>
          <p:cNvSpPr/>
          <p:nvPr/>
        </p:nvSpPr>
        <p:spPr>
          <a:xfrm rot="10800000">
            <a:off x="7559256" y="54170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75" name="Google Shape;4875;p17"/>
          <p:cNvSpPr/>
          <p:nvPr/>
        </p:nvSpPr>
        <p:spPr>
          <a:xfrm rot="9766351">
            <a:off x="7546346" y="53571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76" name="Google Shape;4876;p17"/>
          <p:cNvSpPr/>
          <p:nvPr/>
        </p:nvSpPr>
        <p:spPr>
          <a:xfrm rot="10800000">
            <a:off x="7464633" y="55538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877" name="Google Shape;4877;p17"/>
          <p:cNvGrpSpPr/>
          <p:nvPr/>
        </p:nvGrpSpPr>
        <p:grpSpPr>
          <a:xfrm rot="10800000">
            <a:off x="7627759" y="5460363"/>
            <a:ext cx="29894" cy="92578"/>
            <a:chOff x="2319702" y="2529176"/>
            <a:chExt cx="92925" cy="351075"/>
          </a:xfrm>
        </p:grpSpPr>
        <p:sp>
          <p:nvSpPr>
            <p:cNvPr id="4878" name="Google Shape;48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79" name="Google Shape;48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80" name="Google Shape;48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81" name="Google Shape;48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82" name="Google Shape;48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83" name="Google Shape;4883;p17"/>
          <p:cNvGrpSpPr/>
          <p:nvPr/>
        </p:nvGrpSpPr>
        <p:grpSpPr>
          <a:xfrm rot="10800000">
            <a:off x="7565055" y="5459579"/>
            <a:ext cx="29894" cy="92578"/>
            <a:chOff x="2319702" y="2529176"/>
            <a:chExt cx="92925" cy="351075"/>
          </a:xfrm>
        </p:grpSpPr>
        <p:sp>
          <p:nvSpPr>
            <p:cNvPr id="4884" name="Google Shape;48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85" name="Google Shape;48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86" name="Google Shape;48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87" name="Google Shape;48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88" name="Google Shape;48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889" name="Google Shape;4889;p17"/>
          <p:cNvGrpSpPr/>
          <p:nvPr/>
        </p:nvGrpSpPr>
        <p:grpSpPr>
          <a:xfrm rot="10800000">
            <a:off x="7627759" y="5367785"/>
            <a:ext cx="29894" cy="92578"/>
            <a:chOff x="2319702" y="2529176"/>
            <a:chExt cx="92925" cy="351075"/>
          </a:xfrm>
        </p:grpSpPr>
        <p:sp>
          <p:nvSpPr>
            <p:cNvPr id="4890" name="Google Shape;48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891" name="Google Shape;48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892" name="Google Shape;48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893" name="Google Shape;48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894" name="Google Shape;48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895" name="Google Shape;4895;p17"/>
          <p:cNvSpPr/>
          <p:nvPr/>
        </p:nvSpPr>
        <p:spPr>
          <a:xfrm flipH="1" rot="8778596">
            <a:off x="7579740" y="54299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96" name="Google Shape;4896;p17"/>
          <p:cNvSpPr/>
          <p:nvPr/>
        </p:nvSpPr>
        <p:spPr>
          <a:xfrm rot="-8778596">
            <a:off x="7579336" y="54070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97" name="Google Shape;4897;p17"/>
          <p:cNvSpPr/>
          <p:nvPr/>
        </p:nvSpPr>
        <p:spPr>
          <a:xfrm flipH="1" rot="8778596">
            <a:off x="7579434" y="53844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98" name="Google Shape;4898;p17"/>
          <p:cNvSpPr/>
          <p:nvPr/>
        </p:nvSpPr>
        <p:spPr>
          <a:xfrm flipH="1">
            <a:off x="7332558" y="5070473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899" name="Google Shape;4899;p17"/>
          <p:cNvSpPr/>
          <p:nvPr/>
        </p:nvSpPr>
        <p:spPr>
          <a:xfrm flipH="1">
            <a:off x="7271081" y="5070473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00" name="Google Shape;4900;p17"/>
          <p:cNvSpPr/>
          <p:nvPr/>
        </p:nvSpPr>
        <p:spPr>
          <a:xfrm flipH="1" rot="1033649">
            <a:off x="7258171" y="5203021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01" name="Google Shape;4901;p17"/>
          <p:cNvSpPr/>
          <p:nvPr/>
        </p:nvSpPr>
        <p:spPr>
          <a:xfrm flipH="1">
            <a:off x="7176457" y="4838252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902" name="Google Shape;4902;p17"/>
          <p:cNvGrpSpPr/>
          <p:nvPr/>
        </p:nvGrpSpPr>
        <p:grpSpPr>
          <a:xfrm flipH="1">
            <a:off x="7339584" y="5076756"/>
            <a:ext cx="29894" cy="92578"/>
            <a:chOff x="2319702" y="2529176"/>
            <a:chExt cx="92925" cy="351075"/>
          </a:xfrm>
        </p:grpSpPr>
        <p:sp>
          <p:nvSpPr>
            <p:cNvPr id="4903" name="Google Shape;49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04" name="Google Shape;49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05" name="Google Shape;49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06" name="Google Shape;49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07" name="Google Shape;49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08" name="Google Shape;4908;p17"/>
          <p:cNvGrpSpPr/>
          <p:nvPr/>
        </p:nvGrpSpPr>
        <p:grpSpPr>
          <a:xfrm flipH="1">
            <a:off x="7276880" y="5077540"/>
            <a:ext cx="29894" cy="92578"/>
            <a:chOff x="2319702" y="2529176"/>
            <a:chExt cx="92925" cy="351075"/>
          </a:xfrm>
        </p:grpSpPr>
        <p:sp>
          <p:nvSpPr>
            <p:cNvPr id="4909" name="Google Shape;49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10" name="Google Shape;49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11" name="Google Shape;49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12" name="Google Shape;49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13" name="Google Shape;49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14" name="Google Shape;4914;p17"/>
          <p:cNvGrpSpPr/>
          <p:nvPr/>
        </p:nvGrpSpPr>
        <p:grpSpPr>
          <a:xfrm flipH="1">
            <a:off x="7339584" y="5169334"/>
            <a:ext cx="29894" cy="92578"/>
            <a:chOff x="2319702" y="2529176"/>
            <a:chExt cx="92925" cy="351075"/>
          </a:xfrm>
        </p:grpSpPr>
        <p:sp>
          <p:nvSpPr>
            <p:cNvPr id="4915" name="Google Shape;491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16" name="Google Shape;491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17" name="Google Shape;491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18" name="Google Shape;491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19" name="Google Shape;491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920" name="Google Shape;4920;p17"/>
          <p:cNvSpPr/>
          <p:nvPr/>
        </p:nvSpPr>
        <p:spPr>
          <a:xfrm rot="2021404">
            <a:off x="7291565" y="516289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21" name="Google Shape;4921;p17"/>
          <p:cNvSpPr/>
          <p:nvPr/>
        </p:nvSpPr>
        <p:spPr>
          <a:xfrm flipH="1" rot="-2021404">
            <a:off x="7291161" y="518581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22" name="Google Shape;4922;p17"/>
          <p:cNvSpPr/>
          <p:nvPr/>
        </p:nvSpPr>
        <p:spPr>
          <a:xfrm rot="2021404">
            <a:off x="7291259" y="5208378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23" name="Google Shape;4923;p17"/>
          <p:cNvSpPr/>
          <p:nvPr/>
        </p:nvSpPr>
        <p:spPr>
          <a:xfrm flipH="1">
            <a:off x="7038461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24" name="Google Shape;4924;p17"/>
          <p:cNvSpPr/>
          <p:nvPr/>
        </p:nvSpPr>
        <p:spPr>
          <a:xfrm flipH="1">
            <a:off x="6976985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25" name="Google Shape;4925;p17"/>
          <p:cNvSpPr/>
          <p:nvPr/>
        </p:nvSpPr>
        <p:spPr>
          <a:xfrm flipH="1" rot="1033649">
            <a:off x="6964075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26" name="Google Shape;4926;p17"/>
          <p:cNvSpPr/>
          <p:nvPr/>
        </p:nvSpPr>
        <p:spPr>
          <a:xfrm flipH="1">
            <a:off x="6882361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927" name="Google Shape;4927;p17"/>
          <p:cNvGrpSpPr/>
          <p:nvPr/>
        </p:nvGrpSpPr>
        <p:grpSpPr>
          <a:xfrm flipH="1">
            <a:off x="7045487" y="5029131"/>
            <a:ext cx="29894" cy="92578"/>
            <a:chOff x="2319702" y="2529176"/>
            <a:chExt cx="92925" cy="351075"/>
          </a:xfrm>
        </p:grpSpPr>
        <p:sp>
          <p:nvSpPr>
            <p:cNvPr id="4928" name="Google Shape;492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29" name="Google Shape;492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30" name="Google Shape;493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31" name="Google Shape;493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32" name="Google Shape;493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33" name="Google Shape;4933;p17"/>
          <p:cNvGrpSpPr/>
          <p:nvPr/>
        </p:nvGrpSpPr>
        <p:grpSpPr>
          <a:xfrm flipH="1">
            <a:off x="6982784" y="5029915"/>
            <a:ext cx="29894" cy="92578"/>
            <a:chOff x="2319702" y="2529176"/>
            <a:chExt cx="92925" cy="351075"/>
          </a:xfrm>
        </p:grpSpPr>
        <p:sp>
          <p:nvSpPr>
            <p:cNvPr id="4934" name="Google Shape;493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35" name="Google Shape;493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36" name="Google Shape;493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37" name="Google Shape;493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38" name="Google Shape;493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39" name="Google Shape;4939;p17"/>
          <p:cNvGrpSpPr/>
          <p:nvPr/>
        </p:nvGrpSpPr>
        <p:grpSpPr>
          <a:xfrm flipH="1">
            <a:off x="7045487" y="5121709"/>
            <a:ext cx="29894" cy="92578"/>
            <a:chOff x="2319702" y="2529176"/>
            <a:chExt cx="92925" cy="351075"/>
          </a:xfrm>
        </p:grpSpPr>
        <p:sp>
          <p:nvSpPr>
            <p:cNvPr id="4940" name="Google Shape;494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41" name="Google Shape;494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42" name="Google Shape;494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43" name="Google Shape;494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44" name="Google Shape;494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945" name="Google Shape;4945;p17"/>
          <p:cNvSpPr/>
          <p:nvPr/>
        </p:nvSpPr>
        <p:spPr>
          <a:xfrm rot="2021404">
            <a:off x="6997468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46" name="Google Shape;4946;p17"/>
          <p:cNvSpPr/>
          <p:nvPr/>
        </p:nvSpPr>
        <p:spPr>
          <a:xfrm flipH="1" rot="-2021404">
            <a:off x="6997064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47" name="Google Shape;4947;p17"/>
          <p:cNvSpPr/>
          <p:nvPr/>
        </p:nvSpPr>
        <p:spPr>
          <a:xfrm rot="2021404">
            <a:off x="6997163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48" name="Google Shape;4948;p17"/>
          <p:cNvSpPr/>
          <p:nvPr/>
        </p:nvSpPr>
        <p:spPr>
          <a:xfrm flipH="1">
            <a:off x="6744340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49" name="Google Shape;4949;p17"/>
          <p:cNvSpPr/>
          <p:nvPr/>
        </p:nvSpPr>
        <p:spPr>
          <a:xfrm flipH="1">
            <a:off x="6682863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50" name="Google Shape;4950;p17"/>
          <p:cNvSpPr/>
          <p:nvPr/>
        </p:nvSpPr>
        <p:spPr>
          <a:xfrm flipH="1" rot="1033649">
            <a:off x="6669953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51" name="Google Shape;4951;p17"/>
          <p:cNvSpPr/>
          <p:nvPr/>
        </p:nvSpPr>
        <p:spPr>
          <a:xfrm flipH="1">
            <a:off x="6588240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952" name="Google Shape;4952;p17"/>
          <p:cNvGrpSpPr/>
          <p:nvPr/>
        </p:nvGrpSpPr>
        <p:grpSpPr>
          <a:xfrm flipH="1">
            <a:off x="6751366" y="5029131"/>
            <a:ext cx="29894" cy="92578"/>
            <a:chOff x="2319702" y="2529176"/>
            <a:chExt cx="92925" cy="351075"/>
          </a:xfrm>
        </p:grpSpPr>
        <p:sp>
          <p:nvSpPr>
            <p:cNvPr id="4953" name="Google Shape;49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54" name="Google Shape;49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55" name="Google Shape;49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56" name="Google Shape;49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57" name="Google Shape;49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58" name="Google Shape;4958;p17"/>
          <p:cNvGrpSpPr/>
          <p:nvPr/>
        </p:nvGrpSpPr>
        <p:grpSpPr>
          <a:xfrm flipH="1">
            <a:off x="6688662" y="5029915"/>
            <a:ext cx="29894" cy="92578"/>
            <a:chOff x="2319702" y="2529176"/>
            <a:chExt cx="92925" cy="351075"/>
          </a:xfrm>
        </p:grpSpPr>
        <p:sp>
          <p:nvSpPr>
            <p:cNvPr id="4959" name="Google Shape;49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60" name="Google Shape;49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61" name="Google Shape;49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62" name="Google Shape;49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63" name="Google Shape;49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64" name="Google Shape;4964;p17"/>
          <p:cNvGrpSpPr/>
          <p:nvPr/>
        </p:nvGrpSpPr>
        <p:grpSpPr>
          <a:xfrm flipH="1">
            <a:off x="6751366" y="5121709"/>
            <a:ext cx="29894" cy="92578"/>
            <a:chOff x="2319702" y="2529176"/>
            <a:chExt cx="92925" cy="351075"/>
          </a:xfrm>
        </p:grpSpPr>
        <p:sp>
          <p:nvSpPr>
            <p:cNvPr id="4965" name="Google Shape;49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66" name="Google Shape;49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67" name="Google Shape;49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68" name="Google Shape;49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69" name="Google Shape;49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970" name="Google Shape;4970;p17"/>
          <p:cNvSpPr/>
          <p:nvPr/>
        </p:nvSpPr>
        <p:spPr>
          <a:xfrm rot="2021404">
            <a:off x="6703347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71" name="Google Shape;4971;p17"/>
          <p:cNvSpPr/>
          <p:nvPr/>
        </p:nvSpPr>
        <p:spPr>
          <a:xfrm flipH="1" rot="-2021404">
            <a:off x="6702943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72" name="Google Shape;4972;p17"/>
          <p:cNvSpPr/>
          <p:nvPr/>
        </p:nvSpPr>
        <p:spPr>
          <a:xfrm rot="2021404">
            <a:off x="6703041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73" name="Google Shape;4973;p17"/>
          <p:cNvSpPr/>
          <p:nvPr/>
        </p:nvSpPr>
        <p:spPr>
          <a:xfrm flipH="1">
            <a:off x="6450219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74" name="Google Shape;4974;p17"/>
          <p:cNvSpPr/>
          <p:nvPr/>
        </p:nvSpPr>
        <p:spPr>
          <a:xfrm flipH="1">
            <a:off x="6388742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75" name="Google Shape;4975;p17"/>
          <p:cNvSpPr/>
          <p:nvPr/>
        </p:nvSpPr>
        <p:spPr>
          <a:xfrm flipH="1" rot="1033649">
            <a:off x="6375832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76" name="Google Shape;4976;p17"/>
          <p:cNvSpPr/>
          <p:nvPr/>
        </p:nvSpPr>
        <p:spPr>
          <a:xfrm flipH="1">
            <a:off x="6294118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4977" name="Google Shape;4977;p17"/>
          <p:cNvGrpSpPr/>
          <p:nvPr/>
        </p:nvGrpSpPr>
        <p:grpSpPr>
          <a:xfrm flipH="1">
            <a:off x="6457244" y="5029131"/>
            <a:ext cx="29894" cy="92578"/>
            <a:chOff x="2319702" y="2529176"/>
            <a:chExt cx="92925" cy="351075"/>
          </a:xfrm>
        </p:grpSpPr>
        <p:sp>
          <p:nvSpPr>
            <p:cNvPr id="4978" name="Google Shape;49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79" name="Google Shape;49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80" name="Google Shape;49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81" name="Google Shape;49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82" name="Google Shape;49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83" name="Google Shape;4983;p17"/>
          <p:cNvGrpSpPr/>
          <p:nvPr/>
        </p:nvGrpSpPr>
        <p:grpSpPr>
          <a:xfrm flipH="1">
            <a:off x="6394541" y="5029915"/>
            <a:ext cx="29894" cy="92578"/>
            <a:chOff x="2319702" y="2529176"/>
            <a:chExt cx="92925" cy="351075"/>
          </a:xfrm>
        </p:grpSpPr>
        <p:sp>
          <p:nvSpPr>
            <p:cNvPr id="4984" name="Google Shape;49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85" name="Google Shape;49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86" name="Google Shape;49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87" name="Google Shape;49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88" name="Google Shape;49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4989" name="Google Shape;4989;p17"/>
          <p:cNvGrpSpPr/>
          <p:nvPr/>
        </p:nvGrpSpPr>
        <p:grpSpPr>
          <a:xfrm flipH="1">
            <a:off x="6457244" y="5121709"/>
            <a:ext cx="29894" cy="92578"/>
            <a:chOff x="2319702" y="2529176"/>
            <a:chExt cx="92925" cy="351075"/>
          </a:xfrm>
        </p:grpSpPr>
        <p:sp>
          <p:nvSpPr>
            <p:cNvPr id="4990" name="Google Shape;49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4991" name="Google Shape;49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4992" name="Google Shape;49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4993" name="Google Shape;49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4994" name="Google Shape;49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4995" name="Google Shape;4995;p17"/>
          <p:cNvSpPr/>
          <p:nvPr/>
        </p:nvSpPr>
        <p:spPr>
          <a:xfrm rot="2021404">
            <a:off x="6409226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96" name="Google Shape;4996;p17"/>
          <p:cNvSpPr/>
          <p:nvPr/>
        </p:nvSpPr>
        <p:spPr>
          <a:xfrm flipH="1" rot="-2021404">
            <a:off x="6408822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97" name="Google Shape;4997;p17"/>
          <p:cNvSpPr/>
          <p:nvPr/>
        </p:nvSpPr>
        <p:spPr>
          <a:xfrm rot="2021404">
            <a:off x="6408920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98" name="Google Shape;4998;p17"/>
          <p:cNvSpPr/>
          <p:nvPr/>
        </p:nvSpPr>
        <p:spPr>
          <a:xfrm rot="10800000">
            <a:off x="7332558" y="528045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4999" name="Google Shape;4999;p17"/>
          <p:cNvSpPr/>
          <p:nvPr/>
        </p:nvSpPr>
        <p:spPr>
          <a:xfrm rot="10800000">
            <a:off x="7271081" y="534795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00" name="Google Shape;5000;p17"/>
          <p:cNvSpPr/>
          <p:nvPr/>
        </p:nvSpPr>
        <p:spPr>
          <a:xfrm rot="9766351">
            <a:off x="7258171" y="5288079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01" name="Google Shape;5001;p17"/>
          <p:cNvSpPr/>
          <p:nvPr/>
        </p:nvSpPr>
        <p:spPr>
          <a:xfrm rot="10800000">
            <a:off x="7176457" y="548477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002" name="Google Shape;5002;p17"/>
          <p:cNvGrpSpPr/>
          <p:nvPr/>
        </p:nvGrpSpPr>
        <p:grpSpPr>
          <a:xfrm rot="10800000">
            <a:off x="7339584" y="5391288"/>
            <a:ext cx="29894" cy="92578"/>
            <a:chOff x="2319702" y="2529176"/>
            <a:chExt cx="92925" cy="351075"/>
          </a:xfrm>
        </p:grpSpPr>
        <p:sp>
          <p:nvSpPr>
            <p:cNvPr id="5003" name="Google Shape;50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04" name="Google Shape;50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05" name="Google Shape;50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06" name="Google Shape;50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07" name="Google Shape;50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08" name="Google Shape;5008;p17"/>
          <p:cNvGrpSpPr/>
          <p:nvPr/>
        </p:nvGrpSpPr>
        <p:grpSpPr>
          <a:xfrm rot="10800000">
            <a:off x="7276880" y="5390504"/>
            <a:ext cx="29894" cy="92578"/>
            <a:chOff x="2319702" y="2529176"/>
            <a:chExt cx="92925" cy="351075"/>
          </a:xfrm>
        </p:grpSpPr>
        <p:sp>
          <p:nvSpPr>
            <p:cNvPr id="5009" name="Google Shape;50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10" name="Google Shape;50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11" name="Google Shape;50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12" name="Google Shape;50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13" name="Google Shape;50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14" name="Google Shape;5014;p17"/>
          <p:cNvGrpSpPr/>
          <p:nvPr/>
        </p:nvGrpSpPr>
        <p:grpSpPr>
          <a:xfrm rot="10800000">
            <a:off x="7339584" y="5298710"/>
            <a:ext cx="29894" cy="92578"/>
            <a:chOff x="2319702" y="2529176"/>
            <a:chExt cx="92925" cy="351075"/>
          </a:xfrm>
        </p:grpSpPr>
        <p:sp>
          <p:nvSpPr>
            <p:cNvPr id="5015" name="Google Shape;501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16" name="Google Shape;501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17" name="Google Shape;501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18" name="Google Shape;501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19" name="Google Shape;501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020" name="Google Shape;5020;p17"/>
          <p:cNvSpPr/>
          <p:nvPr/>
        </p:nvSpPr>
        <p:spPr>
          <a:xfrm flipH="1" rot="8778596">
            <a:off x="7291565" y="536085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21" name="Google Shape;5021;p17"/>
          <p:cNvSpPr/>
          <p:nvPr/>
        </p:nvSpPr>
        <p:spPr>
          <a:xfrm rot="-8778596">
            <a:off x="7291161" y="533792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22" name="Google Shape;5022;p17"/>
          <p:cNvSpPr/>
          <p:nvPr/>
        </p:nvSpPr>
        <p:spPr>
          <a:xfrm flipH="1" rot="8778596">
            <a:off x="7291259" y="531536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23" name="Google Shape;5023;p17"/>
          <p:cNvSpPr/>
          <p:nvPr/>
        </p:nvSpPr>
        <p:spPr>
          <a:xfrm rot="10800000">
            <a:off x="7038461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24" name="Google Shape;5024;p17"/>
          <p:cNvSpPr/>
          <p:nvPr/>
        </p:nvSpPr>
        <p:spPr>
          <a:xfrm rot="10800000">
            <a:off x="6976985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25" name="Google Shape;5025;p17"/>
          <p:cNvSpPr/>
          <p:nvPr/>
        </p:nvSpPr>
        <p:spPr>
          <a:xfrm rot="9766351">
            <a:off x="6964075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26" name="Google Shape;5026;p17"/>
          <p:cNvSpPr/>
          <p:nvPr/>
        </p:nvSpPr>
        <p:spPr>
          <a:xfrm rot="10800000">
            <a:off x="6882361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027" name="Google Shape;5027;p17"/>
          <p:cNvGrpSpPr/>
          <p:nvPr/>
        </p:nvGrpSpPr>
        <p:grpSpPr>
          <a:xfrm rot="10800000">
            <a:off x="7045487" y="5343663"/>
            <a:ext cx="29894" cy="92578"/>
            <a:chOff x="2319702" y="2529176"/>
            <a:chExt cx="92925" cy="351075"/>
          </a:xfrm>
        </p:grpSpPr>
        <p:sp>
          <p:nvSpPr>
            <p:cNvPr id="5028" name="Google Shape;502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29" name="Google Shape;502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30" name="Google Shape;503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31" name="Google Shape;503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32" name="Google Shape;503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33" name="Google Shape;5033;p17"/>
          <p:cNvGrpSpPr/>
          <p:nvPr/>
        </p:nvGrpSpPr>
        <p:grpSpPr>
          <a:xfrm rot="10800000">
            <a:off x="6982784" y="5342879"/>
            <a:ext cx="29894" cy="92578"/>
            <a:chOff x="2319702" y="2529176"/>
            <a:chExt cx="92925" cy="351075"/>
          </a:xfrm>
        </p:grpSpPr>
        <p:sp>
          <p:nvSpPr>
            <p:cNvPr id="5034" name="Google Shape;503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35" name="Google Shape;503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36" name="Google Shape;503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37" name="Google Shape;503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38" name="Google Shape;503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39" name="Google Shape;5039;p17"/>
          <p:cNvGrpSpPr/>
          <p:nvPr/>
        </p:nvGrpSpPr>
        <p:grpSpPr>
          <a:xfrm rot="10800000">
            <a:off x="7045487" y="5251085"/>
            <a:ext cx="29894" cy="92578"/>
            <a:chOff x="2319702" y="2529176"/>
            <a:chExt cx="92925" cy="351075"/>
          </a:xfrm>
        </p:grpSpPr>
        <p:sp>
          <p:nvSpPr>
            <p:cNvPr id="5040" name="Google Shape;504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41" name="Google Shape;504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42" name="Google Shape;504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43" name="Google Shape;504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44" name="Google Shape;504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045" name="Google Shape;5045;p17"/>
          <p:cNvSpPr/>
          <p:nvPr/>
        </p:nvSpPr>
        <p:spPr>
          <a:xfrm flipH="1" rot="8778596">
            <a:off x="6997468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46" name="Google Shape;5046;p17"/>
          <p:cNvSpPr/>
          <p:nvPr/>
        </p:nvSpPr>
        <p:spPr>
          <a:xfrm rot="-8778596">
            <a:off x="6997064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47" name="Google Shape;5047;p17"/>
          <p:cNvSpPr/>
          <p:nvPr/>
        </p:nvSpPr>
        <p:spPr>
          <a:xfrm flipH="1" rot="8778596">
            <a:off x="6997163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48" name="Google Shape;5048;p17"/>
          <p:cNvSpPr/>
          <p:nvPr/>
        </p:nvSpPr>
        <p:spPr>
          <a:xfrm rot="10800000">
            <a:off x="6744340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49" name="Google Shape;5049;p17"/>
          <p:cNvSpPr/>
          <p:nvPr/>
        </p:nvSpPr>
        <p:spPr>
          <a:xfrm rot="10800000">
            <a:off x="6682863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50" name="Google Shape;5050;p17"/>
          <p:cNvSpPr/>
          <p:nvPr/>
        </p:nvSpPr>
        <p:spPr>
          <a:xfrm rot="9766351">
            <a:off x="6669953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51" name="Google Shape;5051;p17"/>
          <p:cNvSpPr/>
          <p:nvPr/>
        </p:nvSpPr>
        <p:spPr>
          <a:xfrm rot="10800000">
            <a:off x="6588240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052" name="Google Shape;5052;p17"/>
          <p:cNvGrpSpPr/>
          <p:nvPr/>
        </p:nvGrpSpPr>
        <p:grpSpPr>
          <a:xfrm rot="10800000">
            <a:off x="6751366" y="5343663"/>
            <a:ext cx="29894" cy="92578"/>
            <a:chOff x="2319702" y="2529176"/>
            <a:chExt cx="92925" cy="351075"/>
          </a:xfrm>
        </p:grpSpPr>
        <p:sp>
          <p:nvSpPr>
            <p:cNvPr id="5053" name="Google Shape;50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54" name="Google Shape;50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55" name="Google Shape;50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56" name="Google Shape;50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57" name="Google Shape;50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58" name="Google Shape;5058;p17"/>
          <p:cNvGrpSpPr/>
          <p:nvPr/>
        </p:nvGrpSpPr>
        <p:grpSpPr>
          <a:xfrm rot="10800000">
            <a:off x="6688662" y="5342879"/>
            <a:ext cx="29894" cy="92578"/>
            <a:chOff x="2319702" y="2529176"/>
            <a:chExt cx="92925" cy="351075"/>
          </a:xfrm>
        </p:grpSpPr>
        <p:sp>
          <p:nvSpPr>
            <p:cNvPr id="5059" name="Google Shape;50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60" name="Google Shape;50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61" name="Google Shape;50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62" name="Google Shape;50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63" name="Google Shape;50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64" name="Google Shape;5064;p17"/>
          <p:cNvGrpSpPr/>
          <p:nvPr/>
        </p:nvGrpSpPr>
        <p:grpSpPr>
          <a:xfrm rot="10800000">
            <a:off x="6751366" y="5251085"/>
            <a:ext cx="29894" cy="92578"/>
            <a:chOff x="2319702" y="2529176"/>
            <a:chExt cx="92925" cy="351075"/>
          </a:xfrm>
        </p:grpSpPr>
        <p:sp>
          <p:nvSpPr>
            <p:cNvPr id="5065" name="Google Shape;50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66" name="Google Shape;50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67" name="Google Shape;50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68" name="Google Shape;50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69" name="Google Shape;50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070" name="Google Shape;5070;p17"/>
          <p:cNvSpPr/>
          <p:nvPr/>
        </p:nvSpPr>
        <p:spPr>
          <a:xfrm flipH="1" rot="8778596">
            <a:off x="6703347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71" name="Google Shape;5071;p17"/>
          <p:cNvSpPr/>
          <p:nvPr/>
        </p:nvSpPr>
        <p:spPr>
          <a:xfrm rot="-8778596">
            <a:off x="6702943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72" name="Google Shape;5072;p17"/>
          <p:cNvSpPr/>
          <p:nvPr/>
        </p:nvSpPr>
        <p:spPr>
          <a:xfrm flipH="1" rot="8778596">
            <a:off x="6703041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73" name="Google Shape;5073;p17"/>
          <p:cNvSpPr/>
          <p:nvPr/>
        </p:nvSpPr>
        <p:spPr>
          <a:xfrm rot="10800000">
            <a:off x="6450219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74" name="Google Shape;5074;p17"/>
          <p:cNvSpPr/>
          <p:nvPr/>
        </p:nvSpPr>
        <p:spPr>
          <a:xfrm rot="10800000">
            <a:off x="6388742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75" name="Google Shape;5075;p17"/>
          <p:cNvSpPr/>
          <p:nvPr/>
        </p:nvSpPr>
        <p:spPr>
          <a:xfrm rot="9766351">
            <a:off x="6375832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76" name="Google Shape;5076;p17"/>
          <p:cNvSpPr/>
          <p:nvPr/>
        </p:nvSpPr>
        <p:spPr>
          <a:xfrm rot="10800000">
            <a:off x="6294118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077" name="Google Shape;5077;p17"/>
          <p:cNvGrpSpPr/>
          <p:nvPr/>
        </p:nvGrpSpPr>
        <p:grpSpPr>
          <a:xfrm rot="10800000">
            <a:off x="6457244" y="5343663"/>
            <a:ext cx="29894" cy="92578"/>
            <a:chOff x="2319702" y="2529176"/>
            <a:chExt cx="92925" cy="351075"/>
          </a:xfrm>
        </p:grpSpPr>
        <p:sp>
          <p:nvSpPr>
            <p:cNvPr id="5078" name="Google Shape;50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79" name="Google Shape;50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80" name="Google Shape;50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81" name="Google Shape;50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82" name="Google Shape;50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83" name="Google Shape;5083;p17"/>
          <p:cNvGrpSpPr/>
          <p:nvPr/>
        </p:nvGrpSpPr>
        <p:grpSpPr>
          <a:xfrm rot="10800000">
            <a:off x="6394541" y="5342879"/>
            <a:ext cx="29894" cy="92578"/>
            <a:chOff x="2319702" y="2529176"/>
            <a:chExt cx="92925" cy="351075"/>
          </a:xfrm>
        </p:grpSpPr>
        <p:sp>
          <p:nvSpPr>
            <p:cNvPr id="5084" name="Google Shape;50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85" name="Google Shape;50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86" name="Google Shape;50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87" name="Google Shape;50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88" name="Google Shape;50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089" name="Google Shape;5089;p17"/>
          <p:cNvGrpSpPr/>
          <p:nvPr/>
        </p:nvGrpSpPr>
        <p:grpSpPr>
          <a:xfrm rot="10800000">
            <a:off x="6457244" y="5251085"/>
            <a:ext cx="29894" cy="92578"/>
            <a:chOff x="2319702" y="2529176"/>
            <a:chExt cx="92925" cy="351075"/>
          </a:xfrm>
        </p:grpSpPr>
        <p:sp>
          <p:nvSpPr>
            <p:cNvPr id="5090" name="Google Shape;50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091" name="Google Shape;50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092" name="Google Shape;50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093" name="Google Shape;50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094" name="Google Shape;50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095" name="Google Shape;5095;p17"/>
          <p:cNvSpPr/>
          <p:nvPr/>
        </p:nvSpPr>
        <p:spPr>
          <a:xfrm flipH="1" rot="8778596">
            <a:off x="6409226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96" name="Google Shape;5096;p17"/>
          <p:cNvSpPr/>
          <p:nvPr/>
        </p:nvSpPr>
        <p:spPr>
          <a:xfrm rot="-8778596">
            <a:off x="6408822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97" name="Google Shape;5097;p17"/>
          <p:cNvSpPr/>
          <p:nvPr/>
        </p:nvSpPr>
        <p:spPr>
          <a:xfrm flipH="1" rot="8778596">
            <a:off x="6408920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98" name="Google Shape;5098;p17"/>
          <p:cNvSpPr/>
          <p:nvPr/>
        </p:nvSpPr>
        <p:spPr>
          <a:xfrm flipH="1">
            <a:off x="6156097" y="50228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099" name="Google Shape;5099;p17"/>
          <p:cNvSpPr/>
          <p:nvPr/>
        </p:nvSpPr>
        <p:spPr>
          <a:xfrm flipH="1">
            <a:off x="6094620" y="50228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00" name="Google Shape;5100;p17"/>
          <p:cNvSpPr/>
          <p:nvPr/>
        </p:nvSpPr>
        <p:spPr>
          <a:xfrm flipH="1" rot="1033649">
            <a:off x="6081710" y="51553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01" name="Google Shape;5101;p17"/>
          <p:cNvSpPr/>
          <p:nvPr/>
        </p:nvSpPr>
        <p:spPr>
          <a:xfrm flipH="1">
            <a:off x="5999997" y="47906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102" name="Google Shape;5102;p17"/>
          <p:cNvGrpSpPr/>
          <p:nvPr/>
        </p:nvGrpSpPr>
        <p:grpSpPr>
          <a:xfrm flipH="1">
            <a:off x="6163123" y="5029131"/>
            <a:ext cx="29894" cy="92578"/>
            <a:chOff x="2319702" y="2529176"/>
            <a:chExt cx="92925" cy="351075"/>
          </a:xfrm>
        </p:grpSpPr>
        <p:sp>
          <p:nvSpPr>
            <p:cNvPr id="5103" name="Google Shape;51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04" name="Google Shape;51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05" name="Google Shape;51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106" name="Google Shape;51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07" name="Google Shape;51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108" name="Google Shape;5108;p17"/>
          <p:cNvGrpSpPr/>
          <p:nvPr/>
        </p:nvGrpSpPr>
        <p:grpSpPr>
          <a:xfrm flipH="1">
            <a:off x="6100420" y="5029915"/>
            <a:ext cx="29894" cy="92578"/>
            <a:chOff x="2319702" y="2529176"/>
            <a:chExt cx="92925" cy="351075"/>
          </a:xfrm>
        </p:grpSpPr>
        <p:sp>
          <p:nvSpPr>
            <p:cNvPr id="5109" name="Google Shape;51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10" name="Google Shape;51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11" name="Google Shape;51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112" name="Google Shape;51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13" name="Google Shape;51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114" name="Google Shape;5114;p17"/>
          <p:cNvGrpSpPr/>
          <p:nvPr/>
        </p:nvGrpSpPr>
        <p:grpSpPr>
          <a:xfrm flipH="1">
            <a:off x="6163123" y="5121709"/>
            <a:ext cx="29894" cy="92578"/>
            <a:chOff x="2319702" y="2529176"/>
            <a:chExt cx="92925" cy="351075"/>
          </a:xfrm>
        </p:grpSpPr>
        <p:sp>
          <p:nvSpPr>
            <p:cNvPr id="5115" name="Google Shape;511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16" name="Google Shape;511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17" name="Google Shape;511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118" name="Google Shape;511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19" name="Google Shape;511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120" name="Google Shape;5120;p17"/>
          <p:cNvSpPr/>
          <p:nvPr/>
        </p:nvSpPr>
        <p:spPr>
          <a:xfrm rot="2021404">
            <a:off x="6115104" y="51152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21" name="Google Shape;5121;p17"/>
          <p:cNvSpPr/>
          <p:nvPr/>
        </p:nvSpPr>
        <p:spPr>
          <a:xfrm flipH="1" rot="-2021404">
            <a:off x="6114700" y="51381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22" name="Google Shape;5122;p17"/>
          <p:cNvSpPr/>
          <p:nvPr/>
        </p:nvSpPr>
        <p:spPr>
          <a:xfrm rot="2021404">
            <a:off x="6114799" y="51607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123" name="Google Shape;5123;p17"/>
          <p:cNvGrpSpPr/>
          <p:nvPr/>
        </p:nvGrpSpPr>
        <p:grpSpPr>
          <a:xfrm>
            <a:off x="5705875" y="4790627"/>
            <a:ext cx="294300" cy="441921"/>
            <a:chOff x="5705875" y="4790627"/>
            <a:chExt cx="294300" cy="441921"/>
          </a:xfrm>
        </p:grpSpPr>
        <p:sp>
          <p:nvSpPr>
            <p:cNvPr id="5124" name="Google Shape;5124;p17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25" name="Google Shape;5125;p17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26" name="Google Shape;5126;p17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27" name="Google Shape;5127;p17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28" name="Google Shape;5128;p17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5129" name="Google Shape;512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30" name="Google Shape;513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131" name="Google Shape;513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132" name="Google Shape;513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133" name="Google Shape;513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134" name="Google Shape;5134;p17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5135" name="Google Shape;513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36" name="Google Shape;513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137" name="Google Shape;513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138" name="Google Shape;513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139" name="Google Shape;513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140" name="Google Shape;5140;p17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5141" name="Google Shape;514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42" name="Google Shape;514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143" name="Google Shape;514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144" name="Google Shape;514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145" name="Google Shape;514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146" name="Google Shape;5146;p17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47" name="Google Shape;5147;p17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48" name="Google Shape;5148;p17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49" name="Google Shape;5149;p17"/>
            <p:cNvSpPr/>
            <p:nvPr/>
          </p:nvSpPr>
          <p:spPr>
            <a:xfrm flipH="1">
              <a:off x="5861976" y="5022848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50" name="Google Shape;5150;p17"/>
            <p:cNvSpPr/>
            <p:nvPr/>
          </p:nvSpPr>
          <p:spPr>
            <a:xfrm flipH="1">
              <a:off x="5800499" y="5022848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51" name="Google Shape;5151;p17"/>
            <p:cNvSpPr/>
            <p:nvPr/>
          </p:nvSpPr>
          <p:spPr>
            <a:xfrm flipH="1" rot="1033649">
              <a:off x="5787589" y="5155396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52" name="Google Shape;5152;p17"/>
            <p:cNvSpPr/>
            <p:nvPr/>
          </p:nvSpPr>
          <p:spPr>
            <a:xfrm flipH="1">
              <a:off x="5705875" y="4790627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53" name="Google Shape;5153;p17"/>
            <p:cNvGrpSpPr/>
            <p:nvPr/>
          </p:nvGrpSpPr>
          <p:grpSpPr>
            <a:xfrm flipH="1">
              <a:off x="5869002" y="5029131"/>
              <a:ext cx="29894" cy="92578"/>
              <a:chOff x="2319702" y="2529176"/>
              <a:chExt cx="92925" cy="351075"/>
            </a:xfrm>
          </p:grpSpPr>
          <p:sp>
            <p:nvSpPr>
              <p:cNvPr id="5154" name="Google Shape;515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55" name="Google Shape;515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156" name="Google Shape;515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157" name="Google Shape;515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158" name="Google Shape;515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159" name="Google Shape;5159;p17"/>
            <p:cNvGrpSpPr/>
            <p:nvPr/>
          </p:nvGrpSpPr>
          <p:grpSpPr>
            <a:xfrm flipH="1">
              <a:off x="5806298" y="5029915"/>
              <a:ext cx="29894" cy="92578"/>
              <a:chOff x="2319702" y="2529176"/>
              <a:chExt cx="92925" cy="351075"/>
            </a:xfrm>
          </p:grpSpPr>
          <p:sp>
            <p:nvSpPr>
              <p:cNvPr id="5160" name="Google Shape;516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61" name="Google Shape;516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162" name="Google Shape;516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163" name="Google Shape;516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164" name="Google Shape;516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165" name="Google Shape;5165;p17"/>
            <p:cNvGrpSpPr/>
            <p:nvPr/>
          </p:nvGrpSpPr>
          <p:grpSpPr>
            <a:xfrm flipH="1">
              <a:off x="5869002" y="5121709"/>
              <a:ext cx="29894" cy="92578"/>
              <a:chOff x="2319702" y="2529176"/>
              <a:chExt cx="92925" cy="351075"/>
            </a:xfrm>
          </p:grpSpPr>
          <p:sp>
            <p:nvSpPr>
              <p:cNvPr id="5166" name="Google Shape;516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67" name="Google Shape;516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168" name="Google Shape;516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169" name="Google Shape;516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170" name="Google Shape;517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171" name="Google Shape;5171;p17"/>
            <p:cNvSpPr/>
            <p:nvPr/>
          </p:nvSpPr>
          <p:spPr>
            <a:xfrm rot="2021404">
              <a:off x="5820983" y="511527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72" name="Google Shape;5172;p17"/>
            <p:cNvSpPr/>
            <p:nvPr/>
          </p:nvSpPr>
          <p:spPr>
            <a:xfrm flipH="1" rot="-2021404">
              <a:off x="5820579" y="5138194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73" name="Google Shape;5173;p17"/>
            <p:cNvSpPr/>
            <p:nvPr/>
          </p:nvSpPr>
          <p:spPr>
            <a:xfrm rot="2021404">
              <a:off x="5820677" y="5160753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5174" name="Google Shape;5174;p17"/>
          <p:cNvSpPr/>
          <p:nvPr/>
        </p:nvSpPr>
        <p:spPr>
          <a:xfrm flipH="1">
            <a:off x="7904179" y="522608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75" name="Google Shape;5175;p17"/>
          <p:cNvSpPr/>
          <p:nvPr/>
        </p:nvSpPr>
        <p:spPr>
          <a:xfrm flipH="1">
            <a:off x="7842703" y="522608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76" name="Google Shape;5176;p17"/>
          <p:cNvSpPr/>
          <p:nvPr/>
        </p:nvSpPr>
        <p:spPr>
          <a:xfrm flipH="1" rot="1033649">
            <a:off x="7829793" y="5358633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77" name="Google Shape;5177;p17"/>
          <p:cNvSpPr/>
          <p:nvPr/>
        </p:nvSpPr>
        <p:spPr>
          <a:xfrm flipH="1">
            <a:off x="7748079" y="4993864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178" name="Google Shape;5178;p17"/>
          <p:cNvGrpSpPr/>
          <p:nvPr/>
        </p:nvGrpSpPr>
        <p:grpSpPr>
          <a:xfrm flipH="1">
            <a:off x="7911205" y="5232368"/>
            <a:ext cx="29894" cy="92578"/>
            <a:chOff x="2319702" y="2529176"/>
            <a:chExt cx="92925" cy="351075"/>
          </a:xfrm>
        </p:grpSpPr>
        <p:sp>
          <p:nvSpPr>
            <p:cNvPr id="5179" name="Google Shape;517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80" name="Google Shape;518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81" name="Google Shape;518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182" name="Google Shape;518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83" name="Google Shape;518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184" name="Google Shape;5184;p17"/>
          <p:cNvGrpSpPr/>
          <p:nvPr/>
        </p:nvGrpSpPr>
        <p:grpSpPr>
          <a:xfrm flipH="1">
            <a:off x="7848502" y="5233153"/>
            <a:ext cx="29894" cy="92578"/>
            <a:chOff x="2319702" y="2529176"/>
            <a:chExt cx="92925" cy="351075"/>
          </a:xfrm>
        </p:grpSpPr>
        <p:sp>
          <p:nvSpPr>
            <p:cNvPr id="5185" name="Google Shape;51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86" name="Google Shape;51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87" name="Google Shape;51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188" name="Google Shape;51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89" name="Google Shape;51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190" name="Google Shape;5190;p17"/>
          <p:cNvGrpSpPr/>
          <p:nvPr/>
        </p:nvGrpSpPr>
        <p:grpSpPr>
          <a:xfrm flipH="1">
            <a:off x="7911205" y="5324947"/>
            <a:ext cx="29894" cy="92578"/>
            <a:chOff x="2319702" y="2529176"/>
            <a:chExt cx="92925" cy="351075"/>
          </a:xfrm>
        </p:grpSpPr>
        <p:sp>
          <p:nvSpPr>
            <p:cNvPr id="5191" name="Google Shape;5191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192" name="Google Shape;5192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193" name="Google Shape;5193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194" name="Google Shape;5194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195" name="Google Shape;5195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196" name="Google Shape;5196;p17"/>
          <p:cNvSpPr/>
          <p:nvPr/>
        </p:nvSpPr>
        <p:spPr>
          <a:xfrm rot="2021404">
            <a:off x="7863186" y="531850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97" name="Google Shape;5197;p17"/>
          <p:cNvSpPr/>
          <p:nvPr/>
        </p:nvSpPr>
        <p:spPr>
          <a:xfrm flipH="1" rot="-2021404">
            <a:off x="7862782" y="534143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98" name="Google Shape;5198;p17"/>
          <p:cNvSpPr/>
          <p:nvPr/>
        </p:nvSpPr>
        <p:spPr>
          <a:xfrm rot="2021404">
            <a:off x="7862881" y="536399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199" name="Google Shape;5199;p17"/>
          <p:cNvSpPr/>
          <p:nvPr/>
        </p:nvSpPr>
        <p:spPr>
          <a:xfrm flipH="1">
            <a:off x="7620733" y="513954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00" name="Google Shape;5200;p17"/>
          <p:cNvSpPr/>
          <p:nvPr/>
        </p:nvSpPr>
        <p:spPr>
          <a:xfrm flipH="1">
            <a:off x="7559256" y="513954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01" name="Google Shape;5201;p17"/>
          <p:cNvSpPr/>
          <p:nvPr/>
        </p:nvSpPr>
        <p:spPr>
          <a:xfrm flipH="1" rot="1033649">
            <a:off x="7546346" y="527209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02" name="Google Shape;5202;p17"/>
          <p:cNvSpPr/>
          <p:nvPr/>
        </p:nvSpPr>
        <p:spPr>
          <a:xfrm flipH="1">
            <a:off x="7464633" y="490732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203" name="Google Shape;5203;p17"/>
          <p:cNvGrpSpPr/>
          <p:nvPr/>
        </p:nvGrpSpPr>
        <p:grpSpPr>
          <a:xfrm flipH="1">
            <a:off x="7627759" y="5145831"/>
            <a:ext cx="29894" cy="92578"/>
            <a:chOff x="2319702" y="2529176"/>
            <a:chExt cx="92925" cy="351075"/>
          </a:xfrm>
        </p:grpSpPr>
        <p:sp>
          <p:nvSpPr>
            <p:cNvPr id="5204" name="Google Shape;520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05" name="Google Shape;520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06" name="Google Shape;520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07" name="Google Shape;520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08" name="Google Shape;520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09" name="Google Shape;5209;p17"/>
          <p:cNvGrpSpPr/>
          <p:nvPr/>
        </p:nvGrpSpPr>
        <p:grpSpPr>
          <a:xfrm flipH="1">
            <a:off x="7565055" y="5146615"/>
            <a:ext cx="29894" cy="92578"/>
            <a:chOff x="2319702" y="2529176"/>
            <a:chExt cx="92925" cy="351075"/>
          </a:xfrm>
        </p:grpSpPr>
        <p:sp>
          <p:nvSpPr>
            <p:cNvPr id="5210" name="Google Shape;52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11" name="Google Shape;52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12" name="Google Shape;52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13" name="Google Shape;52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14" name="Google Shape;52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15" name="Google Shape;5215;p17"/>
          <p:cNvGrpSpPr/>
          <p:nvPr/>
        </p:nvGrpSpPr>
        <p:grpSpPr>
          <a:xfrm flipH="1">
            <a:off x="7627759" y="5238409"/>
            <a:ext cx="29894" cy="92578"/>
            <a:chOff x="2319702" y="2529176"/>
            <a:chExt cx="92925" cy="351075"/>
          </a:xfrm>
        </p:grpSpPr>
        <p:sp>
          <p:nvSpPr>
            <p:cNvPr id="5216" name="Google Shape;5216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17" name="Google Shape;5217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18" name="Google Shape;5218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19" name="Google Shape;5219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20" name="Google Shape;5220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221" name="Google Shape;5221;p17"/>
          <p:cNvSpPr/>
          <p:nvPr/>
        </p:nvSpPr>
        <p:spPr>
          <a:xfrm rot="2021404">
            <a:off x="7579740" y="523197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22" name="Google Shape;5222;p17"/>
          <p:cNvSpPr/>
          <p:nvPr/>
        </p:nvSpPr>
        <p:spPr>
          <a:xfrm flipH="1" rot="-2021404">
            <a:off x="7579336" y="525489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23" name="Google Shape;5223;p17"/>
          <p:cNvSpPr/>
          <p:nvPr/>
        </p:nvSpPr>
        <p:spPr>
          <a:xfrm rot="2021404">
            <a:off x="7579434" y="527745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24" name="Google Shape;5224;p17"/>
          <p:cNvSpPr/>
          <p:nvPr/>
        </p:nvSpPr>
        <p:spPr>
          <a:xfrm rot="10800000">
            <a:off x="6156097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25" name="Google Shape;5225;p17"/>
          <p:cNvSpPr/>
          <p:nvPr/>
        </p:nvSpPr>
        <p:spPr>
          <a:xfrm rot="10800000">
            <a:off x="6094620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26" name="Google Shape;5226;p17"/>
          <p:cNvSpPr/>
          <p:nvPr/>
        </p:nvSpPr>
        <p:spPr>
          <a:xfrm rot="9766351">
            <a:off x="6081710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27" name="Google Shape;5227;p17"/>
          <p:cNvSpPr/>
          <p:nvPr/>
        </p:nvSpPr>
        <p:spPr>
          <a:xfrm rot="10800000">
            <a:off x="5999997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228" name="Google Shape;5228;p17"/>
          <p:cNvGrpSpPr/>
          <p:nvPr/>
        </p:nvGrpSpPr>
        <p:grpSpPr>
          <a:xfrm rot="10800000">
            <a:off x="6163123" y="5343663"/>
            <a:ext cx="29894" cy="92578"/>
            <a:chOff x="2319702" y="2529176"/>
            <a:chExt cx="92925" cy="351075"/>
          </a:xfrm>
        </p:grpSpPr>
        <p:sp>
          <p:nvSpPr>
            <p:cNvPr id="5229" name="Google Shape;522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30" name="Google Shape;523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31" name="Google Shape;523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32" name="Google Shape;523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33" name="Google Shape;523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34" name="Google Shape;5234;p17"/>
          <p:cNvGrpSpPr/>
          <p:nvPr/>
        </p:nvGrpSpPr>
        <p:grpSpPr>
          <a:xfrm rot="10800000">
            <a:off x="6100420" y="5342879"/>
            <a:ext cx="29894" cy="92578"/>
            <a:chOff x="2319702" y="2529176"/>
            <a:chExt cx="92925" cy="351075"/>
          </a:xfrm>
        </p:grpSpPr>
        <p:sp>
          <p:nvSpPr>
            <p:cNvPr id="5235" name="Google Shape;523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36" name="Google Shape;523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37" name="Google Shape;523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38" name="Google Shape;523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39" name="Google Shape;523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40" name="Google Shape;5240;p17"/>
          <p:cNvGrpSpPr/>
          <p:nvPr/>
        </p:nvGrpSpPr>
        <p:grpSpPr>
          <a:xfrm rot="10800000">
            <a:off x="6163123" y="5251085"/>
            <a:ext cx="29894" cy="92578"/>
            <a:chOff x="2319702" y="2529176"/>
            <a:chExt cx="92925" cy="351075"/>
          </a:xfrm>
        </p:grpSpPr>
        <p:sp>
          <p:nvSpPr>
            <p:cNvPr id="5241" name="Google Shape;5241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42" name="Google Shape;5242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43" name="Google Shape;5243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44" name="Google Shape;5244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45" name="Google Shape;5245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246" name="Google Shape;5246;p17"/>
          <p:cNvSpPr/>
          <p:nvPr/>
        </p:nvSpPr>
        <p:spPr>
          <a:xfrm flipH="1" rot="8778596">
            <a:off x="6115104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47" name="Google Shape;5247;p17"/>
          <p:cNvSpPr/>
          <p:nvPr/>
        </p:nvSpPr>
        <p:spPr>
          <a:xfrm rot="-8778596">
            <a:off x="6114700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48" name="Google Shape;5248;p17"/>
          <p:cNvSpPr/>
          <p:nvPr/>
        </p:nvSpPr>
        <p:spPr>
          <a:xfrm flipH="1" rot="8778596">
            <a:off x="6114799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49" name="Google Shape;5249;p17"/>
          <p:cNvSpPr/>
          <p:nvPr/>
        </p:nvSpPr>
        <p:spPr>
          <a:xfrm rot="10800000">
            <a:off x="5861976" y="52328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50" name="Google Shape;5250;p17"/>
          <p:cNvSpPr/>
          <p:nvPr/>
        </p:nvSpPr>
        <p:spPr>
          <a:xfrm rot="10800000">
            <a:off x="5800499" y="53003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51" name="Google Shape;5251;p17"/>
          <p:cNvSpPr/>
          <p:nvPr/>
        </p:nvSpPr>
        <p:spPr>
          <a:xfrm rot="9766351">
            <a:off x="5787589" y="52404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52" name="Google Shape;5252;p17"/>
          <p:cNvSpPr/>
          <p:nvPr/>
        </p:nvSpPr>
        <p:spPr>
          <a:xfrm rot="10800000">
            <a:off x="5705875" y="54371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253" name="Google Shape;5253;p17"/>
          <p:cNvGrpSpPr/>
          <p:nvPr/>
        </p:nvGrpSpPr>
        <p:grpSpPr>
          <a:xfrm rot="10800000">
            <a:off x="5869002" y="5343663"/>
            <a:ext cx="29894" cy="92578"/>
            <a:chOff x="2319702" y="2529176"/>
            <a:chExt cx="92925" cy="351075"/>
          </a:xfrm>
        </p:grpSpPr>
        <p:sp>
          <p:nvSpPr>
            <p:cNvPr id="5254" name="Google Shape;525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55" name="Google Shape;525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56" name="Google Shape;525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57" name="Google Shape;525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58" name="Google Shape;525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59" name="Google Shape;5259;p17"/>
          <p:cNvGrpSpPr/>
          <p:nvPr/>
        </p:nvGrpSpPr>
        <p:grpSpPr>
          <a:xfrm rot="10800000">
            <a:off x="5806298" y="5342879"/>
            <a:ext cx="29894" cy="92578"/>
            <a:chOff x="2319702" y="2529176"/>
            <a:chExt cx="92925" cy="351075"/>
          </a:xfrm>
        </p:grpSpPr>
        <p:sp>
          <p:nvSpPr>
            <p:cNvPr id="5260" name="Google Shape;526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61" name="Google Shape;526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62" name="Google Shape;526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63" name="Google Shape;526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64" name="Google Shape;526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65" name="Google Shape;5265;p17"/>
          <p:cNvGrpSpPr/>
          <p:nvPr/>
        </p:nvGrpSpPr>
        <p:grpSpPr>
          <a:xfrm rot="10800000">
            <a:off x="5869002" y="5251085"/>
            <a:ext cx="29894" cy="92578"/>
            <a:chOff x="2319702" y="2529176"/>
            <a:chExt cx="92925" cy="351075"/>
          </a:xfrm>
        </p:grpSpPr>
        <p:sp>
          <p:nvSpPr>
            <p:cNvPr id="5266" name="Google Shape;5266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67" name="Google Shape;5267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68" name="Google Shape;5268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69" name="Google Shape;5269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70" name="Google Shape;5270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271" name="Google Shape;5271;p17"/>
          <p:cNvSpPr/>
          <p:nvPr/>
        </p:nvSpPr>
        <p:spPr>
          <a:xfrm flipH="1" rot="8778596">
            <a:off x="5820983" y="53132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72" name="Google Shape;5272;p17"/>
          <p:cNvSpPr/>
          <p:nvPr/>
        </p:nvSpPr>
        <p:spPr>
          <a:xfrm rot="-8778596">
            <a:off x="5820579" y="52903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73" name="Google Shape;5273;p17"/>
          <p:cNvSpPr/>
          <p:nvPr/>
        </p:nvSpPr>
        <p:spPr>
          <a:xfrm flipH="1" rot="8778596">
            <a:off x="5820677" y="52677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74" name="Google Shape;5274;p17"/>
          <p:cNvSpPr/>
          <p:nvPr/>
        </p:nvSpPr>
        <p:spPr>
          <a:xfrm rot="10800000">
            <a:off x="7904179" y="5436062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75" name="Google Shape;5275;p17"/>
          <p:cNvSpPr/>
          <p:nvPr/>
        </p:nvSpPr>
        <p:spPr>
          <a:xfrm rot="10800000">
            <a:off x="7842703" y="5503562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76" name="Google Shape;5276;p17"/>
          <p:cNvSpPr/>
          <p:nvPr/>
        </p:nvSpPr>
        <p:spPr>
          <a:xfrm rot="9766351">
            <a:off x="7829793" y="5443692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77" name="Google Shape;5277;p17"/>
          <p:cNvSpPr/>
          <p:nvPr/>
        </p:nvSpPr>
        <p:spPr>
          <a:xfrm rot="10800000">
            <a:off x="7748079" y="5640383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278" name="Google Shape;5278;p17"/>
          <p:cNvGrpSpPr/>
          <p:nvPr/>
        </p:nvGrpSpPr>
        <p:grpSpPr>
          <a:xfrm rot="10800000">
            <a:off x="7911205" y="5546901"/>
            <a:ext cx="29894" cy="92578"/>
            <a:chOff x="2319702" y="2529176"/>
            <a:chExt cx="92925" cy="351075"/>
          </a:xfrm>
        </p:grpSpPr>
        <p:sp>
          <p:nvSpPr>
            <p:cNvPr id="5279" name="Google Shape;527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80" name="Google Shape;528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81" name="Google Shape;528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82" name="Google Shape;528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83" name="Google Shape;528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84" name="Google Shape;5284;p17"/>
          <p:cNvGrpSpPr/>
          <p:nvPr/>
        </p:nvGrpSpPr>
        <p:grpSpPr>
          <a:xfrm rot="10800000">
            <a:off x="7848502" y="5546116"/>
            <a:ext cx="29894" cy="92578"/>
            <a:chOff x="2319702" y="2529176"/>
            <a:chExt cx="92925" cy="351075"/>
          </a:xfrm>
        </p:grpSpPr>
        <p:sp>
          <p:nvSpPr>
            <p:cNvPr id="5285" name="Google Shape;52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86" name="Google Shape;52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87" name="Google Shape;52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88" name="Google Shape;52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89" name="Google Shape;52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290" name="Google Shape;5290;p17"/>
          <p:cNvGrpSpPr/>
          <p:nvPr/>
        </p:nvGrpSpPr>
        <p:grpSpPr>
          <a:xfrm rot="10800000">
            <a:off x="7911205" y="5454322"/>
            <a:ext cx="29894" cy="92578"/>
            <a:chOff x="2319702" y="2529176"/>
            <a:chExt cx="92925" cy="351075"/>
          </a:xfrm>
        </p:grpSpPr>
        <p:sp>
          <p:nvSpPr>
            <p:cNvPr id="5291" name="Google Shape;5291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292" name="Google Shape;5292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293" name="Google Shape;5293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294" name="Google Shape;5294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295" name="Google Shape;5295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296" name="Google Shape;5296;p17"/>
          <p:cNvSpPr/>
          <p:nvPr/>
        </p:nvSpPr>
        <p:spPr>
          <a:xfrm flipH="1" rot="8778596">
            <a:off x="7863186" y="5516463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97" name="Google Shape;5297;p17"/>
          <p:cNvSpPr/>
          <p:nvPr/>
        </p:nvSpPr>
        <p:spPr>
          <a:xfrm rot="-8778596">
            <a:off x="7862782" y="549354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98" name="Google Shape;5298;p17"/>
          <p:cNvSpPr/>
          <p:nvPr/>
        </p:nvSpPr>
        <p:spPr>
          <a:xfrm flipH="1" rot="8778596">
            <a:off x="7862881" y="547098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299" name="Google Shape;5299;p17"/>
          <p:cNvSpPr/>
          <p:nvPr/>
        </p:nvSpPr>
        <p:spPr>
          <a:xfrm rot="10800000">
            <a:off x="7620733" y="5349525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300" name="Google Shape;5300;p17"/>
          <p:cNvSpPr/>
          <p:nvPr/>
        </p:nvSpPr>
        <p:spPr>
          <a:xfrm rot="10800000">
            <a:off x="7559256" y="5417025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301" name="Google Shape;5301;p17"/>
          <p:cNvSpPr/>
          <p:nvPr/>
        </p:nvSpPr>
        <p:spPr>
          <a:xfrm rot="9766351">
            <a:off x="7546346" y="535715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302" name="Google Shape;5302;p17"/>
          <p:cNvSpPr/>
          <p:nvPr/>
        </p:nvSpPr>
        <p:spPr>
          <a:xfrm rot="10800000">
            <a:off x="7464633" y="5553846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303" name="Google Shape;5303;p17"/>
          <p:cNvGrpSpPr/>
          <p:nvPr/>
        </p:nvGrpSpPr>
        <p:grpSpPr>
          <a:xfrm rot="10800000">
            <a:off x="7627759" y="5460363"/>
            <a:ext cx="29894" cy="92578"/>
            <a:chOff x="2319702" y="2529176"/>
            <a:chExt cx="92925" cy="351075"/>
          </a:xfrm>
        </p:grpSpPr>
        <p:sp>
          <p:nvSpPr>
            <p:cNvPr id="5304" name="Google Shape;530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05" name="Google Shape;530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306" name="Google Shape;530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307" name="Google Shape;530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08" name="Google Shape;530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309" name="Google Shape;5309;p17"/>
          <p:cNvGrpSpPr/>
          <p:nvPr/>
        </p:nvGrpSpPr>
        <p:grpSpPr>
          <a:xfrm rot="10800000">
            <a:off x="7565055" y="5459579"/>
            <a:ext cx="29894" cy="92578"/>
            <a:chOff x="2319702" y="2529176"/>
            <a:chExt cx="92925" cy="351075"/>
          </a:xfrm>
        </p:grpSpPr>
        <p:sp>
          <p:nvSpPr>
            <p:cNvPr id="5310" name="Google Shape;53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11" name="Google Shape;53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312" name="Google Shape;53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313" name="Google Shape;53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14" name="Google Shape;53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315" name="Google Shape;5315;p17"/>
          <p:cNvGrpSpPr/>
          <p:nvPr/>
        </p:nvGrpSpPr>
        <p:grpSpPr>
          <a:xfrm rot="10800000">
            <a:off x="7627759" y="5367785"/>
            <a:ext cx="29894" cy="92578"/>
            <a:chOff x="2319702" y="2529176"/>
            <a:chExt cx="92925" cy="351075"/>
          </a:xfrm>
        </p:grpSpPr>
        <p:sp>
          <p:nvSpPr>
            <p:cNvPr id="5316" name="Google Shape;5316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17" name="Google Shape;5317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318" name="Google Shape;5318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319" name="Google Shape;5319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20" name="Google Shape;5320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321" name="Google Shape;5321;p17"/>
          <p:cNvSpPr/>
          <p:nvPr/>
        </p:nvSpPr>
        <p:spPr>
          <a:xfrm flipH="1" rot="8778596">
            <a:off x="7579740" y="5429926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322" name="Google Shape;5322;p17"/>
          <p:cNvSpPr/>
          <p:nvPr/>
        </p:nvSpPr>
        <p:spPr>
          <a:xfrm rot="-8778596">
            <a:off x="7579336" y="54070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323" name="Google Shape;5323;p17"/>
          <p:cNvSpPr/>
          <p:nvPr/>
        </p:nvSpPr>
        <p:spPr>
          <a:xfrm flipH="1" rot="8778596">
            <a:off x="7579434" y="53844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324" name="Google Shape;5324;p17"/>
          <p:cNvGrpSpPr/>
          <p:nvPr/>
        </p:nvGrpSpPr>
        <p:grpSpPr>
          <a:xfrm>
            <a:off x="1989141" y="5334727"/>
            <a:ext cx="294300" cy="884119"/>
            <a:chOff x="4465779" y="3935502"/>
            <a:chExt cx="294300" cy="884119"/>
          </a:xfrm>
        </p:grpSpPr>
        <p:sp>
          <p:nvSpPr>
            <p:cNvPr id="5325" name="Google Shape;5325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26" name="Google Shape;5326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27" name="Google Shape;5327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28" name="Google Shape;5328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329" name="Google Shape;5329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330" name="Google Shape;533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31" name="Google Shape;533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32" name="Google Shape;533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33" name="Google Shape;533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34" name="Google Shape;533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335" name="Google Shape;5335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336" name="Google Shape;533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37" name="Google Shape;533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38" name="Google Shape;533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39" name="Google Shape;533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40" name="Google Shape;534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341" name="Google Shape;5341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342" name="Google Shape;534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43" name="Google Shape;534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44" name="Google Shape;534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45" name="Google Shape;534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46" name="Google Shape;534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347" name="Google Shape;5347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48" name="Google Shape;5348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49" name="Google Shape;5349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50" name="Google Shape;5350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51" name="Google Shape;5351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52" name="Google Shape;5352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53" name="Google Shape;5353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354" name="Google Shape;5354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355" name="Google Shape;535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56" name="Google Shape;535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57" name="Google Shape;535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58" name="Google Shape;535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59" name="Google Shape;535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360" name="Google Shape;5360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361" name="Google Shape;536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62" name="Google Shape;536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63" name="Google Shape;536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64" name="Google Shape;536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65" name="Google Shape;536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366" name="Google Shape;5366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367" name="Google Shape;536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68" name="Google Shape;536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69" name="Google Shape;536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70" name="Google Shape;537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71" name="Google Shape;537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372" name="Google Shape;5372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73" name="Google Shape;5373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74" name="Google Shape;5374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75" name="Google Shape;5375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76" name="Google Shape;5376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77" name="Google Shape;5377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78" name="Google Shape;5378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379" name="Google Shape;5379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380" name="Google Shape;538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81" name="Google Shape;538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82" name="Google Shape;538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83" name="Google Shape;538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84" name="Google Shape;538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385" name="Google Shape;5385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386" name="Google Shape;538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87" name="Google Shape;538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88" name="Google Shape;538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89" name="Google Shape;538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90" name="Google Shape;539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391" name="Google Shape;5391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392" name="Google Shape;539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393" name="Google Shape;539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394" name="Google Shape;539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395" name="Google Shape;539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396" name="Google Shape;539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397" name="Google Shape;5397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98" name="Google Shape;5398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399" name="Google Shape;5399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00" name="Google Shape;5400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01" name="Google Shape;5401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02" name="Google Shape;5402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03" name="Google Shape;5403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404" name="Google Shape;5404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405" name="Google Shape;540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06" name="Google Shape;540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07" name="Google Shape;540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08" name="Google Shape;540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09" name="Google Shape;540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10" name="Google Shape;5410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411" name="Google Shape;541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12" name="Google Shape;541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13" name="Google Shape;541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14" name="Google Shape;541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15" name="Google Shape;541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16" name="Google Shape;5416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417" name="Google Shape;541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18" name="Google Shape;541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19" name="Google Shape;541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20" name="Google Shape;542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21" name="Google Shape;542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422" name="Google Shape;5422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23" name="Google Shape;5423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24" name="Google Shape;5424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425" name="Google Shape;5425;p17"/>
          <p:cNvGrpSpPr/>
          <p:nvPr/>
        </p:nvGrpSpPr>
        <p:grpSpPr>
          <a:xfrm rot="-321221">
            <a:off x="1688813" y="5395393"/>
            <a:ext cx="294289" cy="884085"/>
            <a:chOff x="4465779" y="3935502"/>
            <a:chExt cx="294300" cy="884119"/>
          </a:xfrm>
        </p:grpSpPr>
        <p:sp>
          <p:nvSpPr>
            <p:cNvPr id="5426" name="Google Shape;5426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27" name="Google Shape;5427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28" name="Google Shape;5428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29" name="Google Shape;5429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430" name="Google Shape;5430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431" name="Google Shape;543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32" name="Google Shape;543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33" name="Google Shape;543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34" name="Google Shape;543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35" name="Google Shape;543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36" name="Google Shape;5436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437" name="Google Shape;543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38" name="Google Shape;543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39" name="Google Shape;543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40" name="Google Shape;544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41" name="Google Shape;544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42" name="Google Shape;5442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443" name="Google Shape;544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44" name="Google Shape;544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45" name="Google Shape;544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46" name="Google Shape;544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47" name="Google Shape;544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448" name="Google Shape;5448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49" name="Google Shape;5449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50" name="Google Shape;5450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51" name="Google Shape;5451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52" name="Google Shape;5452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53" name="Google Shape;5453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54" name="Google Shape;5454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455" name="Google Shape;5455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456" name="Google Shape;545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57" name="Google Shape;545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58" name="Google Shape;545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59" name="Google Shape;545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60" name="Google Shape;546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61" name="Google Shape;5461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462" name="Google Shape;546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63" name="Google Shape;546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64" name="Google Shape;546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65" name="Google Shape;546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66" name="Google Shape;546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67" name="Google Shape;5467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468" name="Google Shape;546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69" name="Google Shape;546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70" name="Google Shape;547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71" name="Google Shape;547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72" name="Google Shape;547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473" name="Google Shape;5473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74" name="Google Shape;5474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75" name="Google Shape;5475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76" name="Google Shape;5476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77" name="Google Shape;5477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78" name="Google Shape;5478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79" name="Google Shape;5479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480" name="Google Shape;5480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481" name="Google Shape;548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82" name="Google Shape;548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83" name="Google Shape;548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84" name="Google Shape;548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85" name="Google Shape;548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86" name="Google Shape;5486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487" name="Google Shape;548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88" name="Google Shape;548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89" name="Google Shape;548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90" name="Google Shape;549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91" name="Google Shape;549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492" name="Google Shape;5492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493" name="Google Shape;549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494" name="Google Shape;549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495" name="Google Shape;549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496" name="Google Shape;549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497" name="Google Shape;549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498" name="Google Shape;5498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499" name="Google Shape;5499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00" name="Google Shape;5500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01" name="Google Shape;5501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02" name="Google Shape;5502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03" name="Google Shape;5503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04" name="Google Shape;5504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505" name="Google Shape;5505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506" name="Google Shape;550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07" name="Google Shape;550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08" name="Google Shape;550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09" name="Google Shape;550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10" name="Google Shape;551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11" name="Google Shape;5511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512" name="Google Shape;551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13" name="Google Shape;551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14" name="Google Shape;551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15" name="Google Shape;551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16" name="Google Shape;551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17" name="Google Shape;5517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518" name="Google Shape;551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19" name="Google Shape;551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20" name="Google Shape;552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21" name="Google Shape;552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22" name="Google Shape;552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523" name="Google Shape;5523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24" name="Google Shape;5524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25" name="Google Shape;5525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526" name="Google Shape;5526;p17"/>
          <p:cNvGrpSpPr/>
          <p:nvPr/>
        </p:nvGrpSpPr>
        <p:grpSpPr>
          <a:xfrm rot="-463789">
            <a:off x="1419318" y="5468989"/>
            <a:ext cx="294296" cy="884107"/>
            <a:chOff x="4465779" y="3935502"/>
            <a:chExt cx="294300" cy="884119"/>
          </a:xfrm>
        </p:grpSpPr>
        <p:sp>
          <p:nvSpPr>
            <p:cNvPr id="5527" name="Google Shape;5527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28" name="Google Shape;5528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29" name="Google Shape;5529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30" name="Google Shape;5530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531" name="Google Shape;5531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532" name="Google Shape;553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33" name="Google Shape;553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34" name="Google Shape;553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35" name="Google Shape;553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36" name="Google Shape;553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37" name="Google Shape;5537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538" name="Google Shape;553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39" name="Google Shape;553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40" name="Google Shape;554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41" name="Google Shape;554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42" name="Google Shape;554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43" name="Google Shape;5543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544" name="Google Shape;554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45" name="Google Shape;554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46" name="Google Shape;554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47" name="Google Shape;554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48" name="Google Shape;554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549" name="Google Shape;5549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50" name="Google Shape;5550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51" name="Google Shape;5551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52" name="Google Shape;5552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53" name="Google Shape;5553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54" name="Google Shape;5554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55" name="Google Shape;5555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556" name="Google Shape;5556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557" name="Google Shape;555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58" name="Google Shape;555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59" name="Google Shape;555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60" name="Google Shape;556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61" name="Google Shape;556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62" name="Google Shape;5562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563" name="Google Shape;556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64" name="Google Shape;556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65" name="Google Shape;556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66" name="Google Shape;556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67" name="Google Shape;556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68" name="Google Shape;5568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569" name="Google Shape;556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70" name="Google Shape;557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71" name="Google Shape;557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72" name="Google Shape;557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73" name="Google Shape;557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574" name="Google Shape;5574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75" name="Google Shape;5575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76" name="Google Shape;5576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77" name="Google Shape;5577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78" name="Google Shape;5578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79" name="Google Shape;5579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580" name="Google Shape;5580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581" name="Google Shape;5581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582" name="Google Shape;558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83" name="Google Shape;558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84" name="Google Shape;558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85" name="Google Shape;558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86" name="Google Shape;558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87" name="Google Shape;5587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588" name="Google Shape;558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89" name="Google Shape;558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90" name="Google Shape;559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91" name="Google Shape;559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92" name="Google Shape;559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593" name="Google Shape;5593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594" name="Google Shape;559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595" name="Google Shape;559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596" name="Google Shape;559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597" name="Google Shape;559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598" name="Google Shape;559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599" name="Google Shape;5599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00" name="Google Shape;5600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01" name="Google Shape;5601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02" name="Google Shape;5602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03" name="Google Shape;5603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04" name="Google Shape;5604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05" name="Google Shape;5605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606" name="Google Shape;5606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607" name="Google Shape;560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08" name="Google Shape;560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09" name="Google Shape;560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10" name="Google Shape;561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11" name="Google Shape;561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12" name="Google Shape;5612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613" name="Google Shape;561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14" name="Google Shape;561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15" name="Google Shape;561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16" name="Google Shape;561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17" name="Google Shape;561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18" name="Google Shape;5618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619" name="Google Shape;561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20" name="Google Shape;562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21" name="Google Shape;562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22" name="Google Shape;562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23" name="Google Shape;562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624" name="Google Shape;5624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25" name="Google Shape;5625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26" name="Google Shape;5626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627" name="Google Shape;5627;p17"/>
          <p:cNvGrpSpPr/>
          <p:nvPr/>
        </p:nvGrpSpPr>
        <p:grpSpPr>
          <a:xfrm rot="-623579">
            <a:off x="1159425" y="5552436"/>
            <a:ext cx="294302" cy="884125"/>
            <a:chOff x="4465779" y="3935502"/>
            <a:chExt cx="294300" cy="884119"/>
          </a:xfrm>
        </p:grpSpPr>
        <p:sp>
          <p:nvSpPr>
            <p:cNvPr id="5628" name="Google Shape;5628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29" name="Google Shape;5629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30" name="Google Shape;5630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31" name="Google Shape;5631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632" name="Google Shape;5632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633" name="Google Shape;563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34" name="Google Shape;563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35" name="Google Shape;563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36" name="Google Shape;563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37" name="Google Shape;563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38" name="Google Shape;5638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639" name="Google Shape;563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40" name="Google Shape;564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41" name="Google Shape;564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42" name="Google Shape;564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43" name="Google Shape;564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44" name="Google Shape;5644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645" name="Google Shape;564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46" name="Google Shape;564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47" name="Google Shape;564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48" name="Google Shape;564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49" name="Google Shape;564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650" name="Google Shape;5650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51" name="Google Shape;5651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52" name="Google Shape;5652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53" name="Google Shape;5653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54" name="Google Shape;5654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55" name="Google Shape;5655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56" name="Google Shape;5656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657" name="Google Shape;5657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658" name="Google Shape;565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59" name="Google Shape;565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60" name="Google Shape;566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61" name="Google Shape;566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62" name="Google Shape;566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63" name="Google Shape;5663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664" name="Google Shape;566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65" name="Google Shape;566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66" name="Google Shape;566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67" name="Google Shape;566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68" name="Google Shape;566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69" name="Google Shape;5669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670" name="Google Shape;567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71" name="Google Shape;567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72" name="Google Shape;567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73" name="Google Shape;567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74" name="Google Shape;567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675" name="Google Shape;5675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76" name="Google Shape;5676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77" name="Google Shape;5677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78" name="Google Shape;5678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79" name="Google Shape;5679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80" name="Google Shape;5680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681" name="Google Shape;5681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682" name="Google Shape;5682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683" name="Google Shape;568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84" name="Google Shape;568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85" name="Google Shape;568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86" name="Google Shape;568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87" name="Google Shape;568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88" name="Google Shape;5688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689" name="Google Shape;568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90" name="Google Shape;569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91" name="Google Shape;569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92" name="Google Shape;569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93" name="Google Shape;569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694" name="Google Shape;5694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695" name="Google Shape;569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696" name="Google Shape;569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697" name="Google Shape;569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698" name="Google Shape;569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699" name="Google Shape;569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700" name="Google Shape;5700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01" name="Google Shape;5701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02" name="Google Shape;5702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03" name="Google Shape;5703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04" name="Google Shape;5704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05" name="Google Shape;5705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06" name="Google Shape;5706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707" name="Google Shape;5707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708" name="Google Shape;570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09" name="Google Shape;570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10" name="Google Shape;571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11" name="Google Shape;571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12" name="Google Shape;571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13" name="Google Shape;5713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714" name="Google Shape;571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15" name="Google Shape;571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16" name="Google Shape;571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17" name="Google Shape;571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18" name="Google Shape;571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19" name="Google Shape;5719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720" name="Google Shape;572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21" name="Google Shape;572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22" name="Google Shape;572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23" name="Google Shape;572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24" name="Google Shape;572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725" name="Google Shape;5725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26" name="Google Shape;5726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27" name="Google Shape;5727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728" name="Google Shape;5728;p17"/>
          <p:cNvGrpSpPr/>
          <p:nvPr/>
        </p:nvGrpSpPr>
        <p:grpSpPr>
          <a:xfrm rot="-834254">
            <a:off x="907933" y="5654012"/>
            <a:ext cx="294300" cy="884120"/>
            <a:chOff x="4465779" y="3935502"/>
            <a:chExt cx="294300" cy="884119"/>
          </a:xfrm>
        </p:grpSpPr>
        <p:sp>
          <p:nvSpPr>
            <p:cNvPr id="5729" name="Google Shape;5729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30" name="Google Shape;5730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31" name="Google Shape;5731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32" name="Google Shape;5732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733" name="Google Shape;5733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734" name="Google Shape;573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35" name="Google Shape;573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36" name="Google Shape;573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37" name="Google Shape;573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38" name="Google Shape;573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39" name="Google Shape;5739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740" name="Google Shape;574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41" name="Google Shape;574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42" name="Google Shape;574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43" name="Google Shape;574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44" name="Google Shape;574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45" name="Google Shape;5745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746" name="Google Shape;574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47" name="Google Shape;574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48" name="Google Shape;574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49" name="Google Shape;574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50" name="Google Shape;575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751" name="Google Shape;5751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52" name="Google Shape;5752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53" name="Google Shape;5753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54" name="Google Shape;5754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55" name="Google Shape;5755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56" name="Google Shape;5756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57" name="Google Shape;5757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758" name="Google Shape;5758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759" name="Google Shape;575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60" name="Google Shape;576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61" name="Google Shape;576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62" name="Google Shape;576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63" name="Google Shape;576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64" name="Google Shape;5764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765" name="Google Shape;576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66" name="Google Shape;576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67" name="Google Shape;576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68" name="Google Shape;576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69" name="Google Shape;576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70" name="Google Shape;5770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771" name="Google Shape;577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72" name="Google Shape;577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73" name="Google Shape;577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74" name="Google Shape;577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75" name="Google Shape;577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776" name="Google Shape;5776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77" name="Google Shape;5777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78" name="Google Shape;5778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79" name="Google Shape;5779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80" name="Google Shape;5780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81" name="Google Shape;5781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782" name="Google Shape;5782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783" name="Google Shape;5783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784" name="Google Shape;578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85" name="Google Shape;578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86" name="Google Shape;578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87" name="Google Shape;578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88" name="Google Shape;578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89" name="Google Shape;5789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790" name="Google Shape;579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91" name="Google Shape;579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92" name="Google Shape;579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93" name="Google Shape;579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794" name="Google Shape;579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795" name="Google Shape;5795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796" name="Google Shape;579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797" name="Google Shape;579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798" name="Google Shape;579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799" name="Google Shape;579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00" name="Google Shape;580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801" name="Google Shape;5801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02" name="Google Shape;5802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03" name="Google Shape;5803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04" name="Google Shape;5804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05" name="Google Shape;5805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06" name="Google Shape;5806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07" name="Google Shape;5807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808" name="Google Shape;5808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809" name="Google Shape;580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10" name="Google Shape;581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11" name="Google Shape;581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12" name="Google Shape;581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13" name="Google Shape;581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14" name="Google Shape;5814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815" name="Google Shape;581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16" name="Google Shape;581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17" name="Google Shape;581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18" name="Google Shape;581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19" name="Google Shape;581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20" name="Google Shape;5820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821" name="Google Shape;582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22" name="Google Shape;582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23" name="Google Shape;582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24" name="Google Shape;582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25" name="Google Shape;582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826" name="Google Shape;5826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27" name="Google Shape;5827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28" name="Google Shape;5828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grpSp>
        <p:nvGrpSpPr>
          <p:cNvPr id="5829" name="Google Shape;5829;p17"/>
          <p:cNvGrpSpPr/>
          <p:nvPr/>
        </p:nvGrpSpPr>
        <p:grpSpPr>
          <a:xfrm rot="-993887">
            <a:off x="658293" y="5765141"/>
            <a:ext cx="294301" cy="884121"/>
            <a:chOff x="4465779" y="3935502"/>
            <a:chExt cx="294300" cy="884119"/>
          </a:xfrm>
        </p:grpSpPr>
        <p:sp>
          <p:nvSpPr>
            <p:cNvPr id="5830" name="Google Shape;5830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31" name="Google Shape;5831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32" name="Google Shape;5832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33" name="Google Shape;5833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834" name="Google Shape;5834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835" name="Google Shape;583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36" name="Google Shape;583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37" name="Google Shape;583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38" name="Google Shape;583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39" name="Google Shape;583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40" name="Google Shape;5840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841" name="Google Shape;584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42" name="Google Shape;584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43" name="Google Shape;584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44" name="Google Shape;584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45" name="Google Shape;584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46" name="Google Shape;5846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847" name="Google Shape;584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48" name="Google Shape;584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49" name="Google Shape;584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50" name="Google Shape;585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51" name="Google Shape;585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852" name="Google Shape;5852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53" name="Google Shape;5853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54" name="Google Shape;5854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55" name="Google Shape;5855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56" name="Google Shape;5856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57" name="Google Shape;5857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58" name="Google Shape;5858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859" name="Google Shape;5859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860" name="Google Shape;586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61" name="Google Shape;586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62" name="Google Shape;586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63" name="Google Shape;586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64" name="Google Shape;586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65" name="Google Shape;5865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866" name="Google Shape;586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67" name="Google Shape;586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68" name="Google Shape;586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69" name="Google Shape;586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70" name="Google Shape;587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71" name="Google Shape;5871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872" name="Google Shape;587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73" name="Google Shape;587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74" name="Google Shape;587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75" name="Google Shape;587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76" name="Google Shape;587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877" name="Google Shape;5877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78" name="Google Shape;5878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79" name="Google Shape;5879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80" name="Google Shape;5880;p17"/>
            <p:cNvSpPr/>
            <p:nvPr/>
          </p:nvSpPr>
          <p:spPr>
            <a:xfrm>
              <a:off x="4562579" y="4167723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81" name="Google Shape;5881;p17"/>
            <p:cNvSpPr/>
            <p:nvPr/>
          </p:nvSpPr>
          <p:spPr>
            <a:xfrm>
              <a:off x="4624055" y="4167723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82" name="Google Shape;5882;p17"/>
            <p:cNvSpPr/>
            <p:nvPr/>
          </p:nvSpPr>
          <p:spPr>
            <a:xfrm rot="-1033649">
              <a:off x="4637848" y="4300271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883" name="Google Shape;5883;p17"/>
            <p:cNvSpPr/>
            <p:nvPr/>
          </p:nvSpPr>
          <p:spPr>
            <a:xfrm>
              <a:off x="4465779" y="3935502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884" name="Google Shape;5884;p17"/>
            <p:cNvGrpSpPr/>
            <p:nvPr/>
          </p:nvGrpSpPr>
          <p:grpSpPr>
            <a:xfrm>
              <a:off x="4567059" y="4174006"/>
              <a:ext cx="29894" cy="92578"/>
              <a:chOff x="2319702" y="2529176"/>
              <a:chExt cx="92925" cy="351075"/>
            </a:xfrm>
          </p:grpSpPr>
          <p:sp>
            <p:nvSpPr>
              <p:cNvPr id="5885" name="Google Shape;588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86" name="Google Shape;588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87" name="Google Shape;588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88" name="Google Shape;588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89" name="Google Shape;588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90" name="Google Shape;5890;p17"/>
            <p:cNvGrpSpPr/>
            <p:nvPr/>
          </p:nvGrpSpPr>
          <p:grpSpPr>
            <a:xfrm>
              <a:off x="4629762" y="4174790"/>
              <a:ext cx="29894" cy="92578"/>
              <a:chOff x="2319702" y="2529176"/>
              <a:chExt cx="92925" cy="351075"/>
            </a:xfrm>
          </p:grpSpPr>
          <p:sp>
            <p:nvSpPr>
              <p:cNvPr id="5891" name="Google Shape;589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92" name="Google Shape;589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93" name="Google Shape;589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894" name="Google Shape;589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895" name="Google Shape;589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896" name="Google Shape;5896;p17"/>
            <p:cNvGrpSpPr/>
            <p:nvPr/>
          </p:nvGrpSpPr>
          <p:grpSpPr>
            <a:xfrm>
              <a:off x="4567059" y="4266584"/>
              <a:ext cx="29894" cy="92578"/>
              <a:chOff x="2319702" y="2529176"/>
              <a:chExt cx="92925" cy="351075"/>
            </a:xfrm>
          </p:grpSpPr>
          <p:sp>
            <p:nvSpPr>
              <p:cNvPr id="5897" name="Google Shape;589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898" name="Google Shape;589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899" name="Google Shape;589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900" name="Google Shape;590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901" name="Google Shape;590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902" name="Google Shape;5902;p17"/>
            <p:cNvSpPr/>
            <p:nvPr/>
          </p:nvSpPr>
          <p:spPr>
            <a:xfrm flipH="1" rot="-2021404">
              <a:off x="4643890" y="426014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03" name="Google Shape;5903;p17"/>
            <p:cNvSpPr/>
            <p:nvPr/>
          </p:nvSpPr>
          <p:spPr>
            <a:xfrm rot="2021404">
              <a:off x="4644294" y="428306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04" name="Google Shape;5904;p17"/>
            <p:cNvSpPr/>
            <p:nvPr/>
          </p:nvSpPr>
          <p:spPr>
            <a:xfrm flipH="1" rot="-2021404">
              <a:off x="4644196" y="430562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05" name="Google Shape;5905;p17"/>
            <p:cNvSpPr/>
            <p:nvPr/>
          </p:nvSpPr>
          <p:spPr>
            <a:xfrm flipH="1" rot="10800000">
              <a:off x="4562579" y="4377700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06" name="Google Shape;5906;p17"/>
            <p:cNvSpPr/>
            <p:nvPr/>
          </p:nvSpPr>
          <p:spPr>
            <a:xfrm flipH="1" rot="10800000">
              <a:off x="4624055" y="4445200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07" name="Google Shape;5907;p17"/>
            <p:cNvSpPr/>
            <p:nvPr/>
          </p:nvSpPr>
          <p:spPr>
            <a:xfrm flipH="1" rot="-9766351">
              <a:off x="4637848" y="4385329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08" name="Google Shape;5908;p17"/>
            <p:cNvSpPr/>
            <p:nvPr/>
          </p:nvSpPr>
          <p:spPr>
            <a:xfrm flipH="1" rot="10800000">
              <a:off x="4465779" y="4582021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09" name="Google Shape;5909;p17"/>
            <p:cNvGrpSpPr/>
            <p:nvPr/>
          </p:nvGrpSpPr>
          <p:grpSpPr>
            <a:xfrm flipH="1" rot="10800000">
              <a:off x="4567059" y="4488538"/>
              <a:ext cx="29894" cy="92578"/>
              <a:chOff x="2319702" y="2529176"/>
              <a:chExt cx="92925" cy="351075"/>
            </a:xfrm>
          </p:grpSpPr>
          <p:sp>
            <p:nvSpPr>
              <p:cNvPr id="5910" name="Google Shape;5910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11" name="Google Shape;5911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912" name="Google Shape;5912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913" name="Google Shape;5913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914" name="Google Shape;5914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915" name="Google Shape;5915;p17"/>
            <p:cNvGrpSpPr/>
            <p:nvPr/>
          </p:nvGrpSpPr>
          <p:grpSpPr>
            <a:xfrm flipH="1" rot="10800000">
              <a:off x="4629762" y="4487754"/>
              <a:ext cx="29894" cy="92578"/>
              <a:chOff x="2319702" y="2529176"/>
              <a:chExt cx="92925" cy="351075"/>
            </a:xfrm>
          </p:grpSpPr>
          <p:sp>
            <p:nvSpPr>
              <p:cNvPr id="5916" name="Google Shape;591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17" name="Google Shape;591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918" name="Google Shape;591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919" name="Google Shape;591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920" name="Google Shape;592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5921" name="Google Shape;5921;p17"/>
            <p:cNvGrpSpPr/>
            <p:nvPr/>
          </p:nvGrpSpPr>
          <p:grpSpPr>
            <a:xfrm flipH="1" rot="10800000">
              <a:off x="4567059" y="4395960"/>
              <a:ext cx="29894" cy="92578"/>
              <a:chOff x="2319702" y="2529176"/>
              <a:chExt cx="92925" cy="351075"/>
            </a:xfrm>
          </p:grpSpPr>
          <p:sp>
            <p:nvSpPr>
              <p:cNvPr id="5922" name="Google Shape;592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23" name="Google Shape;592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5924" name="Google Shape;592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5925" name="Google Shape;592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5926" name="Google Shape;592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5927" name="Google Shape;5927;p17"/>
            <p:cNvSpPr/>
            <p:nvPr/>
          </p:nvSpPr>
          <p:spPr>
            <a:xfrm rot="-8778596">
              <a:off x="4643890" y="445810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28" name="Google Shape;5928;p17"/>
            <p:cNvSpPr/>
            <p:nvPr/>
          </p:nvSpPr>
          <p:spPr>
            <a:xfrm flipH="1" rot="8778596">
              <a:off x="4644294" y="443517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29" name="Google Shape;5929;p17"/>
            <p:cNvSpPr/>
            <p:nvPr/>
          </p:nvSpPr>
          <p:spPr>
            <a:xfrm rot="-8778596">
              <a:off x="4644196" y="441261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</p:grpSp>
      <p:sp>
        <p:nvSpPr>
          <p:cNvPr id="5930" name="Google Shape;5930;p17"/>
          <p:cNvSpPr/>
          <p:nvPr/>
        </p:nvSpPr>
        <p:spPr>
          <a:xfrm flipH="1" rot="2985819">
            <a:off x="4285521" y="2102778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31" name="Google Shape;5931;p17"/>
          <p:cNvSpPr/>
          <p:nvPr/>
        </p:nvSpPr>
        <p:spPr>
          <a:xfrm flipH="1" rot="2985819">
            <a:off x="4272036" y="2067806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32" name="Google Shape;5932;p17"/>
          <p:cNvSpPr/>
          <p:nvPr/>
        </p:nvSpPr>
        <p:spPr>
          <a:xfrm flipH="1" rot="4068272">
            <a:off x="4189821" y="2155263"/>
            <a:ext cx="40501" cy="6949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33" name="Google Shape;5933;p17"/>
          <p:cNvSpPr/>
          <p:nvPr/>
        </p:nvSpPr>
        <p:spPr>
          <a:xfrm flipH="1" rot="2987877">
            <a:off x="4306611" y="1925787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934" name="Google Shape;5934;p17"/>
          <p:cNvGrpSpPr/>
          <p:nvPr/>
        </p:nvGrpSpPr>
        <p:grpSpPr>
          <a:xfrm flipH="1" rot="2994848">
            <a:off x="4331234" y="2128205"/>
            <a:ext cx="29915" cy="92613"/>
            <a:chOff x="2319702" y="2529176"/>
            <a:chExt cx="92925" cy="351075"/>
          </a:xfrm>
        </p:grpSpPr>
        <p:sp>
          <p:nvSpPr>
            <p:cNvPr id="5935" name="Google Shape;593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36" name="Google Shape;593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37" name="Google Shape;593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38" name="Google Shape;593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39" name="Google Shape;593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940" name="Google Shape;5940;p17"/>
          <p:cNvGrpSpPr/>
          <p:nvPr/>
        </p:nvGrpSpPr>
        <p:grpSpPr>
          <a:xfrm flipH="1" rot="2994848">
            <a:off x="4290259" y="2080735"/>
            <a:ext cx="29915" cy="92613"/>
            <a:chOff x="2319702" y="2529176"/>
            <a:chExt cx="92925" cy="351075"/>
          </a:xfrm>
        </p:grpSpPr>
        <p:sp>
          <p:nvSpPr>
            <p:cNvPr id="5941" name="Google Shape;5941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42" name="Google Shape;5942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43" name="Google Shape;5943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44" name="Google Shape;5944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45" name="Google Shape;5945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946" name="Google Shape;5946;p17"/>
          <p:cNvGrpSpPr/>
          <p:nvPr/>
        </p:nvGrpSpPr>
        <p:grpSpPr>
          <a:xfrm flipH="1" rot="2994848">
            <a:off x="4260402" y="2187816"/>
            <a:ext cx="29915" cy="92613"/>
            <a:chOff x="2319702" y="2529176"/>
            <a:chExt cx="92925" cy="351075"/>
          </a:xfrm>
        </p:grpSpPr>
        <p:sp>
          <p:nvSpPr>
            <p:cNvPr id="5947" name="Google Shape;594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48" name="Google Shape;594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49" name="Google Shape;594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50" name="Google Shape;595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51" name="Google Shape;595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952" name="Google Shape;5952;p17"/>
          <p:cNvSpPr/>
          <p:nvPr/>
        </p:nvSpPr>
        <p:spPr>
          <a:xfrm rot="3378596">
            <a:off x="4261707" y="2146075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53" name="Google Shape;5953;p17"/>
          <p:cNvSpPr/>
          <p:nvPr/>
        </p:nvSpPr>
        <p:spPr>
          <a:xfrm flipH="1">
            <a:off x="4243778" y="2160556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54" name="Google Shape;5954;p17"/>
          <p:cNvSpPr/>
          <p:nvPr/>
        </p:nvSpPr>
        <p:spPr>
          <a:xfrm rot="3378596">
            <a:off x="4226712" y="2175126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55" name="Google Shape;5955;p17"/>
          <p:cNvSpPr/>
          <p:nvPr/>
        </p:nvSpPr>
        <p:spPr>
          <a:xfrm flipH="1" rot="2985819">
            <a:off x="4096136" y="1877743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56" name="Google Shape;5956;p17"/>
          <p:cNvSpPr/>
          <p:nvPr/>
        </p:nvSpPr>
        <p:spPr>
          <a:xfrm flipH="1" rot="2985819">
            <a:off x="4082651" y="1842771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57" name="Google Shape;5957;p17"/>
          <p:cNvSpPr/>
          <p:nvPr/>
        </p:nvSpPr>
        <p:spPr>
          <a:xfrm flipH="1" rot="2987877">
            <a:off x="4117226" y="1700752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958" name="Google Shape;5958;p17"/>
          <p:cNvGrpSpPr/>
          <p:nvPr/>
        </p:nvGrpSpPr>
        <p:grpSpPr>
          <a:xfrm flipH="1" rot="2994848">
            <a:off x="4141849" y="1903170"/>
            <a:ext cx="29915" cy="92613"/>
            <a:chOff x="2319702" y="2529176"/>
            <a:chExt cx="92925" cy="351075"/>
          </a:xfrm>
        </p:grpSpPr>
        <p:sp>
          <p:nvSpPr>
            <p:cNvPr id="5959" name="Google Shape;59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60" name="Google Shape;59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61" name="Google Shape;59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62" name="Google Shape;59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63" name="Google Shape;59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964" name="Google Shape;5964;p17"/>
          <p:cNvGrpSpPr/>
          <p:nvPr/>
        </p:nvGrpSpPr>
        <p:grpSpPr>
          <a:xfrm flipH="1" rot="2994848">
            <a:off x="4100874" y="1855701"/>
            <a:ext cx="29915" cy="92613"/>
            <a:chOff x="2319702" y="2529176"/>
            <a:chExt cx="92925" cy="351075"/>
          </a:xfrm>
        </p:grpSpPr>
        <p:sp>
          <p:nvSpPr>
            <p:cNvPr id="5965" name="Google Shape;59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66" name="Google Shape;59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67" name="Google Shape;59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68" name="Google Shape;59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69" name="Google Shape;59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970" name="Google Shape;5970;p17"/>
          <p:cNvGrpSpPr/>
          <p:nvPr/>
        </p:nvGrpSpPr>
        <p:grpSpPr>
          <a:xfrm flipH="1" rot="2994848">
            <a:off x="4071017" y="1962782"/>
            <a:ext cx="29915" cy="92613"/>
            <a:chOff x="2319702" y="2529176"/>
            <a:chExt cx="92925" cy="351075"/>
          </a:xfrm>
        </p:grpSpPr>
        <p:sp>
          <p:nvSpPr>
            <p:cNvPr id="5971" name="Google Shape;5971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72" name="Google Shape;5972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73" name="Google Shape;5973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74" name="Google Shape;5974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75" name="Google Shape;5975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976" name="Google Shape;5976;p17"/>
          <p:cNvSpPr/>
          <p:nvPr/>
        </p:nvSpPr>
        <p:spPr>
          <a:xfrm rot="3378596">
            <a:off x="4072322" y="1921040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77" name="Google Shape;5977;p17"/>
          <p:cNvSpPr/>
          <p:nvPr/>
        </p:nvSpPr>
        <p:spPr>
          <a:xfrm flipH="1">
            <a:off x="4054393" y="1935521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78" name="Google Shape;5978;p17"/>
          <p:cNvSpPr/>
          <p:nvPr/>
        </p:nvSpPr>
        <p:spPr>
          <a:xfrm rot="3378596">
            <a:off x="4037326" y="1950092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79" name="Google Shape;5979;p17"/>
          <p:cNvSpPr/>
          <p:nvPr/>
        </p:nvSpPr>
        <p:spPr>
          <a:xfrm rot="-8863461">
            <a:off x="4033314" y="2094569"/>
            <a:ext cx="40450" cy="6883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980" name="Google Shape;5980;p17"/>
          <p:cNvGrpSpPr/>
          <p:nvPr/>
        </p:nvGrpSpPr>
        <p:grpSpPr>
          <a:xfrm rot="-7805152">
            <a:off x="4070205" y="2153884"/>
            <a:ext cx="29915" cy="92613"/>
            <a:chOff x="2319702" y="2529176"/>
            <a:chExt cx="92925" cy="351075"/>
          </a:xfrm>
        </p:grpSpPr>
        <p:sp>
          <p:nvSpPr>
            <p:cNvPr id="5981" name="Google Shape;5981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82" name="Google Shape;5982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83" name="Google Shape;5983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84" name="Google Shape;5984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85" name="Google Shape;5985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5986" name="Google Shape;5986;p17"/>
          <p:cNvSpPr/>
          <p:nvPr/>
        </p:nvSpPr>
        <p:spPr>
          <a:xfrm flipH="1" rot="10800000">
            <a:off x="4018396" y="2156859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87" name="Google Shape;5987;p17"/>
          <p:cNvSpPr/>
          <p:nvPr/>
        </p:nvSpPr>
        <p:spPr>
          <a:xfrm rot="-7421404">
            <a:off x="4035362" y="2141825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88" name="Google Shape;5988;p17"/>
          <p:cNvSpPr/>
          <p:nvPr/>
        </p:nvSpPr>
        <p:spPr>
          <a:xfrm flipH="1" rot="10800000">
            <a:off x="4052998" y="2127339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89" name="Google Shape;5989;p17"/>
          <p:cNvSpPr/>
          <p:nvPr/>
        </p:nvSpPr>
        <p:spPr>
          <a:xfrm flipH="1" rot="2985819">
            <a:off x="4285521" y="2102778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90" name="Google Shape;5990;p17"/>
          <p:cNvSpPr/>
          <p:nvPr/>
        </p:nvSpPr>
        <p:spPr>
          <a:xfrm flipH="1" rot="2985819">
            <a:off x="4272036" y="2067806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91" name="Google Shape;5991;p17"/>
          <p:cNvSpPr/>
          <p:nvPr/>
        </p:nvSpPr>
        <p:spPr>
          <a:xfrm flipH="1" rot="4068272">
            <a:off x="4189821" y="2155263"/>
            <a:ext cx="40501" cy="6949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5992" name="Google Shape;5992;p17"/>
          <p:cNvSpPr/>
          <p:nvPr/>
        </p:nvSpPr>
        <p:spPr>
          <a:xfrm flipH="1" rot="2987877">
            <a:off x="4306611" y="1925787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5993" name="Google Shape;5993;p17"/>
          <p:cNvGrpSpPr/>
          <p:nvPr/>
        </p:nvGrpSpPr>
        <p:grpSpPr>
          <a:xfrm flipH="1" rot="2994848">
            <a:off x="4331234" y="2128205"/>
            <a:ext cx="29915" cy="92613"/>
            <a:chOff x="2319702" y="2529176"/>
            <a:chExt cx="92925" cy="351075"/>
          </a:xfrm>
        </p:grpSpPr>
        <p:sp>
          <p:nvSpPr>
            <p:cNvPr id="5994" name="Google Shape;599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5995" name="Google Shape;599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5996" name="Google Shape;599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5997" name="Google Shape;599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5998" name="Google Shape;599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5999" name="Google Shape;5999;p17"/>
          <p:cNvGrpSpPr/>
          <p:nvPr/>
        </p:nvGrpSpPr>
        <p:grpSpPr>
          <a:xfrm flipH="1" rot="2994848">
            <a:off x="4290259" y="2080735"/>
            <a:ext cx="29915" cy="92613"/>
            <a:chOff x="2319702" y="2529176"/>
            <a:chExt cx="92925" cy="351075"/>
          </a:xfrm>
        </p:grpSpPr>
        <p:sp>
          <p:nvSpPr>
            <p:cNvPr id="6000" name="Google Shape;600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01" name="Google Shape;600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02" name="Google Shape;600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03" name="Google Shape;600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04" name="Google Shape;600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005" name="Google Shape;6005;p17"/>
          <p:cNvGrpSpPr/>
          <p:nvPr/>
        </p:nvGrpSpPr>
        <p:grpSpPr>
          <a:xfrm flipH="1" rot="2994848">
            <a:off x="4260402" y="2187816"/>
            <a:ext cx="29915" cy="92613"/>
            <a:chOff x="2319702" y="2529176"/>
            <a:chExt cx="92925" cy="351075"/>
          </a:xfrm>
        </p:grpSpPr>
        <p:sp>
          <p:nvSpPr>
            <p:cNvPr id="6006" name="Google Shape;6006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07" name="Google Shape;6007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08" name="Google Shape;6008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09" name="Google Shape;6009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10" name="Google Shape;6010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011" name="Google Shape;6011;p17"/>
          <p:cNvSpPr/>
          <p:nvPr/>
        </p:nvSpPr>
        <p:spPr>
          <a:xfrm rot="3378596">
            <a:off x="4261707" y="2146075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12" name="Google Shape;6012;p17"/>
          <p:cNvSpPr/>
          <p:nvPr/>
        </p:nvSpPr>
        <p:spPr>
          <a:xfrm flipH="1">
            <a:off x="4243778" y="2160556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13" name="Google Shape;6013;p17"/>
          <p:cNvSpPr/>
          <p:nvPr/>
        </p:nvSpPr>
        <p:spPr>
          <a:xfrm rot="3378596">
            <a:off x="4226712" y="2175126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14" name="Google Shape;6014;p17"/>
          <p:cNvSpPr/>
          <p:nvPr/>
        </p:nvSpPr>
        <p:spPr>
          <a:xfrm flipH="1" rot="2985819">
            <a:off x="4096136" y="1877743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15" name="Google Shape;6015;p17"/>
          <p:cNvSpPr/>
          <p:nvPr/>
        </p:nvSpPr>
        <p:spPr>
          <a:xfrm flipH="1" rot="2985819">
            <a:off x="4082651" y="1842771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16" name="Google Shape;6016;p17"/>
          <p:cNvSpPr/>
          <p:nvPr/>
        </p:nvSpPr>
        <p:spPr>
          <a:xfrm flipH="1" rot="2987877">
            <a:off x="4117226" y="1700752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017" name="Google Shape;6017;p17"/>
          <p:cNvGrpSpPr/>
          <p:nvPr/>
        </p:nvGrpSpPr>
        <p:grpSpPr>
          <a:xfrm flipH="1" rot="2994848">
            <a:off x="4141849" y="1903170"/>
            <a:ext cx="29915" cy="92613"/>
            <a:chOff x="2319702" y="2529176"/>
            <a:chExt cx="92925" cy="351075"/>
          </a:xfrm>
        </p:grpSpPr>
        <p:sp>
          <p:nvSpPr>
            <p:cNvPr id="6018" name="Google Shape;601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19" name="Google Shape;601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20" name="Google Shape;602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21" name="Google Shape;602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22" name="Google Shape;602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023" name="Google Shape;6023;p17"/>
          <p:cNvGrpSpPr/>
          <p:nvPr/>
        </p:nvGrpSpPr>
        <p:grpSpPr>
          <a:xfrm flipH="1" rot="2994848">
            <a:off x="4100874" y="1855701"/>
            <a:ext cx="29915" cy="92613"/>
            <a:chOff x="2319702" y="2529176"/>
            <a:chExt cx="92925" cy="351075"/>
          </a:xfrm>
        </p:grpSpPr>
        <p:sp>
          <p:nvSpPr>
            <p:cNvPr id="6024" name="Google Shape;602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25" name="Google Shape;602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26" name="Google Shape;602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27" name="Google Shape;602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28" name="Google Shape;602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029" name="Google Shape;6029;p17"/>
          <p:cNvGrpSpPr/>
          <p:nvPr/>
        </p:nvGrpSpPr>
        <p:grpSpPr>
          <a:xfrm flipH="1" rot="2994848">
            <a:off x="4071017" y="1962782"/>
            <a:ext cx="29915" cy="92613"/>
            <a:chOff x="2319702" y="2529176"/>
            <a:chExt cx="92925" cy="351075"/>
          </a:xfrm>
        </p:grpSpPr>
        <p:sp>
          <p:nvSpPr>
            <p:cNvPr id="6030" name="Google Shape;603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31" name="Google Shape;603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32" name="Google Shape;603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33" name="Google Shape;603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34" name="Google Shape;603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035" name="Google Shape;6035;p17"/>
          <p:cNvSpPr/>
          <p:nvPr/>
        </p:nvSpPr>
        <p:spPr>
          <a:xfrm rot="3378596">
            <a:off x="4072322" y="1921040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36" name="Google Shape;6036;p17"/>
          <p:cNvSpPr/>
          <p:nvPr/>
        </p:nvSpPr>
        <p:spPr>
          <a:xfrm flipH="1">
            <a:off x="4054393" y="1935521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37" name="Google Shape;6037;p17"/>
          <p:cNvSpPr/>
          <p:nvPr/>
        </p:nvSpPr>
        <p:spPr>
          <a:xfrm rot="3378596">
            <a:off x="4037326" y="1950092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38" name="Google Shape;6038;p17"/>
          <p:cNvSpPr/>
          <p:nvPr/>
        </p:nvSpPr>
        <p:spPr>
          <a:xfrm rot="-8863461">
            <a:off x="4033314" y="2094569"/>
            <a:ext cx="40450" cy="6883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039" name="Google Shape;6039;p17"/>
          <p:cNvGrpSpPr/>
          <p:nvPr/>
        </p:nvGrpSpPr>
        <p:grpSpPr>
          <a:xfrm rot="-7805152">
            <a:off x="4070205" y="2153884"/>
            <a:ext cx="29915" cy="92613"/>
            <a:chOff x="2319702" y="2529176"/>
            <a:chExt cx="92925" cy="351075"/>
          </a:xfrm>
        </p:grpSpPr>
        <p:sp>
          <p:nvSpPr>
            <p:cNvPr id="6040" name="Google Shape;604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41" name="Google Shape;604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42" name="Google Shape;604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43" name="Google Shape;604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44" name="Google Shape;604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045" name="Google Shape;6045;p17"/>
          <p:cNvSpPr/>
          <p:nvPr/>
        </p:nvSpPr>
        <p:spPr>
          <a:xfrm flipH="1" rot="10800000">
            <a:off x="4018396" y="2156859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46" name="Google Shape;6046;p17"/>
          <p:cNvSpPr/>
          <p:nvPr/>
        </p:nvSpPr>
        <p:spPr>
          <a:xfrm rot="-7421404">
            <a:off x="4035362" y="2141825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47" name="Google Shape;6047;p17"/>
          <p:cNvSpPr/>
          <p:nvPr/>
        </p:nvSpPr>
        <p:spPr>
          <a:xfrm flipH="1" rot="10800000">
            <a:off x="4052998" y="2127339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48" name="Google Shape;6048;p17"/>
          <p:cNvSpPr/>
          <p:nvPr/>
        </p:nvSpPr>
        <p:spPr>
          <a:xfrm flipH="1" rot="4557825">
            <a:off x="4396184" y="2600569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49" name="Google Shape;6049;p17"/>
          <p:cNvSpPr/>
          <p:nvPr/>
        </p:nvSpPr>
        <p:spPr>
          <a:xfrm flipH="1" rot="4557825">
            <a:off x="4414925" y="2566555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50" name="Google Shape;6050;p17"/>
          <p:cNvSpPr/>
          <p:nvPr/>
        </p:nvSpPr>
        <p:spPr>
          <a:xfrm flipH="1" rot="5654184">
            <a:off x="4318353" y="2611905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51" name="Google Shape;6051;p17"/>
          <p:cNvSpPr/>
          <p:nvPr/>
        </p:nvSpPr>
        <p:spPr>
          <a:xfrm flipH="1" rot="4570596">
            <a:off x="4474578" y="2506172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052" name="Google Shape;6052;p17"/>
          <p:cNvGrpSpPr/>
          <p:nvPr/>
        </p:nvGrpSpPr>
        <p:grpSpPr>
          <a:xfrm flipH="1" rot="4577506">
            <a:off x="4452634" y="2646944"/>
            <a:ext cx="29919" cy="92583"/>
            <a:chOff x="2319702" y="2529176"/>
            <a:chExt cx="92925" cy="351075"/>
          </a:xfrm>
        </p:grpSpPr>
        <p:sp>
          <p:nvSpPr>
            <p:cNvPr id="6053" name="Google Shape;60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54" name="Google Shape;60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55" name="Google Shape;60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56" name="Google Shape;60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57" name="Google Shape;60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058" name="Google Shape;6058;p17"/>
          <p:cNvGrpSpPr/>
          <p:nvPr/>
        </p:nvGrpSpPr>
        <p:grpSpPr>
          <a:xfrm flipH="1" rot="4577506">
            <a:off x="4437022" y="2586210"/>
            <a:ext cx="29919" cy="92583"/>
            <a:chOff x="2319702" y="2529176"/>
            <a:chExt cx="92925" cy="351075"/>
          </a:xfrm>
        </p:grpSpPr>
        <p:sp>
          <p:nvSpPr>
            <p:cNvPr id="6059" name="Google Shape;60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60" name="Google Shape;60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61" name="Google Shape;60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62" name="Google Shape;60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63" name="Google Shape;60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064" name="Google Shape;6064;p17"/>
          <p:cNvGrpSpPr/>
          <p:nvPr/>
        </p:nvGrpSpPr>
        <p:grpSpPr>
          <a:xfrm flipH="1" rot="4577506">
            <a:off x="4362689" y="2668869"/>
            <a:ext cx="29919" cy="92583"/>
            <a:chOff x="2319702" y="2529176"/>
            <a:chExt cx="92925" cy="351075"/>
          </a:xfrm>
        </p:grpSpPr>
        <p:sp>
          <p:nvSpPr>
            <p:cNvPr id="6065" name="Google Shape;606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66" name="Google Shape;606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67" name="Google Shape;606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68" name="Google Shape;606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69" name="Google Shape;606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070" name="Google Shape;6070;p17"/>
          <p:cNvSpPr/>
          <p:nvPr/>
        </p:nvSpPr>
        <p:spPr>
          <a:xfrm rot="4293903">
            <a:off x="4396203" y="2628229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71" name="Google Shape;6071;p17"/>
          <p:cNvSpPr/>
          <p:nvPr/>
        </p:nvSpPr>
        <p:spPr>
          <a:xfrm flipH="1" rot="1106097">
            <a:off x="4373751" y="2633739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72" name="Google Shape;6072;p17"/>
          <p:cNvSpPr/>
          <p:nvPr/>
        </p:nvSpPr>
        <p:spPr>
          <a:xfrm rot="4293903">
            <a:off x="4351943" y="2638703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73" name="Google Shape;6073;p17"/>
          <p:cNvSpPr/>
          <p:nvPr/>
        </p:nvSpPr>
        <p:spPr>
          <a:xfrm flipH="1" rot="4557825">
            <a:off x="4326529" y="2314815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74" name="Google Shape;6074;p17"/>
          <p:cNvSpPr/>
          <p:nvPr/>
        </p:nvSpPr>
        <p:spPr>
          <a:xfrm flipH="1" rot="4557825">
            <a:off x="4345269" y="2280801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75" name="Google Shape;6075;p17"/>
          <p:cNvSpPr/>
          <p:nvPr/>
        </p:nvSpPr>
        <p:spPr>
          <a:xfrm flipH="1" rot="5654184">
            <a:off x="4248698" y="2326151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76" name="Google Shape;6076;p17"/>
          <p:cNvSpPr/>
          <p:nvPr/>
        </p:nvSpPr>
        <p:spPr>
          <a:xfrm flipH="1" rot="4570596">
            <a:off x="4404922" y="2220418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077" name="Google Shape;6077;p17"/>
          <p:cNvGrpSpPr/>
          <p:nvPr/>
        </p:nvGrpSpPr>
        <p:grpSpPr>
          <a:xfrm flipH="1" rot="4577506">
            <a:off x="4382978" y="2361190"/>
            <a:ext cx="29919" cy="92583"/>
            <a:chOff x="2319702" y="2529176"/>
            <a:chExt cx="92925" cy="351075"/>
          </a:xfrm>
        </p:grpSpPr>
        <p:sp>
          <p:nvSpPr>
            <p:cNvPr id="6078" name="Google Shape;60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79" name="Google Shape;60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80" name="Google Shape;60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81" name="Google Shape;60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82" name="Google Shape;60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083" name="Google Shape;6083;p17"/>
          <p:cNvGrpSpPr/>
          <p:nvPr/>
        </p:nvGrpSpPr>
        <p:grpSpPr>
          <a:xfrm flipH="1" rot="4577506">
            <a:off x="4367366" y="2300456"/>
            <a:ext cx="29919" cy="92583"/>
            <a:chOff x="2319702" y="2529176"/>
            <a:chExt cx="92925" cy="351075"/>
          </a:xfrm>
        </p:grpSpPr>
        <p:sp>
          <p:nvSpPr>
            <p:cNvPr id="6084" name="Google Shape;60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85" name="Google Shape;60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86" name="Google Shape;60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87" name="Google Shape;60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88" name="Google Shape;60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089" name="Google Shape;6089;p17"/>
          <p:cNvGrpSpPr/>
          <p:nvPr/>
        </p:nvGrpSpPr>
        <p:grpSpPr>
          <a:xfrm flipH="1" rot="4577506">
            <a:off x="4293033" y="2383115"/>
            <a:ext cx="29919" cy="92583"/>
            <a:chOff x="2319702" y="2529176"/>
            <a:chExt cx="92925" cy="351075"/>
          </a:xfrm>
        </p:grpSpPr>
        <p:sp>
          <p:nvSpPr>
            <p:cNvPr id="6090" name="Google Shape;609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091" name="Google Shape;609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092" name="Google Shape;609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093" name="Google Shape;609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094" name="Google Shape;609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095" name="Google Shape;6095;p17"/>
          <p:cNvSpPr/>
          <p:nvPr/>
        </p:nvSpPr>
        <p:spPr>
          <a:xfrm rot="4293903">
            <a:off x="4326548" y="2342474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96" name="Google Shape;6096;p17"/>
          <p:cNvSpPr/>
          <p:nvPr/>
        </p:nvSpPr>
        <p:spPr>
          <a:xfrm flipH="1" rot="1106097">
            <a:off x="4304096" y="2347985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97" name="Google Shape;6097;p17"/>
          <p:cNvSpPr/>
          <p:nvPr/>
        </p:nvSpPr>
        <p:spPr>
          <a:xfrm rot="4293903">
            <a:off x="4282288" y="2352949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98" name="Google Shape;6098;p17"/>
          <p:cNvSpPr/>
          <p:nvPr/>
        </p:nvSpPr>
        <p:spPr>
          <a:xfrm rot="-6242175">
            <a:off x="4162389" y="2504102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099" name="Google Shape;6099;p17"/>
          <p:cNvSpPr/>
          <p:nvPr/>
        </p:nvSpPr>
        <p:spPr>
          <a:xfrm rot="-6242175">
            <a:off x="4114529" y="2487488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00" name="Google Shape;6100;p17"/>
          <p:cNvSpPr/>
          <p:nvPr/>
        </p:nvSpPr>
        <p:spPr>
          <a:xfrm rot="-7288170">
            <a:off x="4204913" y="2487951"/>
            <a:ext cx="40801" cy="68781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101" name="Google Shape;6101;p17"/>
          <p:cNvGrpSpPr/>
          <p:nvPr/>
        </p:nvGrpSpPr>
        <p:grpSpPr>
          <a:xfrm rot="-6222494">
            <a:off x="4117000" y="2576010"/>
            <a:ext cx="29919" cy="92583"/>
            <a:chOff x="2319702" y="2529176"/>
            <a:chExt cx="92925" cy="351075"/>
          </a:xfrm>
        </p:grpSpPr>
        <p:sp>
          <p:nvSpPr>
            <p:cNvPr id="6102" name="Google Shape;610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03" name="Google Shape;610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04" name="Google Shape;610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05" name="Google Shape;610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06" name="Google Shape;610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07" name="Google Shape;6107;p17"/>
          <p:cNvGrpSpPr/>
          <p:nvPr/>
        </p:nvGrpSpPr>
        <p:grpSpPr>
          <a:xfrm rot="-6222494">
            <a:off x="4102913" y="2514904"/>
            <a:ext cx="29919" cy="92583"/>
            <a:chOff x="2319702" y="2529176"/>
            <a:chExt cx="92925" cy="351075"/>
          </a:xfrm>
        </p:grpSpPr>
        <p:sp>
          <p:nvSpPr>
            <p:cNvPr id="6108" name="Google Shape;610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09" name="Google Shape;610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10" name="Google Shape;611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11" name="Google Shape;611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12" name="Google Shape;611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13" name="Google Shape;6113;p17"/>
          <p:cNvGrpSpPr/>
          <p:nvPr/>
        </p:nvGrpSpPr>
        <p:grpSpPr>
          <a:xfrm rot="-6222494">
            <a:off x="4206945" y="2554085"/>
            <a:ext cx="29919" cy="92583"/>
            <a:chOff x="2319702" y="2529176"/>
            <a:chExt cx="92925" cy="351075"/>
          </a:xfrm>
        </p:grpSpPr>
        <p:sp>
          <p:nvSpPr>
            <p:cNvPr id="6114" name="Google Shape;611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15" name="Google Shape;611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16" name="Google Shape;611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17" name="Google Shape;611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18" name="Google Shape;611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119" name="Google Shape;6119;p17"/>
          <p:cNvSpPr/>
          <p:nvPr/>
        </p:nvSpPr>
        <p:spPr>
          <a:xfrm flipH="1" rot="-9693903">
            <a:off x="4173456" y="2530225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20" name="Google Shape;6120;p17"/>
          <p:cNvSpPr/>
          <p:nvPr/>
        </p:nvSpPr>
        <p:spPr>
          <a:xfrm rot="-6506097">
            <a:off x="4195544" y="2524300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21" name="Google Shape;6121;p17"/>
          <p:cNvSpPr/>
          <p:nvPr/>
        </p:nvSpPr>
        <p:spPr>
          <a:xfrm flipH="1" rot="-9693903">
            <a:off x="4217572" y="2519157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22" name="Google Shape;6122;p17"/>
          <p:cNvSpPr/>
          <p:nvPr/>
        </p:nvSpPr>
        <p:spPr>
          <a:xfrm flipH="1" rot="4557825">
            <a:off x="4396184" y="2600569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23" name="Google Shape;6123;p17"/>
          <p:cNvSpPr/>
          <p:nvPr/>
        </p:nvSpPr>
        <p:spPr>
          <a:xfrm flipH="1" rot="4557825">
            <a:off x="4414925" y="2566555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24" name="Google Shape;6124;p17"/>
          <p:cNvSpPr/>
          <p:nvPr/>
        </p:nvSpPr>
        <p:spPr>
          <a:xfrm flipH="1" rot="5654184">
            <a:off x="4318353" y="2611905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25" name="Google Shape;6125;p17"/>
          <p:cNvSpPr/>
          <p:nvPr/>
        </p:nvSpPr>
        <p:spPr>
          <a:xfrm flipH="1" rot="4570596">
            <a:off x="4474578" y="2506172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126" name="Google Shape;6126;p17"/>
          <p:cNvGrpSpPr/>
          <p:nvPr/>
        </p:nvGrpSpPr>
        <p:grpSpPr>
          <a:xfrm flipH="1" rot="4577506">
            <a:off x="4452634" y="2646944"/>
            <a:ext cx="29919" cy="92583"/>
            <a:chOff x="2319702" y="2529176"/>
            <a:chExt cx="92925" cy="351075"/>
          </a:xfrm>
        </p:grpSpPr>
        <p:sp>
          <p:nvSpPr>
            <p:cNvPr id="6127" name="Google Shape;612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28" name="Google Shape;612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29" name="Google Shape;612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30" name="Google Shape;613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31" name="Google Shape;613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32" name="Google Shape;6132;p17"/>
          <p:cNvGrpSpPr/>
          <p:nvPr/>
        </p:nvGrpSpPr>
        <p:grpSpPr>
          <a:xfrm flipH="1" rot="4577506">
            <a:off x="4437022" y="2586210"/>
            <a:ext cx="29919" cy="92583"/>
            <a:chOff x="2319702" y="2529176"/>
            <a:chExt cx="92925" cy="351075"/>
          </a:xfrm>
        </p:grpSpPr>
        <p:sp>
          <p:nvSpPr>
            <p:cNvPr id="6133" name="Google Shape;613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34" name="Google Shape;613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35" name="Google Shape;613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36" name="Google Shape;613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37" name="Google Shape;613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38" name="Google Shape;6138;p17"/>
          <p:cNvGrpSpPr/>
          <p:nvPr/>
        </p:nvGrpSpPr>
        <p:grpSpPr>
          <a:xfrm flipH="1" rot="4577506">
            <a:off x="4362689" y="2668869"/>
            <a:ext cx="29919" cy="92583"/>
            <a:chOff x="2319702" y="2529176"/>
            <a:chExt cx="92925" cy="351075"/>
          </a:xfrm>
        </p:grpSpPr>
        <p:sp>
          <p:nvSpPr>
            <p:cNvPr id="6139" name="Google Shape;613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40" name="Google Shape;614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41" name="Google Shape;614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42" name="Google Shape;614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43" name="Google Shape;614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144" name="Google Shape;6144;p17"/>
          <p:cNvSpPr/>
          <p:nvPr/>
        </p:nvSpPr>
        <p:spPr>
          <a:xfrm rot="4293903">
            <a:off x="4396203" y="2628229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45" name="Google Shape;6145;p17"/>
          <p:cNvSpPr/>
          <p:nvPr/>
        </p:nvSpPr>
        <p:spPr>
          <a:xfrm flipH="1" rot="1106097">
            <a:off x="4373751" y="2633739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46" name="Google Shape;6146;p17"/>
          <p:cNvSpPr/>
          <p:nvPr/>
        </p:nvSpPr>
        <p:spPr>
          <a:xfrm rot="4293903">
            <a:off x="4351943" y="2638703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47" name="Google Shape;6147;p17"/>
          <p:cNvSpPr/>
          <p:nvPr/>
        </p:nvSpPr>
        <p:spPr>
          <a:xfrm flipH="1" rot="4557825">
            <a:off x="4326529" y="2314815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48" name="Google Shape;6148;p17"/>
          <p:cNvSpPr/>
          <p:nvPr/>
        </p:nvSpPr>
        <p:spPr>
          <a:xfrm flipH="1" rot="4557825">
            <a:off x="4345269" y="2280801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49" name="Google Shape;6149;p17"/>
          <p:cNvSpPr/>
          <p:nvPr/>
        </p:nvSpPr>
        <p:spPr>
          <a:xfrm flipH="1" rot="5654184">
            <a:off x="4248698" y="2326151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50" name="Google Shape;6150;p17"/>
          <p:cNvSpPr/>
          <p:nvPr/>
        </p:nvSpPr>
        <p:spPr>
          <a:xfrm flipH="1" rot="4570596">
            <a:off x="4404922" y="2220418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151" name="Google Shape;6151;p17"/>
          <p:cNvGrpSpPr/>
          <p:nvPr/>
        </p:nvGrpSpPr>
        <p:grpSpPr>
          <a:xfrm flipH="1" rot="4577506">
            <a:off x="4382978" y="2361190"/>
            <a:ext cx="29919" cy="92583"/>
            <a:chOff x="2319702" y="2529176"/>
            <a:chExt cx="92925" cy="351075"/>
          </a:xfrm>
        </p:grpSpPr>
        <p:sp>
          <p:nvSpPr>
            <p:cNvPr id="6152" name="Google Shape;615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53" name="Google Shape;615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54" name="Google Shape;615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55" name="Google Shape;615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56" name="Google Shape;615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57" name="Google Shape;6157;p17"/>
          <p:cNvGrpSpPr/>
          <p:nvPr/>
        </p:nvGrpSpPr>
        <p:grpSpPr>
          <a:xfrm flipH="1" rot="4577506">
            <a:off x="4367366" y="2300456"/>
            <a:ext cx="29919" cy="92583"/>
            <a:chOff x="2319702" y="2529176"/>
            <a:chExt cx="92925" cy="351075"/>
          </a:xfrm>
        </p:grpSpPr>
        <p:sp>
          <p:nvSpPr>
            <p:cNvPr id="6158" name="Google Shape;615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59" name="Google Shape;615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60" name="Google Shape;616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61" name="Google Shape;616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62" name="Google Shape;616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63" name="Google Shape;6163;p17"/>
          <p:cNvGrpSpPr/>
          <p:nvPr/>
        </p:nvGrpSpPr>
        <p:grpSpPr>
          <a:xfrm flipH="1" rot="4577506">
            <a:off x="4293033" y="2383115"/>
            <a:ext cx="29919" cy="92583"/>
            <a:chOff x="2319702" y="2529176"/>
            <a:chExt cx="92925" cy="351075"/>
          </a:xfrm>
        </p:grpSpPr>
        <p:sp>
          <p:nvSpPr>
            <p:cNvPr id="6164" name="Google Shape;616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65" name="Google Shape;616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66" name="Google Shape;616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67" name="Google Shape;616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68" name="Google Shape;616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169" name="Google Shape;6169;p17"/>
          <p:cNvSpPr/>
          <p:nvPr/>
        </p:nvSpPr>
        <p:spPr>
          <a:xfrm rot="4293903">
            <a:off x="4326548" y="2342474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70" name="Google Shape;6170;p17"/>
          <p:cNvSpPr/>
          <p:nvPr/>
        </p:nvSpPr>
        <p:spPr>
          <a:xfrm flipH="1" rot="1106097">
            <a:off x="4304096" y="2347985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71" name="Google Shape;6171;p17"/>
          <p:cNvSpPr/>
          <p:nvPr/>
        </p:nvSpPr>
        <p:spPr>
          <a:xfrm rot="4293903">
            <a:off x="4282288" y="2352949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72" name="Google Shape;6172;p17"/>
          <p:cNvSpPr/>
          <p:nvPr/>
        </p:nvSpPr>
        <p:spPr>
          <a:xfrm rot="-6242175">
            <a:off x="4162389" y="2504102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73" name="Google Shape;6173;p17"/>
          <p:cNvSpPr/>
          <p:nvPr/>
        </p:nvSpPr>
        <p:spPr>
          <a:xfrm rot="-6242175">
            <a:off x="4114529" y="2487488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74" name="Google Shape;6174;p17"/>
          <p:cNvSpPr/>
          <p:nvPr/>
        </p:nvSpPr>
        <p:spPr>
          <a:xfrm rot="-7288170">
            <a:off x="4204913" y="2487951"/>
            <a:ext cx="40801" cy="68781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175" name="Google Shape;6175;p17"/>
          <p:cNvGrpSpPr/>
          <p:nvPr/>
        </p:nvGrpSpPr>
        <p:grpSpPr>
          <a:xfrm rot="-6222494">
            <a:off x="4117000" y="2576010"/>
            <a:ext cx="29919" cy="92583"/>
            <a:chOff x="2319702" y="2529176"/>
            <a:chExt cx="92925" cy="351075"/>
          </a:xfrm>
        </p:grpSpPr>
        <p:sp>
          <p:nvSpPr>
            <p:cNvPr id="6176" name="Google Shape;6176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77" name="Google Shape;6177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78" name="Google Shape;6178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79" name="Google Shape;6179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80" name="Google Shape;6180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81" name="Google Shape;6181;p17"/>
          <p:cNvGrpSpPr/>
          <p:nvPr/>
        </p:nvGrpSpPr>
        <p:grpSpPr>
          <a:xfrm rot="-6222494">
            <a:off x="4102913" y="2514904"/>
            <a:ext cx="29919" cy="92583"/>
            <a:chOff x="2319702" y="2529176"/>
            <a:chExt cx="92925" cy="351075"/>
          </a:xfrm>
        </p:grpSpPr>
        <p:sp>
          <p:nvSpPr>
            <p:cNvPr id="6182" name="Google Shape;618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83" name="Google Shape;618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84" name="Google Shape;618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85" name="Google Shape;618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86" name="Google Shape;618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187" name="Google Shape;6187;p17"/>
          <p:cNvGrpSpPr/>
          <p:nvPr/>
        </p:nvGrpSpPr>
        <p:grpSpPr>
          <a:xfrm rot="-6222494">
            <a:off x="4206945" y="2554085"/>
            <a:ext cx="29919" cy="92583"/>
            <a:chOff x="2319702" y="2529176"/>
            <a:chExt cx="92925" cy="351075"/>
          </a:xfrm>
        </p:grpSpPr>
        <p:sp>
          <p:nvSpPr>
            <p:cNvPr id="6188" name="Google Shape;618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189" name="Google Shape;618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190" name="Google Shape;619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191" name="Google Shape;619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192" name="Google Shape;619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193" name="Google Shape;6193;p17"/>
          <p:cNvSpPr/>
          <p:nvPr/>
        </p:nvSpPr>
        <p:spPr>
          <a:xfrm flipH="1" rot="-9693903">
            <a:off x="4173456" y="2530225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94" name="Google Shape;6194;p17"/>
          <p:cNvSpPr/>
          <p:nvPr/>
        </p:nvSpPr>
        <p:spPr>
          <a:xfrm rot="-6506097">
            <a:off x="4195544" y="2524300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95" name="Google Shape;6195;p17"/>
          <p:cNvSpPr/>
          <p:nvPr/>
        </p:nvSpPr>
        <p:spPr>
          <a:xfrm flipH="1" rot="-9693903">
            <a:off x="4217572" y="2519157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96" name="Google Shape;6196;p17"/>
          <p:cNvSpPr/>
          <p:nvPr/>
        </p:nvSpPr>
        <p:spPr>
          <a:xfrm flipH="1" rot="10800000">
            <a:off x="2897572" y="388698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197" name="Google Shape;6197;p17"/>
          <p:cNvSpPr/>
          <p:nvPr/>
        </p:nvSpPr>
        <p:spPr>
          <a:xfrm flipH="1" rot="-9766351">
            <a:off x="2911364" y="3827118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198" name="Google Shape;6198;p17"/>
          <p:cNvGrpSpPr/>
          <p:nvPr/>
        </p:nvGrpSpPr>
        <p:grpSpPr>
          <a:xfrm flipH="1" rot="10800000">
            <a:off x="2903278" y="3929542"/>
            <a:ext cx="29894" cy="92578"/>
            <a:chOff x="2319702" y="2529176"/>
            <a:chExt cx="92925" cy="351075"/>
          </a:xfrm>
        </p:grpSpPr>
        <p:sp>
          <p:nvSpPr>
            <p:cNvPr id="6199" name="Google Shape;619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00" name="Google Shape;620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01" name="Google Shape;620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02" name="Google Shape;620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03" name="Google Shape;620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204" name="Google Shape;6204;p17"/>
          <p:cNvSpPr/>
          <p:nvPr/>
        </p:nvSpPr>
        <p:spPr>
          <a:xfrm rot="-8778596">
            <a:off x="2917406" y="389988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05" name="Google Shape;6205;p17"/>
          <p:cNvSpPr/>
          <p:nvPr/>
        </p:nvSpPr>
        <p:spPr>
          <a:xfrm flipH="1" rot="8778596">
            <a:off x="2917810" y="3876967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06" name="Google Shape;6206;p17"/>
          <p:cNvSpPr/>
          <p:nvPr/>
        </p:nvSpPr>
        <p:spPr>
          <a:xfrm rot="-8778596">
            <a:off x="2917712" y="3854407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07" name="Google Shape;6207;p17"/>
          <p:cNvSpPr/>
          <p:nvPr/>
        </p:nvSpPr>
        <p:spPr>
          <a:xfrm flipH="1" rot="10800000">
            <a:off x="2897572" y="388698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08" name="Google Shape;6208;p17"/>
          <p:cNvSpPr/>
          <p:nvPr/>
        </p:nvSpPr>
        <p:spPr>
          <a:xfrm flipH="1" rot="-9766351">
            <a:off x="2911364" y="3827118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209" name="Google Shape;6209;p17"/>
          <p:cNvGrpSpPr/>
          <p:nvPr/>
        </p:nvGrpSpPr>
        <p:grpSpPr>
          <a:xfrm flipH="1" rot="10800000">
            <a:off x="2903278" y="3929542"/>
            <a:ext cx="29894" cy="92578"/>
            <a:chOff x="2319702" y="2529176"/>
            <a:chExt cx="92925" cy="351075"/>
          </a:xfrm>
        </p:grpSpPr>
        <p:sp>
          <p:nvSpPr>
            <p:cNvPr id="6210" name="Google Shape;62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11" name="Google Shape;62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12" name="Google Shape;62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13" name="Google Shape;62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14" name="Google Shape;62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215" name="Google Shape;6215;p17"/>
          <p:cNvSpPr/>
          <p:nvPr/>
        </p:nvSpPr>
        <p:spPr>
          <a:xfrm rot="-8778596">
            <a:off x="2917406" y="389988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16" name="Google Shape;6216;p17"/>
          <p:cNvSpPr/>
          <p:nvPr/>
        </p:nvSpPr>
        <p:spPr>
          <a:xfrm flipH="1" rot="8778596">
            <a:off x="2917810" y="3876967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17" name="Google Shape;6217;p17"/>
          <p:cNvSpPr/>
          <p:nvPr/>
        </p:nvSpPr>
        <p:spPr>
          <a:xfrm rot="-8778596">
            <a:off x="2917712" y="3854407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18" name="Google Shape;6218;p17"/>
          <p:cNvSpPr/>
          <p:nvPr/>
        </p:nvSpPr>
        <p:spPr>
          <a:xfrm rot="10800000">
            <a:off x="3489829" y="381950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19" name="Google Shape;6219;p17"/>
          <p:cNvSpPr/>
          <p:nvPr/>
        </p:nvSpPr>
        <p:spPr>
          <a:xfrm rot="10800000">
            <a:off x="3428352" y="388700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20" name="Google Shape;6220;p17"/>
          <p:cNvSpPr/>
          <p:nvPr/>
        </p:nvSpPr>
        <p:spPr>
          <a:xfrm rot="9766351">
            <a:off x="3415442" y="3827130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21" name="Google Shape;6221;p17"/>
          <p:cNvSpPr/>
          <p:nvPr/>
        </p:nvSpPr>
        <p:spPr>
          <a:xfrm rot="10800000">
            <a:off x="3333728" y="402382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222" name="Google Shape;6222;p17"/>
          <p:cNvGrpSpPr/>
          <p:nvPr/>
        </p:nvGrpSpPr>
        <p:grpSpPr>
          <a:xfrm rot="10800000">
            <a:off x="3496854" y="3930339"/>
            <a:ext cx="29894" cy="92578"/>
            <a:chOff x="2319702" y="2529176"/>
            <a:chExt cx="92925" cy="351075"/>
          </a:xfrm>
        </p:grpSpPr>
        <p:sp>
          <p:nvSpPr>
            <p:cNvPr id="6223" name="Google Shape;622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24" name="Google Shape;622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25" name="Google Shape;622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26" name="Google Shape;622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27" name="Google Shape;622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228" name="Google Shape;6228;p17"/>
          <p:cNvGrpSpPr/>
          <p:nvPr/>
        </p:nvGrpSpPr>
        <p:grpSpPr>
          <a:xfrm rot="10800000">
            <a:off x="3434151" y="3929554"/>
            <a:ext cx="29894" cy="92578"/>
            <a:chOff x="2319702" y="2529176"/>
            <a:chExt cx="92925" cy="351075"/>
          </a:xfrm>
        </p:grpSpPr>
        <p:sp>
          <p:nvSpPr>
            <p:cNvPr id="6229" name="Google Shape;622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30" name="Google Shape;623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31" name="Google Shape;623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32" name="Google Shape;623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33" name="Google Shape;623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234" name="Google Shape;6234;p17"/>
          <p:cNvGrpSpPr/>
          <p:nvPr/>
        </p:nvGrpSpPr>
        <p:grpSpPr>
          <a:xfrm rot="10800000">
            <a:off x="3496854" y="3837761"/>
            <a:ext cx="29894" cy="92578"/>
            <a:chOff x="2319702" y="2529176"/>
            <a:chExt cx="92925" cy="351075"/>
          </a:xfrm>
        </p:grpSpPr>
        <p:sp>
          <p:nvSpPr>
            <p:cNvPr id="6235" name="Google Shape;623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36" name="Google Shape;623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37" name="Google Shape;623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38" name="Google Shape;623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39" name="Google Shape;623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240" name="Google Shape;6240;p17"/>
          <p:cNvSpPr/>
          <p:nvPr/>
        </p:nvSpPr>
        <p:spPr>
          <a:xfrm flipH="1" rot="8778596">
            <a:off x="3448835" y="389990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41" name="Google Shape;6241;p17"/>
          <p:cNvSpPr/>
          <p:nvPr/>
        </p:nvSpPr>
        <p:spPr>
          <a:xfrm rot="-8778596">
            <a:off x="3448431" y="387697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42" name="Google Shape;6242;p17"/>
          <p:cNvSpPr/>
          <p:nvPr/>
        </p:nvSpPr>
        <p:spPr>
          <a:xfrm flipH="1" rot="8778596">
            <a:off x="3448530" y="3854420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43" name="Google Shape;6243;p17"/>
          <p:cNvSpPr/>
          <p:nvPr/>
        </p:nvSpPr>
        <p:spPr>
          <a:xfrm rot="10800000">
            <a:off x="3195707" y="381950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44" name="Google Shape;6244;p17"/>
          <p:cNvSpPr/>
          <p:nvPr/>
        </p:nvSpPr>
        <p:spPr>
          <a:xfrm rot="10800000">
            <a:off x="3134230" y="388700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45" name="Google Shape;6245;p17"/>
          <p:cNvSpPr/>
          <p:nvPr/>
        </p:nvSpPr>
        <p:spPr>
          <a:xfrm rot="9766351">
            <a:off x="3121320" y="3827130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46" name="Google Shape;6246;p17"/>
          <p:cNvSpPr/>
          <p:nvPr/>
        </p:nvSpPr>
        <p:spPr>
          <a:xfrm rot="10800000">
            <a:off x="3039607" y="402382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247" name="Google Shape;6247;p17"/>
          <p:cNvGrpSpPr/>
          <p:nvPr/>
        </p:nvGrpSpPr>
        <p:grpSpPr>
          <a:xfrm rot="10800000">
            <a:off x="3202733" y="3930339"/>
            <a:ext cx="29894" cy="92578"/>
            <a:chOff x="2319702" y="2529176"/>
            <a:chExt cx="92925" cy="351075"/>
          </a:xfrm>
        </p:grpSpPr>
        <p:sp>
          <p:nvSpPr>
            <p:cNvPr id="6248" name="Google Shape;624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49" name="Google Shape;624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50" name="Google Shape;625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51" name="Google Shape;625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52" name="Google Shape;625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253" name="Google Shape;6253;p17"/>
          <p:cNvGrpSpPr/>
          <p:nvPr/>
        </p:nvGrpSpPr>
        <p:grpSpPr>
          <a:xfrm rot="10800000">
            <a:off x="3140030" y="3929554"/>
            <a:ext cx="29894" cy="92578"/>
            <a:chOff x="2319702" y="2529176"/>
            <a:chExt cx="92925" cy="351075"/>
          </a:xfrm>
        </p:grpSpPr>
        <p:sp>
          <p:nvSpPr>
            <p:cNvPr id="6254" name="Google Shape;625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55" name="Google Shape;625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56" name="Google Shape;625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57" name="Google Shape;625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58" name="Google Shape;625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259" name="Google Shape;6259;p17"/>
          <p:cNvGrpSpPr/>
          <p:nvPr/>
        </p:nvGrpSpPr>
        <p:grpSpPr>
          <a:xfrm rot="10800000">
            <a:off x="3202733" y="3837761"/>
            <a:ext cx="29894" cy="92578"/>
            <a:chOff x="2319702" y="2529176"/>
            <a:chExt cx="92925" cy="351075"/>
          </a:xfrm>
        </p:grpSpPr>
        <p:sp>
          <p:nvSpPr>
            <p:cNvPr id="6260" name="Google Shape;626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61" name="Google Shape;626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62" name="Google Shape;626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63" name="Google Shape;626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64" name="Google Shape;626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265" name="Google Shape;6265;p17"/>
          <p:cNvSpPr/>
          <p:nvPr/>
        </p:nvSpPr>
        <p:spPr>
          <a:xfrm flipH="1" rot="8778596">
            <a:off x="3154714" y="389990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66" name="Google Shape;6266;p17"/>
          <p:cNvSpPr/>
          <p:nvPr/>
        </p:nvSpPr>
        <p:spPr>
          <a:xfrm rot="-8778596">
            <a:off x="3154310" y="387697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67" name="Google Shape;6267;p17"/>
          <p:cNvSpPr/>
          <p:nvPr/>
        </p:nvSpPr>
        <p:spPr>
          <a:xfrm flipH="1" rot="8778596">
            <a:off x="3154408" y="3854420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68" name="Google Shape;6268;p17"/>
          <p:cNvSpPr/>
          <p:nvPr/>
        </p:nvSpPr>
        <p:spPr>
          <a:xfrm flipH="1">
            <a:off x="3341682" y="36146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69" name="Google Shape;6269;p17"/>
          <p:cNvSpPr/>
          <p:nvPr/>
        </p:nvSpPr>
        <p:spPr>
          <a:xfrm flipH="1">
            <a:off x="3280205" y="36146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70" name="Google Shape;6270;p17"/>
          <p:cNvSpPr/>
          <p:nvPr/>
        </p:nvSpPr>
        <p:spPr>
          <a:xfrm flipH="1" rot="1033649">
            <a:off x="3267295" y="37472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71" name="Google Shape;6271;p17"/>
          <p:cNvSpPr/>
          <p:nvPr/>
        </p:nvSpPr>
        <p:spPr>
          <a:xfrm flipH="1">
            <a:off x="3185582" y="33824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272" name="Google Shape;6272;p17"/>
          <p:cNvGrpSpPr/>
          <p:nvPr/>
        </p:nvGrpSpPr>
        <p:grpSpPr>
          <a:xfrm flipH="1">
            <a:off x="3348708" y="3620981"/>
            <a:ext cx="29894" cy="92578"/>
            <a:chOff x="2319702" y="2529176"/>
            <a:chExt cx="92925" cy="351075"/>
          </a:xfrm>
        </p:grpSpPr>
        <p:sp>
          <p:nvSpPr>
            <p:cNvPr id="6273" name="Google Shape;627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74" name="Google Shape;627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75" name="Google Shape;627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76" name="Google Shape;627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77" name="Google Shape;627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278" name="Google Shape;6278;p17"/>
          <p:cNvGrpSpPr/>
          <p:nvPr/>
        </p:nvGrpSpPr>
        <p:grpSpPr>
          <a:xfrm flipH="1">
            <a:off x="3286005" y="3621766"/>
            <a:ext cx="29894" cy="92578"/>
            <a:chOff x="2319702" y="2529176"/>
            <a:chExt cx="92925" cy="351075"/>
          </a:xfrm>
        </p:grpSpPr>
        <p:sp>
          <p:nvSpPr>
            <p:cNvPr id="6279" name="Google Shape;627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80" name="Google Shape;628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81" name="Google Shape;628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82" name="Google Shape;628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83" name="Google Shape;628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284" name="Google Shape;6284;p17"/>
          <p:cNvGrpSpPr/>
          <p:nvPr/>
        </p:nvGrpSpPr>
        <p:grpSpPr>
          <a:xfrm flipH="1">
            <a:off x="3348708" y="3713560"/>
            <a:ext cx="29894" cy="92578"/>
            <a:chOff x="2319702" y="2529176"/>
            <a:chExt cx="92925" cy="351075"/>
          </a:xfrm>
        </p:grpSpPr>
        <p:sp>
          <p:nvSpPr>
            <p:cNvPr id="6285" name="Google Shape;62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86" name="Google Shape;62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287" name="Google Shape;62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288" name="Google Shape;62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289" name="Google Shape;62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290" name="Google Shape;6290;p17"/>
          <p:cNvSpPr/>
          <p:nvPr/>
        </p:nvSpPr>
        <p:spPr>
          <a:xfrm rot="2021404">
            <a:off x="3300689" y="370712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91" name="Google Shape;6291;p17"/>
          <p:cNvSpPr/>
          <p:nvPr/>
        </p:nvSpPr>
        <p:spPr>
          <a:xfrm flipH="1" rot="-2021404">
            <a:off x="3300285" y="37300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92" name="Google Shape;6292;p17"/>
          <p:cNvSpPr/>
          <p:nvPr/>
        </p:nvSpPr>
        <p:spPr>
          <a:xfrm rot="2021404">
            <a:off x="3300383" y="37526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93" name="Google Shape;6293;p17"/>
          <p:cNvSpPr/>
          <p:nvPr/>
        </p:nvSpPr>
        <p:spPr>
          <a:xfrm rot="10800000">
            <a:off x="3489829" y="381950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94" name="Google Shape;6294;p17"/>
          <p:cNvSpPr/>
          <p:nvPr/>
        </p:nvSpPr>
        <p:spPr>
          <a:xfrm rot="10800000">
            <a:off x="3428352" y="388700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95" name="Google Shape;6295;p17"/>
          <p:cNvSpPr/>
          <p:nvPr/>
        </p:nvSpPr>
        <p:spPr>
          <a:xfrm rot="9766351">
            <a:off x="3415442" y="3827130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296" name="Google Shape;6296;p17"/>
          <p:cNvSpPr/>
          <p:nvPr/>
        </p:nvSpPr>
        <p:spPr>
          <a:xfrm rot="10800000">
            <a:off x="3333728" y="402382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297" name="Google Shape;6297;p17"/>
          <p:cNvGrpSpPr/>
          <p:nvPr/>
        </p:nvGrpSpPr>
        <p:grpSpPr>
          <a:xfrm rot="10800000">
            <a:off x="3496854" y="3930339"/>
            <a:ext cx="29894" cy="92578"/>
            <a:chOff x="2319702" y="2529176"/>
            <a:chExt cx="92925" cy="351075"/>
          </a:xfrm>
        </p:grpSpPr>
        <p:sp>
          <p:nvSpPr>
            <p:cNvPr id="6298" name="Google Shape;629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299" name="Google Shape;629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00" name="Google Shape;630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01" name="Google Shape;630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02" name="Google Shape;630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03" name="Google Shape;6303;p17"/>
          <p:cNvGrpSpPr/>
          <p:nvPr/>
        </p:nvGrpSpPr>
        <p:grpSpPr>
          <a:xfrm rot="10800000">
            <a:off x="3434151" y="3929554"/>
            <a:ext cx="29894" cy="92578"/>
            <a:chOff x="2319702" y="2529176"/>
            <a:chExt cx="92925" cy="351075"/>
          </a:xfrm>
        </p:grpSpPr>
        <p:sp>
          <p:nvSpPr>
            <p:cNvPr id="6304" name="Google Shape;630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05" name="Google Shape;630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06" name="Google Shape;630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07" name="Google Shape;630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08" name="Google Shape;630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09" name="Google Shape;6309;p17"/>
          <p:cNvGrpSpPr/>
          <p:nvPr/>
        </p:nvGrpSpPr>
        <p:grpSpPr>
          <a:xfrm rot="10800000">
            <a:off x="3496854" y="3837761"/>
            <a:ext cx="29894" cy="92578"/>
            <a:chOff x="2319702" y="2529176"/>
            <a:chExt cx="92925" cy="351075"/>
          </a:xfrm>
        </p:grpSpPr>
        <p:sp>
          <p:nvSpPr>
            <p:cNvPr id="6310" name="Google Shape;63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11" name="Google Shape;63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12" name="Google Shape;63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13" name="Google Shape;63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14" name="Google Shape;63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315" name="Google Shape;6315;p17"/>
          <p:cNvSpPr/>
          <p:nvPr/>
        </p:nvSpPr>
        <p:spPr>
          <a:xfrm flipH="1" rot="8778596">
            <a:off x="3448835" y="389990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16" name="Google Shape;6316;p17"/>
          <p:cNvSpPr/>
          <p:nvPr/>
        </p:nvSpPr>
        <p:spPr>
          <a:xfrm rot="-8778596">
            <a:off x="3448431" y="387697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17" name="Google Shape;6317;p17"/>
          <p:cNvSpPr/>
          <p:nvPr/>
        </p:nvSpPr>
        <p:spPr>
          <a:xfrm flipH="1" rot="8778596">
            <a:off x="3448530" y="3854420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18" name="Google Shape;6318;p17"/>
          <p:cNvSpPr/>
          <p:nvPr/>
        </p:nvSpPr>
        <p:spPr>
          <a:xfrm rot="10800000">
            <a:off x="3195707" y="3819500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19" name="Google Shape;6319;p17"/>
          <p:cNvSpPr/>
          <p:nvPr/>
        </p:nvSpPr>
        <p:spPr>
          <a:xfrm rot="10800000">
            <a:off x="3134230" y="3887000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20" name="Google Shape;6320;p17"/>
          <p:cNvSpPr/>
          <p:nvPr/>
        </p:nvSpPr>
        <p:spPr>
          <a:xfrm rot="9766351">
            <a:off x="3121320" y="3827130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21" name="Google Shape;6321;p17"/>
          <p:cNvSpPr/>
          <p:nvPr/>
        </p:nvSpPr>
        <p:spPr>
          <a:xfrm rot="10800000">
            <a:off x="3039607" y="4023821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322" name="Google Shape;6322;p17"/>
          <p:cNvGrpSpPr/>
          <p:nvPr/>
        </p:nvGrpSpPr>
        <p:grpSpPr>
          <a:xfrm rot="10800000">
            <a:off x="3202733" y="3930339"/>
            <a:ext cx="29894" cy="92578"/>
            <a:chOff x="2319702" y="2529176"/>
            <a:chExt cx="92925" cy="351075"/>
          </a:xfrm>
        </p:grpSpPr>
        <p:sp>
          <p:nvSpPr>
            <p:cNvPr id="6323" name="Google Shape;632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24" name="Google Shape;632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25" name="Google Shape;632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26" name="Google Shape;632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27" name="Google Shape;632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28" name="Google Shape;6328;p17"/>
          <p:cNvGrpSpPr/>
          <p:nvPr/>
        </p:nvGrpSpPr>
        <p:grpSpPr>
          <a:xfrm rot="10800000">
            <a:off x="3140030" y="3929554"/>
            <a:ext cx="29894" cy="92578"/>
            <a:chOff x="2319702" y="2529176"/>
            <a:chExt cx="92925" cy="351075"/>
          </a:xfrm>
        </p:grpSpPr>
        <p:sp>
          <p:nvSpPr>
            <p:cNvPr id="6329" name="Google Shape;632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30" name="Google Shape;633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31" name="Google Shape;633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32" name="Google Shape;633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33" name="Google Shape;633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34" name="Google Shape;6334;p17"/>
          <p:cNvGrpSpPr/>
          <p:nvPr/>
        </p:nvGrpSpPr>
        <p:grpSpPr>
          <a:xfrm rot="10800000">
            <a:off x="3202733" y="3837761"/>
            <a:ext cx="29894" cy="92578"/>
            <a:chOff x="2319702" y="2529176"/>
            <a:chExt cx="92925" cy="351075"/>
          </a:xfrm>
        </p:grpSpPr>
        <p:sp>
          <p:nvSpPr>
            <p:cNvPr id="6335" name="Google Shape;633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36" name="Google Shape;633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37" name="Google Shape;633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38" name="Google Shape;633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39" name="Google Shape;633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340" name="Google Shape;6340;p17"/>
          <p:cNvSpPr/>
          <p:nvPr/>
        </p:nvSpPr>
        <p:spPr>
          <a:xfrm flipH="1" rot="8778596">
            <a:off x="3154714" y="389990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41" name="Google Shape;6341;p17"/>
          <p:cNvSpPr/>
          <p:nvPr/>
        </p:nvSpPr>
        <p:spPr>
          <a:xfrm rot="-8778596">
            <a:off x="3154310" y="387697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42" name="Google Shape;6342;p17"/>
          <p:cNvSpPr/>
          <p:nvPr/>
        </p:nvSpPr>
        <p:spPr>
          <a:xfrm flipH="1" rot="8778596">
            <a:off x="3154408" y="3854420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43" name="Google Shape;6343;p17"/>
          <p:cNvSpPr/>
          <p:nvPr/>
        </p:nvSpPr>
        <p:spPr>
          <a:xfrm flipH="1">
            <a:off x="3341682" y="3614698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44" name="Google Shape;6344;p17"/>
          <p:cNvSpPr/>
          <p:nvPr/>
        </p:nvSpPr>
        <p:spPr>
          <a:xfrm flipH="1">
            <a:off x="3280205" y="3614698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45" name="Google Shape;6345;p17"/>
          <p:cNvSpPr/>
          <p:nvPr/>
        </p:nvSpPr>
        <p:spPr>
          <a:xfrm flipH="1" rot="1033649">
            <a:off x="3267295" y="3747246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46" name="Google Shape;6346;p17"/>
          <p:cNvSpPr/>
          <p:nvPr/>
        </p:nvSpPr>
        <p:spPr>
          <a:xfrm flipH="1">
            <a:off x="3185582" y="3382477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347" name="Google Shape;6347;p17"/>
          <p:cNvGrpSpPr/>
          <p:nvPr/>
        </p:nvGrpSpPr>
        <p:grpSpPr>
          <a:xfrm flipH="1">
            <a:off x="3348708" y="3620981"/>
            <a:ext cx="29894" cy="92578"/>
            <a:chOff x="2319702" y="2529176"/>
            <a:chExt cx="92925" cy="351075"/>
          </a:xfrm>
        </p:grpSpPr>
        <p:sp>
          <p:nvSpPr>
            <p:cNvPr id="6348" name="Google Shape;634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49" name="Google Shape;634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50" name="Google Shape;635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51" name="Google Shape;635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52" name="Google Shape;635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53" name="Google Shape;6353;p17"/>
          <p:cNvGrpSpPr/>
          <p:nvPr/>
        </p:nvGrpSpPr>
        <p:grpSpPr>
          <a:xfrm flipH="1">
            <a:off x="3286005" y="3621766"/>
            <a:ext cx="29894" cy="92578"/>
            <a:chOff x="2319702" y="2529176"/>
            <a:chExt cx="92925" cy="351075"/>
          </a:xfrm>
        </p:grpSpPr>
        <p:sp>
          <p:nvSpPr>
            <p:cNvPr id="6354" name="Google Shape;635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55" name="Google Shape;635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56" name="Google Shape;635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57" name="Google Shape;635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58" name="Google Shape;635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59" name="Google Shape;6359;p17"/>
          <p:cNvGrpSpPr/>
          <p:nvPr/>
        </p:nvGrpSpPr>
        <p:grpSpPr>
          <a:xfrm flipH="1">
            <a:off x="3348708" y="3713560"/>
            <a:ext cx="29894" cy="92578"/>
            <a:chOff x="2319702" y="2529176"/>
            <a:chExt cx="92925" cy="351075"/>
          </a:xfrm>
        </p:grpSpPr>
        <p:sp>
          <p:nvSpPr>
            <p:cNvPr id="6360" name="Google Shape;636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61" name="Google Shape;636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62" name="Google Shape;636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63" name="Google Shape;636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64" name="Google Shape;636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365" name="Google Shape;6365;p17"/>
          <p:cNvSpPr/>
          <p:nvPr/>
        </p:nvSpPr>
        <p:spPr>
          <a:xfrm rot="2021404">
            <a:off x="3300689" y="370712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66" name="Google Shape;6366;p17"/>
          <p:cNvSpPr/>
          <p:nvPr/>
        </p:nvSpPr>
        <p:spPr>
          <a:xfrm flipH="1" rot="-2021404">
            <a:off x="3300285" y="373004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67" name="Google Shape;6367;p17"/>
          <p:cNvSpPr/>
          <p:nvPr/>
        </p:nvSpPr>
        <p:spPr>
          <a:xfrm rot="2021404">
            <a:off x="3300383" y="3752604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68" name="Google Shape;6368;p17"/>
          <p:cNvSpPr/>
          <p:nvPr/>
        </p:nvSpPr>
        <p:spPr>
          <a:xfrm rot="9273276">
            <a:off x="3952166" y="3628254"/>
            <a:ext cx="41196" cy="20987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69" name="Google Shape;6369;p17"/>
          <p:cNvSpPr/>
          <p:nvPr/>
        </p:nvSpPr>
        <p:spPr>
          <a:xfrm rot="9273276">
            <a:off x="3911192" y="3719413"/>
            <a:ext cx="41196" cy="141839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70" name="Google Shape;6370;p17"/>
          <p:cNvSpPr/>
          <p:nvPr/>
        </p:nvSpPr>
        <p:spPr>
          <a:xfrm rot="8225934">
            <a:off x="3858140" y="3674578"/>
            <a:ext cx="40544" cy="6925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71" name="Google Shape;6371;p17"/>
          <p:cNvSpPr/>
          <p:nvPr/>
        </p:nvSpPr>
        <p:spPr>
          <a:xfrm rot="9275062">
            <a:off x="3892439" y="3824178"/>
            <a:ext cx="294281" cy="23778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372" name="Google Shape;6372;p17"/>
          <p:cNvGrpSpPr/>
          <p:nvPr/>
        </p:nvGrpSpPr>
        <p:grpSpPr>
          <a:xfrm rot="9274910">
            <a:off x="3981188" y="3733611"/>
            <a:ext cx="29898" cy="92589"/>
            <a:chOff x="2319702" y="2529176"/>
            <a:chExt cx="92925" cy="351075"/>
          </a:xfrm>
        </p:grpSpPr>
        <p:sp>
          <p:nvSpPr>
            <p:cNvPr id="6373" name="Google Shape;637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74" name="Google Shape;637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75" name="Google Shape;637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76" name="Google Shape;637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77" name="Google Shape;637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78" name="Google Shape;6378;p17"/>
          <p:cNvGrpSpPr/>
          <p:nvPr/>
        </p:nvGrpSpPr>
        <p:grpSpPr>
          <a:xfrm rot="9274910">
            <a:off x="3924219" y="3759820"/>
            <a:ext cx="29898" cy="92589"/>
            <a:chOff x="2319702" y="2529176"/>
            <a:chExt cx="92925" cy="351075"/>
          </a:xfrm>
        </p:grpSpPr>
        <p:sp>
          <p:nvSpPr>
            <p:cNvPr id="6379" name="Google Shape;637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80" name="Google Shape;638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81" name="Google Shape;638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82" name="Google Shape;638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83" name="Google Shape;638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384" name="Google Shape;6384;p17"/>
          <p:cNvGrpSpPr/>
          <p:nvPr/>
        </p:nvGrpSpPr>
        <p:grpSpPr>
          <a:xfrm rot="9274910">
            <a:off x="3941445" y="3649997"/>
            <a:ext cx="29898" cy="92589"/>
            <a:chOff x="2319702" y="2529176"/>
            <a:chExt cx="92925" cy="351075"/>
          </a:xfrm>
        </p:grpSpPr>
        <p:sp>
          <p:nvSpPr>
            <p:cNvPr id="6385" name="Google Shape;63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86" name="Google Shape;63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387" name="Google Shape;63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388" name="Google Shape;63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389" name="Google Shape;63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390" name="Google Shape;6390;p17"/>
          <p:cNvSpPr/>
          <p:nvPr/>
        </p:nvSpPr>
        <p:spPr>
          <a:xfrm flipH="1" rot="7421404">
            <a:off x="3914371" y="3735895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91" name="Google Shape;6391;p17"/>
          <p:cNvSpPr/>
          <p:nvPr/>
        </p:nvSpPr>
        <p:spPr>
          <a:xfrm rot="10800000">
            <a:off x="3904379" y="3715286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92" name="Google Shape;6392;p17"/>
          <p:cNvSpPr/>
          <p:nvPr/>
        </p:nvSpPr>
        <p:spPr>
          <a:xfrm flipH="1" rot="7421404">
            <a:off x="3894570" y="3694948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93" name="Google Shape;6393;p17"/>
          <p:cNvSpPr/>
          <p:nvPr/>
        </p:nvSpPr>
        <p:spPr>
          <a:xfrm rot="9273276">
            <a:off x="3686525" y="3754516"/>
            <a:ext cx="41196" cy="20987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94" name="Google Shape;6394;p17"/>
          <p:cNvSpPr/>
          <p:nvPr/>
        </p:nvSpPr>
        <p:spPr>
          <a:xfrm rot="9273276">
            <a:off x="3645551" y="3845675"/>
            <a:ext cx="41196" cy="141839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95" name="Google Shape;6395;p17"/>
          <p:cNvSpPr/>
          <p:nvPr/>
        </p:nvSpPr>
        <p:spPr>
          <a:xfrm rot="8225934">
            <a:off x="3592499" y="3800840"/>
            <a:ext cx="40544" cy="6925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396" name="Google Shape;6396;p17"/>
          <p:cNvSpPr/>
          <p:nvPr/>
        </p:nvSpPr>
        <p:spPr>
          <a:xfrm rot="9275062">
            <a:off x="3626797" y="3950440"/>
            <a:ext cx="294281" cy="23778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397" name="Google Shape;6397;p17"/>
          <p:cNvGrpSpPr/>
          <p:nvPr/>
        </p:nvGrpSpPr>
        <p:grpSpPr>
          <a:xfrm rot="9274910">
            <a:off x="3715546" y="3859873"/>
            <a:ext cx="29898" cy="92589"/>
            <a:chOff x="2319702" y="2529176"/>
            <a:chExt cx="92925" cy="351075"/>
          </a:xfrm>
        </p:grpSpPr>
        <p:sp>
          <p:nvSpPr>
            <p:cNvPr id="6398" name="Google Shape;639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399" name="Google Shape;639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00" name="Google Shape;640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01" name="Google Shape;640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02" name="Google Shape;640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03" name="Google Shape;6403;p17"/>
          <p:cNvGrpSpPr/>
          <p:nvPr/>
        </p:nvGrpSpPr>
        <p:grpSpPr>
          <a:xfrm rot="9274910">
            <a:off x="3658578" y="3886082"/>
            <a:ext cx="29898" cy="92589"/>
            <a:chOff x="2319702" y="2529176"/>
            <a:chExt cx="92925" cy="351075"/>
          </a:xfrm>
        </p:grpSpPr>
        <p:sp>
          <p:nvSpPr>
            <p:cNvPr id="6404" name="Google Shape;640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05" name="Google Shape;640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06" name="Google Shape;640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07" name="Google Shape;640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08" name="Google Shape;640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09" name="Google Shape;6409;p17"/>
          <p:cNvGrpSpPr/>
          <p:nvPr/>
        </p:nvGrpSpPr>
        <p:grpSpPr>
          <a:xfrm rot="9274910">
            <a:off x="3675804" y="3776258"/>
            <a:ext cx="29898" cy="92589"/>
            <a:chOff x="2319702" y="2529176"/>
            <a:chExt cx="92925" cy="351075"/>
          </a:xfrm>
        </p:grpSpPr>
        <p:sp>
          <p:nvSpPr>
            <p:cNvPr id="6410" name="Google Shape;64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11" name="Google Shape;64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12" name="Google Shape;64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13" name="Google Shape;64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14" name="Google Shape;64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415" name="Google Shape;6415;p17"/>
          <p:cNvSpPr/>
          <p:nvPr/>
        </p:nvSpPr>
        <p:spPr>
          <a:xfrm flipH="1" rot="7421404">
            <a:off x="3648729" y="3862157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16" name="Google Shape;6416;p17"/>
          <p:cNvSpPr/>
          <p:nvPr/>
        </p:nvSpPr>
        <p:spPr>
          <a:xfrm rot="10800000">
            <a:off x="3638738" y="3841548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17" name="Google Shape;6417;p17"/>
          <p:cNvSpPr/>
          <p:nvPr/>
        </p:nvSpPr>
        <p:spPr>
          <a:xfrm flipH="1" rot="7421404">
            <a:off x="3628929" y="3821210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18" name="Google Shape;6418;p17"/>
          <p:cNvSpPr/>
          <p:nvPr/>
        </p:nvSpPr>
        <p:spPr>
          <a:xfrm flipH="1" rot="-1526724">
            <a:off x="3730425" y="3507085"/>
            <a:ext cx="41196" cy="20987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19" name="Google Shape;6419;p17"/>
          <p:cNvSpPr/>
          <p:nvPr/>
        </p:nvSpPr>
        <p:spPr>
          <a:xfrm flipH="1" rot="-1526724">
            <a:off x="3660351" y="3536745"/>
            <a:ext cx="41196" cy="141839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20" name="Google Shape;6420;p17"/>
          <p:cNvSpPr/>
          <p:nvPr/>
        </p:nvSpPr>
        <p:spPr>
          <a:xfrm flipH="1" rot="-484214">
            <a:off x="3689874" y="3665691"/>
            <a:ext cx="40602" cy="6960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21" name="Google Shape;6421;p17"/>
          <p:cNvSpPr/>
          <p:nvPr/>
        </p:nvSpPr>
        <p:spPr>
          <a:xfrm flipH="1" rot="-1524938">
            <a:off x="3483320" y="3308740"/>
            <a:ext cx="294281" cy="23778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422" name="Google Shape;6422;p17"/>
          <p:cNvGrpSpPr/>
          <p:nvPr/>
        </p:nvGrpSpPr>
        <p:grpSpPr>
          <a:xfrm flipH="1" rot="-1525090">
            <a:off x="3714570" y="3517991"/>
            <a:ext cx="29898" cy="92589"/>
            <a:chOff x="2319702" y="2529176"/>
            <a:chExt cx="92925" cy="351075"/>
          </a:xfrm>
        </p:grpSpPr>
        <p:sp>
          <p:nvSpPr>
            <p:cNvPr id="6423" name="Google Shape;642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24" name="Google Shape;642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25" name="Google Shape;642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26" name="Google Shape;642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27" name="Google Shape;642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28" name="Google Shape;6428;p17"/>
          <p:cNvGrpSpPr/>
          <p:nvPr/>
        </p:nvGrpSpPr>
        <p:grpSpPr>
          <a:xfrm flipH="1" rot="-1525090">
            <a:off x="3658276" y="3545617"/>
            <a:ext cx="29898" cy="92589"/>
            <a:chOff x="2319702" y="2529176"/>
            <a:chExt cx="92925" cy="351075"/>
          </a:xfrm>
        </p:grpSpPr>
        <p:sp>
          <p:nvSpPr>
            <p:cNvPr id="6429" name="Google Shape;642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30" name="Google Shape;643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31" name="Google Shape;643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32" name="Google Shape;643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33" name="Google Shape;643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34" name="Google Shape;6434;p17"/>
          <p:cNvGrpSpPr/>
          <p:nvPr/>
        </p:nvGrpSpPr>
        <p:grpSpPr>
          <a:xfrm flipH="1" rot="-1525090">
            <a:off x="3754313" y="3601605"/>
            <a:ext cx="29898" cy="92589"/>
            <a:chOff x="2319702" y="2529176"/>
            <a:chExt cx="92925" cy="351075"/>
          </a:xfrm>
        </p:grpSpPr>
        <p:sp>
          <p:nvSpPr>
            <p:cNvPr id="6435" name="Google Shape;643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36" name="Google Shape;643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37" name="Google Shape;643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38" name="Google Shape;643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39" name="Google Shape;643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440" name="Google Shape;6440;p17"/>
          <p:cNvSpPr/>
          <p:nvPr/>
        </p:nvSpPr>
        <p:spPr>
          <a:xfrm>
            <a:off x="3697650" y="3625075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41" name="Google Shape;6441;p17"/>
          <p:cNvSpPr/>
          <p:nvPr/>
        </p:nvSpPr>
        <p:spPr>
          <a:xfrm flipH="1" rot="-3378596">
            <a:off x="3707157" y="3646028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42" name="Google Shape;6442;p17"/>
          <p:cNvSpPr/>
          <p:nvPr/>
        </p:nvSpPr>
        <p:spPr>
          <a:xfrm>
            <a:off x="3716899" y="3666284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43" name="Google Shape;6443;p17"/>
          <p:cNvSpPr/>
          <p:nvPr/>
        </p:nvSpPr>
        <p:spPr>
          <a:xfrm rot="9273276">
            <a:off x="3952166" y="3628254"/>
            <a:ext cx="41196" cy="20987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44" name="Google Shape;6444;p17"/>
          <p:cNvSpPr/>
          <p:nvPr/>
        </p:nvSpPr>
        <p:spPr>
          <a:xfrm rot="9273276">
            <a:off x="3911192" y="3719413"/>
            <a:ext cx="41196" cy="141839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45" name="Google Shape;6445;p17"/>
          <p:cNvSpPr/>
          <p:nvPr/>
        </p:nvSpPr>
        <p:spPr>
          <a:xfrm rot="8225934">
            <a:off x="3858140" y="3674578"/>
            <a:ext cx="40544" cy="6925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46" name="Google Shape;6446;p17"/>
          <p:cNvSpPr/>
          <p:nvPr/>
        </p:nvSpPr>
        <p:spPr>
          <a:xfrm rot="9275062">
            <a:off x="3892439" y="3824178"/>
            <a:ext cx="294281" cy="23778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447" name="Google Shape;6447;p17"/>
          <p:cNvGrpSpPr/>
          <p:nvPr/>
        </p:nvGrpSpPr>
        <p:grpSpPr>
          <a:xfrm rot="9274910">
            <a:off x="3981188" y="3733611"/>
            <a:ext cx="29898" cy="92589"/>
            <a:chOff x="2319702" y="2529176"/>
            <a:chExt cx="92925" cy="351075"/>
          </a:xfrm>
        </p:grpSpPr>
        <p:sp>
          <p:nvSpPr>
            <p:cNvPr id="6448" name="Google Shape;644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49" name="Google Shape;644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50" name="Google Shape;645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51" name="Google Shape;645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52" name="Google Shape;645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53" name="Google Shape;6453;p17"/>
          <p:cNvGrpSpPr/>
          <p:nvPr/>
        </p:nvGrpSpPr>
        <p:grpSpPr>
          <a:xfrm rot="9274910">
            <a:off x="3924219" y="3759820"/>
            <a:ext cx="29898" cy="92589"/>
            <a:chOff x="2319702" y="2529176"/>
            <a:chExt cx="92925" cy="351075"/>
          </a:xfrm>
        </p:grpSpPr>
        <p:sp>
          <p:nvSpPr>
            <p:cNvPr id="6454" name="Google Shape;645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55" name="Google Shape;645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56" name="Google Shape;645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57" name="Google Shape;645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58" name="Google Shape;645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59" name="Google Shape;6459;p17"/>
          <p:cNvGrpSpPr/>
          <p:nvPr/>
        </p:nvGrpSpPr>
        <p:grpSpPr>
          <a:xfrm rot="9274910">
            <a:off x="3941445" y="3649997"/>
            <a:ext cx="29898" cy="92589"/>
            <a:chOff x="2319702" y="2529176"/>
            <a:chExt cx="92925" cy="351075"/>
          </a:xfrm>
        </p:grpSpPr>
        <p:sp>
          <p:nvSpPr>
            <p:cNvPr id="6460" name="Google Shape;646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61" name="Google Shape;646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62" name="Google Shape;646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63" name="Google Shape;646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64" name="Google Shape;646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465" name="Google Shape;6465;p17"/>
          <p:cNvSpPr/>
          <p:nvPr/>
        </p:nvSpPr>
        <p:spPr>
          <a:xfrm flipH="1" rot="7421404">
            <a:off x="3914371" y="3735895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66" name="Google Shape;6466;p17"/>
          <p:cNvSpPr/>
          <p:nvPr/>
        </p:nvSpPr>
        <p:spPr>
          <a:xfrm rot="10800000">
            <a:off x="3904379" y="3715286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67" name="Google Shape;6467;p17"/>
          <p:cNvSpPr/>
          <p:nvPr/>
        </p:nvSpPr>
        <p:spPr>
          <a:xfrm flipH="1" rot="7421404">
            <a:off x="3894570" y="3694948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68" name="Google Shape;6468;p17"/>
          <p:cNvSpPr/>
          <p:nvPr/>
        </p:nvSpPr>
        <p:spPr>
          <a:xfrm rot="9273276">
            <a:off x="3686525" y="3754516"/>
            <a:ext cx="41196" cy="20987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69" name="Google Shape;6469;p17"/>
          <p:cNvSpPr/>
          <p:nvPr/>
        </p:nvSpPr>
        <p:spPr>
          <a:xfrm rot="9273276">
            <a:off x="3645551" y="3845675"/>
            <a:ext cx="41196" cy="141839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70" name="Google Shape;6470;p17"/>
          <p:cNvSpPr/>
          <p:nvPr/>
        </p:nvSpPr>
        <p:spPr>
          <a:xfrm rot="8225934">
            <a:off x="3592499" y="3800840"/>
            <a:ext cx="40544" cy="6925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71" name="Google Shape;6471;p17"/>
          <p:cNvSpPr/>
          <p:nvPr/>
        </p:nvSpPr>
        <p:spPr>
          <a:xfrm rot="9275062">
            <a:off x="3626797" y="3950440"/>
            <a:ext cx="294281" cy="23778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472" name="Google Shape;6472;p17"/>
          <p:cNvGrpSpPr/>
          <p:nvPr/>
        </p:nvGrpSpPr>
        <p:grpSpPr>
          <a:xfrm rot="9274910">
            <a:off x="3715546" y="3859873"/>
            <a:ext cx="29898" cy="92589"/>
            <a:chOff x="2319702" y="2529176"/>
            <a:chExt cx="92925" cy="351075"/>
          </a:xfrm>
        </p:grpSpPr>
        <p:sp>
          <p:nvSpPr>
            <p:cNvPr id="6473" name="Google Shape;647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74" name="Google Shape;647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75" name="Google Shape;647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76" name="Google Shape;647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77" name="Google Shape;647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78" name="Google Shape;6478;p17"/>
          <p:cNvGrpSpPr/>
          <p:nvPr/>
        </p:nvGrpSpPr>
        <p:grpSpPr>
          <a:xfrm rot="9274910">
            <a:off x="3658578" y="3886082"/>
            <a:ext cx="29898" cy="92589"/>
            <a:chOff x="2319702" y="2529176"/>
            <a:chExt cx="92925" cy="351075"/>
          </a:xfrm>
        </p:grpSpPr>
        <p:sp>
          <p:nvSpPr>
            <p:cNvPr id="6479" name="Google Shape;647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80" name="Google Shape;648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81" name="Google Shape;648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82" name="Google Shape;648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83" name="Google Shape;648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484" name="Google Shape;6484;p17"/>
          <p:cNvGrpSpPr/>
          <p:nvPr/>
        </p:nvGrpSpPr>
        <p:grpSpPr>
          <a:xfrm rot="9274910">
            <a:off x="3675804" y="3776258"/>
            <a:ext cx="29898" cy="92589"/>
            <a:chOff x="2319702" y="2529176"/>
            <a:chExt cx="92925" cy="351075"/>
          </a:xfrm>
        </p:grpSpPr>
        <p:sp>
          <p:nvSpPr>
            <p:cNvPr id="6485" name="Google Shape;64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86" name="Google Shape;64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487" name="Google Shape;64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488" name="Google Shape;64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489" name="Google Shape;64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490" name="Google Shape;6490;p17"/>
          <p:cNvSpPr/>
          <p:nvPr/>
        </p:nvSpPr>
        <p:spPr>
          <a:xfrm flipH="1" rot="7421404">
            <a:off x="3648729" y="3862157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91" name="Google Shape;6491;p17"/>
          <p:cNvSpPr/>
          <p:nvPr/>
        </p:nvSpPr>
        <p:spPr>
          <a:xfrm rot="10800000">
            <a:off x="3638738" y="3841548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92" name="Google Shape;6492;p17"/>
          <p:cNvSpPr/>
          <p:nvPr/>
        </p:nvSpPr>
        <p:spPr>
          <a:xfrm flipH="1" rot="7421404">
            <a:off x="3628929" y="3821210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93" name="Google Shape;6493;p17"/>
          <p:cNvSpPr/>
          <p:nvPr/>
        </p:nvSpPr>
        <p:spPr>
          <a:xfrm flipH="1" rot="-1526724">
            <a:off x="3730425" y="3507085"/>
            <a:ext cx="41196" cy="20987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94" name="Google Shape;6494;p17"/>
          <p:cNvSpPr/>
          <p:nvPr/>
        </p:nvSpPr>
        <p:spPr>
          <a:xfrm flipH="1" rot="-1526724">
            <a:off x="3660351" y="3536745"/>
            <a:ext cx="41196" cy="141839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95" name="Google Shape;6495;p17"/>
          <p:cNvSpPr/>
          <p:nvPr/>
        </p:nvSpPr>
        <p:spPr>
          <a:xfrm flipH="1" rot="-484214">
            <a:off x="3689874" y="3665691"/>
            <a:ext cx="40602" cy="6960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496" name="Google Shape;6496;p17"/>
          <p:cNvSpPr/>
          <p:nvPr/>
        </p:nvSpPr>
        <p:spPr>
          <a:xfrm flipH="1" rot="-1524938">
            <a:off x="3483320" y="3308740"/>
            <a:ext cx="294281" cy="23778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497" name="Google Shape;6497;p17"/>
          <p:cNvGrpSpPr/>
          <p:nvPr/>
        </p:nvGrpSpPr>
        <p:grpSpPr>
          <a:xfrm flipH="1" rot="-1525090">
            <a:off x="3714570" y="3517991"/>
            <a:ext cx="29898" cy="92589"/>
            <a:chOff x="2319702" y="2529176"/>
            <a:chExt cx="92925" cy="351075"/>
          </a:xfrm>
        </p:grpSpPr>
        <p:sp>
          <p:nvSpPr>
            <p:cNvPr id="6498" name="Google Shape;649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499" name="Google Shape;649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00" name="Google Shape;650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01" name="Google Shape;650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02" name="Google Shape;650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03" name="Google Shape;6503;p17"/>
          <p:cNvGrpSpPr/>
          <p:nvPr/>
        </p:nvGrpSpPr>
        <p:grpSpPr>
          <a:xfrm flipH="1" rot="-1525090">
            <a:off x="3658276" y="3545617"/>
            <a:ext cx="29898" cy="92589"/>
            <a:chOff x="2319702" y="2529176"/>
            <a:chExt cx="92925" cy="351075"/>
          </a:xfrm>
        </p:grpSpPr>
        <p:sp>
          <p:nvSpPr>
            <p:cNvPr id="6504" name="Google Shape;650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05" name="Google Shape;650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06" name="Google Shape;650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07" name="Google Shape;650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08" name="Google Shape;650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09" name="Google Shape;6509;p17"/>
          <p:cNvGrpSpPr/>
          <p:nvPr/>
        </p:nvGrpSpPr>
        <p:grpSpPr>
          <a:xfrm flipH="1" rot="-1525090">
            <a:off x="3754313" y="3601605"/>
            <a:ext cx="29898" cy="92589"/>
            <a:chOff x="2319702" y="2529176"/>
            <a:chExt cx="92925" cy="351075"/>
          </a:xfrm>
        </p:grpSpPr>
        <p:sp>
          <p:nvSpPr>
            <p:cNvPr id="6510" name="Google Shape;65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11" name="Google Shape;65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12" name="Google Shape;65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13" name="Google Shape;65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14" name="Google Shape;65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515" name="Google Shape;6515;p17"/>
          <p:cNvSpPr/>
          <p:nvPr/>
        </p:nvSpPr>
        <p:spPr>
          <a:xfrm>
            <a:off x="3697650" y="3625075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16" name="Google Shape;6516;p17"/>
          <p:cNvSpPr/>
          <p:nvPr/>
        </p:nvSpPr>
        <p:spPr>
          <a:xfrm flipH="1" rot="-3378596">
            <a:off x="3707157" y="3646028"/>
            <a:ext cx="1082" cy="367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17" name="Google Shape;6517;p17"/>
          <p:cNvSpPr/>
          <p:nvPr/>
        </p:nvSpPr>
        <p:spPr>
          <a:xfrm>
            <a:off x="3716899" y="3666284"/>
            <a:ext cx="900" cy="3690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18" name="Google Shape;6518;p17"/>
          <p:cNvSpPr/>
          <p:nvPr/>
        </p:nvSpPr>
        <p:spPr>
          <a:xfrm rot="7814181">
            <a:off x="4307109" y="3266344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19" name="Google Shape;6519;p17"/>
          <p:cNvSpPr/>
          <p:nvPr/>
        </p:nvSpPr>
        <p:spPr>
          <a:xfrm rot="7814181">
            <a:off x="4293624" y="3369845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20" name="Google Shape;6520;p17"/>
          <p:cNvSpPr/>
          <p:nvPr/>
        </p:nvSpPr>
        <p:spPr>
          <a:xfrm rot="6731728">
            <a:off x="4211408" y="3354481"/>
            <a:ext cx="40501" cy="6949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21" name="Google Shape;6521;p17"/>
          <p:cNvSpPr/>
          <p:nvPr/>
        </p:nvSpPr>
        <p:spPr>
          <a:xfrm rot="7812123">
            <a:off x="4328199" y="3415484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522" name="Google Shape;6522;p17"/>
          <p:cNvGrpSpPr/>
          <p:nvPr/>
        </p:nvGrpSpPr>
        <p:grpSpPr>
          <a:xfrm rot="7805152">
            <a:off x="4352822" y="3358418"/>
            <a:ext cx="29915" cy="92613"/>
            <a:chOff x="2319702" y="2529176"/>
            <a:chExt cx="92925" cy="351075"/>
          </a:xfrm>
        </p:grpSpPr>
        <p:sp>
          <p:nvSpPr>
            <p:cNvPr id="6523" name="Google Shape;652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24" name="Google Shape;652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25" name="Google Shape;652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26" name="Google Shape;652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27" name="Google Shape;652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28" name="Google Shape;6528;p17"/>
          <p:cNvGrpSpPr/>
          <p:nvPr/>
        </p:nvGrpSpPr>
        <p:grpSpPr>
          <a:xfrm rot="7805152">
            <a:off x="4311847" y="3405888"/>
            <a:ext cx="29915" cy="92613"/>
            <a:chOff x="2319702" y="2529176"/>
            <a:chExt cx="92925" cy="351075"/>
          </a:xfrm>
        </p:grpSpPr>
        <p:sp>
          <p:nvSpPr>
            <p:cNvPr id="6529" name="Google Shape;652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30" name="Google Shape;653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31" name="Google Shape;653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32" name="Google Shape;653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33" name="Google Shape;653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34" name="Google Shape;6534;p17"/>
          <p:cNvGrpSpPr/>
          <p:nvPr/>
        </p:nvGrpSpPr>
        <p:grpSpPr>
          <a:xfrm rot="7805152">
            <a:off x="4281989" y="3298807"/>
            <a:ext cx="29915" cy="92613"/>
            <a:chOff x="2319702" y="2529176"/>
            <a:chExt cx="92925" cy="351075"/>
          </a:xfrm>
        </p:grpSpPr>
        <p:sp>
          <p:nvSpPr>
            <p:cNvPr id="6535" name="Google Shape;653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36" name="Google Shape;653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37" name="Google Shape;653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38" name="Google Shape;653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39" name="Google Shape;653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540" name="Google Shape;6540;p17"/>
          <p:cNvSpPr/>
          <p:nvPr/>
        </p:nvSpPr>
        <p:spPr>
          <a:xfrm flipH="1" rot="7421404">
            <a:off x="4283294" y="3396561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41" name="Google Shape;6541;p17"/>
          <p:cNvSpPr/>
          <p:nvPr/>
        </p:nvSpPr>
        <p:spPr>
          <a:xfrm rot="10800000">
            <a:off x="4265366" y="3382075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42" name="Google Shape;6542;p17"/>
          <p:cNvSpPr/>
          <p:nvPr/>
        </p:nvSpPr>
        <p:spPr>
          <a:xfrm flipH="1" rot="7421404">
            <a:off x="4248299" y="3367509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43" name="Google Shape;6543;p17"/>
          <p:cNvSpPr/>
          <p:nvPr/>
        </p:nvSpPr>
        <p:spPr>
          <a:xfrm rot="7814181">
            <a:off x="4117723" y="3491379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44" name="Google Shape;6544;p17"/>
          <p:cNvSpPr/>
          <p:nvPr/>
        </p:nvSpPr>
        <p:spPr>
          <a:xfrm rot="7814181">
            <a:off x="4104238" y="3594880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45" name="Google Shape;6545;p17"/>
          <p:cNvSpPr/>
          <p:nvPr/>
        </p:nvSpPr>
        <p:spPr>
          <a:xfrm rot="6731728">
            <a:off x="4022023" y="3579516"/>
            <a:ext cx="40501" cy="6949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46" name="Google Shape;6546;p17"/>
          <p:cNvSpPr/>
          <p:nvPr/>
        </p:nvSpPr>
        <p:spPr>
          <a:xfrm rot="7812123">
            <a:off x="4138813" y="3640518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547" name="Google Shape;6547;p17"/>
          <p:cNvGrpSpPr/>
          <p:nvPr/>
        </p:nvGrpSpPr>
        <p:grpSpPr>
          <a:xfrm rot="7805152">
            <a:off x="4163437" y="3583453"/>
            <a:ext cx="29915" cy="92613"/>
            <a:chOff x="2319702" y="2529176"/>
            <a:chExt cx="92925" cy="351075"/>
          </a:xfrm>
        </p:grpSpPr>
        <p:sp>
          <p:nvSpPr>
            <p:cNvPr id="6548" name="Google Shape;654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49" name="Google Shape;654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50" name="Google Shape;655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51" name="Google Shape;655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52" name="Google Shape;655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53" name="Google Shape;6553;p17"/>
          <p:cNvGrpSpPr/>
          <p:nvPr/>
        </p:nvGrpSpPr>
        <p:grpSpPr>
          <a:xfrm rot="7805152">
            <a:off x="4122462" y="3630922"/>
            <a:ext cx="29915" cy="92613"/>
            <a:chOff x="2319702" y="2529176"/>
            <a:chExt cx="92925" cy="351075"/>
          </a:xfrm>
        </p:grpSpPr>
        <p:sp>
          <p:nvSpPr>
            <p:cNvPr id="6554" name="Google Shape;655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55" name="Google Shape;655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56" name="Google Shape;655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57" name="Google Shape;655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58" name="Google Shape;655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59" name="Google Shape;6559;p17"/>
          <p:cNvGrpSpPr/>
          <p:nvPr/>
        </p:nvGrpSpPr>
        <p:grpSpPr>
          <a:xfrm rot="7805152">
            <a:off x="4092604" y="3523841"/>
            <a:ext cx="29915" cy="92613"/>
            <a:chOff x="2319702" y="2529176"/>
            <a:chExt cx="92925" cy="351075"/>
          </a:xfrm>
        </p:grpSpPr>
        <p:sp>
          <p:nvSpPr>
            <p:cNvPr id="6560" name="Google Shape;656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61" name="Google Shape;656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62" name="Google Shape;656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63" name="Google Shape;656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64" name="Google Shape;656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565" name="Google Shape;6565;p17"/>
          <p:cNvSpPr/>
          <p:nvPr/>
        </p:nvSpPr>
        <p:spPr>
          <a:xfrm flipH="1" rot="7421404">
            <a:off x="4093909" y="3621596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66" name="Google Shape;6566;p17"/>
          <p:cNvSpPr/>
          <p:nvPr/>
        </p:nvSpPr>
        <p:spPr>
          <a:xfrm rot="10800000">
            <a:off x="4075980" y="3607110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67" name="Google Shape;6567;p17"/>
          <p:cNvSpPr/>
          <p:nvPr/>
        </p:nvSpPr>
        <p:spPr>
          <a:xfrm flipH="1" rot="7421404">
            <a:off x="4058914" y="3592544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68" name="Google Shape;6568;p17"/>
          <p:cNvSpPr/>
          <p:nvPr/>
        </p:nvSpPr>
        <p:spPr>
          <a:xfrm flipH="1" rot="-2985819">
            <a:off x="4055078" y="3248394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69" name="Google Shape;6569;p17"/>
          <p:cNvSpPr/>
          <p:nvPr/>
        </p:nvSpPr>
        <p:spPr>
          <a:xfrm flipH="1" rot="-2985819">
            <a:off x="3989393" y="3307494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70" name="Google Shape;6570;p17"/>
          <p:cNvSpPr/>
          <p:nvPr/>
        </p:nvSpPr>
        <p:spPr>
          <a:xfrm flipH="1" rot="-1936539">
            <a:off x="4054902" y="3415830"/>
            <a:ext cx="40450" cy="6883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71" name="Google Shape;6571;p17"/>
          <p:cNvSpPr/>
          <p:nvPr/>
        </p:nvSpPr>
        <p:spPr>
          <a:xfrm flipH="1" rot="-3124735">
            <a:off x="3731312" y="3128531"/>
            <a:ext cx="294350" cy="23788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572" name="Google Shape;6572;p17"/>
          <p:cNvGrpSpPr/>
          <p:nvPr/>
        </p:nvGrpSpPr>
        <p:grpSpPr>
          <a:xfrm flipH="1" rot="-2994848">
            <a:off x="4020960" y="3273128"/>
            <a:ext cx="29915" cy="92613"/>
            <a:chOff x="2319702" y="2529176"/>
            <a:chExt cx="92925" cy="351075"/>
          </a:xfrm>
        </p:grpSpPr>
        <p:sp>
          <p:nvSpPr>
            <p:cNvPr id="6573" name="Google Shape;657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74" name="Google Shape;657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75" name="Google Shape;657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76" name="Google Shape;657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77" name="Google Shape;657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78" name="Google Shape;6578;p17"/>
          <p:cNvGrpSpPr/>
          <p:nvPr/>
        </p:nvGrpSpPr>
        <p:grpSpPr>
          <a:xfrm flipH="1" rot="-2994848">
            <a:off x="3981185" y="3321608"/>
            <a:ext cx="29915" cy="92613"/>
            <a:chOff x="2319702" y="2529176"/>
            <a:chExt cx="92925" cy="351075"/>
          </a:xfrm>
        </p:grpSpPr>
        <p:sp>
          <p:nvSpPr>
            <p:cNvPr id="6579" name="Google Shape;657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80" name="Google Shape;658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81" name="Google Shape;658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82" name="Google Shape;658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83" name="Google Shape;658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584" name="Google Shape;6584;p17"/>
          <p:cNvGrpSpPr/>
          <p:nvPr/>
        </p:nvGrpSpPr>
        <p:grpSpPr>
          <a:xfrm flipH="1" rot="-2994848">
            <a:off x="4091792" y="3332739"/>
            <a:ext cx="29915" cy="92613"/>
            <a:chOff x="2319702" y="2529176"/>
            <a:chExt cx="92925" cy="351075"/>
          </a:xfrm>
        </p:grpSpPr>
        <p:sp>
          <p:nvSpPr>
            <p:cNvPr id="6585" name="Google Shape;65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86" name="Google Shape;65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587" name="Google Shape;65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588" name="Google Shape;65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589" name="Google Shape;65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590" name="Google Shape;6590;p17"/>
          <p:cNvSpPr/>
          <p:nvPr/>
        </p:nvSpPr>
        <p:spPr>
          <a:xfrm>
            <a:off x="4039984" y="3385772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91" name="Google Shape;6591;p17"/>
          <p:cNvSpPr/>
          <p:nvPr/>
        </p:nvSpPr>
        <p:spPr>
          <a:xfrm flipH="1" rot="-3378596">
            <a:off x="4056949" y="3400810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92" name="Google Shape;6592;p17"/>
          <p:cNvSpPr/>
          <p:nvPr/>
        </p:nvSpPr>
        <p:spPr>
          <a:xfrm>
            <a:off x="4074586" y="3415292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93" name="Google Shape;6593;p17"/>
          <p:cNvSpPr/>
          <p:nvPr/>
        </p:nvSpPr>
        <p:spPr>
          <a:xfrm rot="7814181">
            <a:off x="4307109" y="3266344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94" name="Google Shape;6594;p17"/>
          <p:cNvSpPr/>
          <p:nvPr/>
        </p:nvSpPr>
        <p:spPr>
          <a:xfrm rot="7814181">
            <a:off x="4293624" y="3369845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95" name="Google Shape;6595;p17"/>
          <p:cNvSpPr/>
          <p:nvPr/>
        </p:nvSpPr>
        <p:spPr>
          <a:xfrm rot="6731728">
            <a:off x="4211408" y="3354481"/>
            <a:ext cx="40501" cy="6949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596" name="Google Shape;6596;p17"/>
          <p:cNvSpPr/>
          <p:nvPr/>
        </p:nvSpPr>
        <p:spPr>
          <a:xfrm rot="7812123">
            <a:off x="4328199" y="3415484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597" name="Google Shape;6597;p17"/>
          <p:cNvGrpSpPr/>
          <p:nvPr/>
        </p:nvGrpSpPr>
        <p:grpSpPr>
          <a:xfrm rot="7805152">
            <a:off x="4352822" y="3358418"/>
            <a:ext cx="29915" cy="92613"/>
            <a:chOff x="2319702" y="2529176"/>
            <a:chExt cx="92925" cy="351075"/>
          </a:xfrm>
        </p:grpSpPr>
        <p:sp>
          <p:nvSpPr>
            <p:cNvPr id="6598" name="Google Shape;659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599" name="Google Shape;659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00" name="Google Shape;660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01" name="Google Shape;660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02" name="Google Shape;660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03" name="Google Shape;6603;p17"/>
          <p:cNvGrpSpPr/>
          <p:nvPr/>
        </p:nvGrpSpPr>
        <p:grpSpPr>
          <a:xfrm rot="7805152">
            <a:off x="4311847" y="3405888"/>
            <a:ext cx="29915" cy="92613"/>
            <a:chOff x="2319702" y="2529176"/>
            <a:chExt cx="92925" cy="351075"/>
          </a:xfrm>
        </p:grpSpPr>
        <p:sp>
          <p:nvSpPr>
            <p:cNvPr id="6604" name="Google Shape;660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05" name="Google Shape;660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06" name="Google Shape;660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07" name="Google Shape;660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08" name="Google Shape;660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09" name="Google Shape;6609;p17"/>
          <p:cNvGrpSpPr/>
          <p:nvPr/>
        </p:nvGrpSpPr>
        <p:grpSpPr>
          <a:xfrm rot="7805152">
            <a:off x="4281989" y="3298807"/>
            <a:ext cx="29915" cy="92613"/>
            <a:chOff x="2319702" y="2529176"/>
            <a:chExt cx="92925" cy="351075"/>
          </a:xfrm>
        </p:grpSpPr>
        <p:sp>
          <p:nvSpPr>
            <p:cNvPr id="6610" name="Google Shape;66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11" name="Google Shape;66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12" name="Google Shape;66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13" name="Google Shape;66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14" name="Google Shape;66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615" name="Google Shape;6615;p17"/>
          <p:cNvSpPr/>
          <p:nvPr/>
        </p:nvSpPr>
        <p:spPr>
          <a:xfrm flipH="1" rot="7421404">
            <a:off x="4283294" y="3396561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16" name="Google Shape;6616;p17"/>
          <p:cNvSpPr/>
          <p:nvPr/>
        </p:nvSpPr>
        <p:spPr>
          <a:xfrm rot="10800000">
            <a:off x="4265366" y="3382075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17" name="Google Shape;6617;p17"/>
          <p:cNvSpPr/>
          <p:nvPr/>
        </p:nvSpPr>
        <p:spPr>
          <a:xfrm flipH="1" rot="7421404">
            <a:off x="4248299" y="3367509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18" name="Google Shape;6618;p17"/>
          <p:cNvSpPr/>
          <p:nvPr/>
        </p:nvSpPr>
        <p:spPr>
          <a:xfrm rot="7814181">
            <a:off x="4117723" y="3491379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19" name="Google Shape;6619;p17"/>
          <p:cNvSpPr/>
          <p:nvPr/>
        </p:nvSpPr>
        <p:spPr>
          <a:xfrm rot="7814181">
            <a:off x="4104238" y="3594880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20" name="Google Shape;6620;p17"/>
          <p:cNvSpPr/>
          <p:nvPr/>
        </p:nvSpPr>
        <p:spPr>
          <a:xfrm rot="6731728">
            <a:off x="4022023" y="3579516"/>
            <a:ext cx="40501" cy="6949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21" name="Google Shape;6621;p17"/>
          <p:cNvSpPr/>
          <p:nvPr/>
        </p:nvSpPr>
        <p:spPr>
          <a:xfrm rot="7812123">
            <a:off x="4138813" y="3640518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622" name="Google Shape;6622;p17"/>
          <p:cNvGrpSpPr/>
          <p:nvPr/>
        </p:nvGrpSpPr>
        <p:grpSpPr>
          <a:xfrm rot="7805152">
            <a:off x="4163437" y="3583453"/>
            <a:ext cx="29915" cy="92613"/>
            <a:chOff x="2319702" y="2529176"/>
            <a:chExt cx="92925" cy="351075"/>
          </a:xfrm>
        </p:grpSpPr>
        <p:sp>
          <p:nvSpPr>
            <p:cNvPr id="6623" name="Google Shape;662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24" name="Google Shape;662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25" name="Google Shape;662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26" name="Google Shape;662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27" name="Google Shape;662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28" name="Google Shape;6628;p17"/>
          <p:cNvGrpSpPr/>
          <p:nvPr/>
        </p:nvGrpSpPr>
        <p:grpSpPr>
          <a:xfrm rot="7805152">
            <a:off x="4122462" y="3630922"/>
            <a:ext cx="29915" cy="92613"/>
            <a:chOff x="2319702" y="2529176"/>
            <a:chExt cx="92925" cy="351075"/>
          </a:xfrm>
        </p:grpSpPr>
        <p:sp>
          <p:nvSpPr>
            <p:cNvPr id="6629" name="Google Shape;662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30" name="Google Shape;663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31" name="Google Shape;663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32" name="Google Shape;663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33" name="Google Shape;663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34" name="Google Shape;6634;p17"/>
          <p:cNvGrpSpPr/>
          <p:nvPr/>
        </p:nvGrpSpPr>
        <p:grpSpPr>
          <a:xfrm rot="7805152">
            <a:off x="4092604" y="3523841"/>
            <a:ext cx="29915" cy="92613"/>
            <a:chOff x="2319702" y="2529176"/>
            <a:chExt cx="92925" cy="351075"/>
          </a:xfrm>
        </p:grpSpPr>
        <p:sp>
          <p:nvSpPr>
            <p:cNvPr id="6635" name="Google Shape;663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36" name="Google Shape;663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37" name="Google Shape;663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38" name="Google Shape;663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39" name="Google Shape;663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640" name="Google Shape;6640;p17"/>
          <p:cNvSpPr/>
          <p:nvPr/>
        </p:nvSpPr>
        <p:spPr>
          <a:xfrm flipH="1" rot="7421404">
            <a:off x="4093909" y="3621596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41" name="Google Shape;6641;p17"/>
          <p:cNvSpPr/>
          <p:nvPr/>
        </p:nvSpPr>
        <p:spPr>
          <a:xfrm rot="10800000">
            <a:off x="4075980" y="3607110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42" name="Google Shape;6642;p17"/>
          <p:cNvSpPr/>
          <p:nvPr/>
        </p:nvSpPr>
        <p:spPr>
          <a:xfrm flipH="1" rot="7421404">
            <a:off x="4058914" y="3592544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43" name="Google Shape;6643;p17"/>
          <p:cNvSpPr/>
          <p:nvPr/>
        </p:nvSpPr>
        <p:spPr>
          <a:xfrm flipH="1" rot="-2985819">
            <a:off x="4055078" y="3248394"/>
            <a:ext cx="40871" cy="210113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44" name="Google Shape;6644;p17"/>
          <p:cNvSpPr/>
          <p:nvPr/>
        </p:nvSpPr>
        <p:spPr>
          <a:xfrm flipH="1" rot="-2985819">
            <a:off x="3989393" y="3307494"/>
            <a:ext cx="40871" cy="141585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45" name="Google Shape;6645;p17"/>
          <p:cNvSpPr/>
          <p:nvPr/>
        </p:nvSpPr>
        <p:spPr>
          <a:xfrm flipH="1" rot="-1936539">
            <a:off x="4054902" y="3415830"/>
            <a:ext cx="40450" cy="68837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46" name="Google Shape;6646;p17"/>
          <p:cNvSpPr/>
          <p:nvPr/>
        </p:nvSpPr>
        <p:spPr>
          <a:xfrm flipH="1" rot="-2987877">
            <a:off x="3741820" y="3116778"/>
            <a:ext cx="294197" cy="237965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647" name="Google Shape;6647;p17"/>
          <p:cNvGrpSpPr/>
          <p:nvPr/>
        </p:nvGrpSpPr>
        <p:grpSpPr>
          <a:xfrm flipH="1" rot="-2994848">
            <a:off x="4020960" y="3273128"/>
            <a:ext cx="29915" cy="92613"/>
            <a:chOff x="2319702" y="2529176"/>
            <a:chExt cx="92925" cy="351075"/>
          </a:xfrm>
        </p:grpSpPr>
        <p:sp>
          <p:nvSpPr>
            <p:cNvPr id="6648" name="Google Shape;664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49" name="Google Shape;664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50" name="Google Shape;665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51" name="Google Shape;665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52" name="Google Shape;665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53" name="Google Shape;6653;p17"/>
          <p:cNvGrpSpPr/>
          <p:nvPr/>
        </p:nvGrpSpPr>
        <p:grpSpPr>
          <a:xfrm flipH="1" rot="-2994848">
            <a:off x="3981185" y="3321608"/>
            <a:ext cx="29915" cy="92613"/>
            <a:chOff x="2319702" y="2529176"/>
            <a:chExt cx="92925" cy="351075"/>
          </a:xfrm>
        </p:grpSpPr>
        <p:sp>
          <p:nvSpPr>
            <p:cNvPr id="6654" name="Google Shape;665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55" name="Google Shape;665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56" name="Google Shape;665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57" name="Google Shape;665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58" name="Google Shape;665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59" name="Google Shape;6659;p17"/>
          <p:cNvGrpSpPr/>
          <p:nvPr/>
        </p:nvGrpSpPr>
        <p:grpSpPr>
          <a:xfrm flipH="1" rot="-2994848">
            <a:off x="4091792" y="3332739"/>
            <a:ext cx="29915" cy="92613"/>
            <a:chOff x="2319702" y="2529176"/>
            <a:chExt cx="92925" cy="351075"/>
          </a:xfrm>
        </p:grpSpPr>
        <p:sp>
          <p:nvSpPr>
            <p:cNvPr id="6660" name="Google Shape;666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61" name="Google Shape;666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62" name="Google Shape;666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63" name="Google Shape;666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64" name="Google Shape;666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665" name="Google Shape;6665;p17"/>
          <p:cNvSpPr/>
          <p:nvPr/>
        </p:nvSpPr>
        <p:spPr>
          <a:xfrm>
            <a:off x="4039984" y="3385772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66" name="Google Shape;6666;p17"/>
          <p:cNvSpPr/>
          <p:nvPr/>
        </p:nvSpPr>
        <p:spPr>
          <a:xfrm flipH="1" rot="-3378596">
            <a:off x="4056949" y="3400810"/>
            <a:ext cx="1082" cy="36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67" name="Google Shape;6667;p17"/>
          <p:cNvSpPr/>
          <p:nvPr/>
        </p:nvSpPr>
        <p:spPr>
          <a:xfrm>
            <a:off x="4074586" y="3415292"/>
            <a:ext cx="900" cy="3660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68" name="Google Shape;6668;p17"/>
          <p:cNvSpPr/>
          <p:nvPr/>
        </p:nvSpPr>
        <p:spPr>
          <a:xfrm rot="6242175">
            <a:off x="4417772" y="2768461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69" name="Google Shape;6669;p17"/>
          <p:cNvSpPr/>
          <p:nvPr/>
        </p:nvSpPr>
        <p:spPr>
          <a:xfrm rot="6242175">
            <a:off x="4436512" y="2871303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70" name="Google Shape;6670;p17"/>
          <p:cNvSpPr/>
          <p:nvPr/>
        </p:nvSpPr>
        <p:spPr>
          <a:xfrm rot="5145816">
            <a:off x="4339941" y="2897786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71" name="Google Shape;6671;p17"/>
          <p:cNvSpPr/>
          <p:nvPr/>
        </p:nvSpPr>
        <p:spPr>
          <a:xfrm rot="6229404">
            <a:off x="4496165" y="2835063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672" name="Google Shape;6672;p17"/>
          <p:cNvGrpSpPr/>
          <p:nvPr/>
        </p:nvGrpSpPr>
        <p:grpSpPr>
          <a:xfrm rot="6222494">
            <a:off x="4474221" y="2839708"/>
            <a:ext cx="29919" cy="92583"/>
            <a:chOff x="2319702" y="2529176"/>
            <a:chExt cx="92925" cy="351075"/>
          </a:xfrm>
        </p:grpSpPr>
        <p:sp>
          <p:nvSpPr>
            <p:cNvPr id="6673" name="Google Shape;667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74" name="Google Shape;667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75" name="Google Shape;667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76" name="Google Shape;667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77" name="Google Shape;667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78" name="Google Shape;6678;p17"/>
          <p:cNvGrpSpPr/>
          <p:nvPr/>
        </p:nvGrpSpPr>
        <p:grpSpPr>
          <a:xfrm rot="6222494">
            <a:off x="4458609" y="2900442"/>
            <a:ext cx="29919" cy="92583"/>
            <a:chOff x="2319702" y="2529176"/>
            <a:chExt cx="92925" cy="351075"/>
          </a:xfrm>
        </p:grpSpPr>
        <p:sp>
          <p:nvSpPr>
            <p:cNvPr id="6679" name="Google Shape;667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80" name="Google Shape;668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81" name="Google Shape;668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82" name="Google Shape;668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83" name="Google Shape;668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684" name="Google Shape;6684;p17"/>
          <p:cNvGrpSpPr/>
          <p:nvPr/>
        </p:nvGrpSpPr>
        <p:grpSpPr>
          <a:xfrm rot="6222494">
            <a:off x="4384276" y="2817783"/>
            <a:ext cx="29919" cy="92583"/>
            <a:chOff x="2319702" y="2529176"/>
            <a:chExt cx="92925" cy="351075"/>
          </a:xfrm>
        </p:grpSpPr>
        <p:sp>
          <p:nvSpPr>
            <p:cNvPr id="6685" name="Google Shape;66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86" name="Google Shape;66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687" name="Google Shape;66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688" name="Google Shape;66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689" name="Google Shape;66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690" name="Google Shape;6690;p17"/>
          <p:cNvSpPr/>
          <p:nvPr/>
        </p:nvSpPr>
        <p:spPr>
          <a:xfrm flipH="1" rot="6506097">
            <a:off x="4417791" y="2913927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91" name="Google Shape;6691;p17"/>
          <p:cNvSpPr/>
          <p:nvPr/>
        </p:nvSpPr>
        <p:spPr>
          <a:xfrm rot="9693903">
            <a:off x="4395339" y="2908995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92" name="Google Shape;6692;p17"/>
          <p:cNvSpPr/>
          <p:nvPr/>
        </p:nvSpPr>
        <p:spPr>
          <a:xfrm flipH="1" rot="6506097">
            <a:off x="4373531" y="2903453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93" name="Google Shape;6693;p17"/>
          <p:cNvSpPr/>
          <p:nvPr/>
        </p:nvSpPr>
        <p:spPr>
          <a:xfrm rot="6242175">
            <a:off x="4348116" y="3054215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94" name="Google Shape;6694;p17"/>
          <p:cNvSpPr/>
          <p:nvPr/>
        </p:nvSpPr>
        <p:spPr>
          <a:xfrm rot="6242175">
            <a:off x="4366857" y="3157057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95" name="Google Shape;6695;p17"/>
          <p:cNvSpPr/>
          <p:nvPr/>
        </p:nvSpPr>
        <p:spPr>
          <a:xfrm rot="5145816">
            <a:off x="4270285" y="3183541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696" name="Google Shape;6696;p17"/>
          <p:cNvSpPr/>
          <p:nvPr/>
        </p:nvSpPr>
        <p:spPr>
          <a:xfrm rot="6229404">
            <a:off x="4426510" y="3120817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697" name="Google Shape;6697;p17"/>
          <p:cNvGrpSpPr/>
          <p:nvPr/>
        </p:nvGrpSpPr>
        <p:grpSpPr>
          <a:xfrm rot="6222494">
            <a:off x="4404566" y="3125463"/>
            <a:ext cx="29919" cy="92583"/>
            <a:chOff x="2319702" y="2529176"/>
            <a:chExt cx="92925" cy="351075"/>
          </a:xfrm>
        </p:grpSpPr>
        <p:sp>
          <p:nvSpPr>
            <p:cNvPr id="6698" name="Google Shape;669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699" name="Google Shape;669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00" name="Google Shape;670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01" name="Google Shape;670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02" name="Google Shape;670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03" name="Google Shape;6703;p17"/>
          <p:cNvGrpSpPr/>
          <p:nvPr/>
        </p:nvGrpSpPr>
        <p:grpSpPr>
          <a:xfrm rot="6222494">
            <a:off x="4388954" y="3186197"/>
            <a:ext cx="29919" cy="92583"/>
            <a:chOff x="2319702" y="2529176"/>
            <a:chExt cx="92925" cy="351075"/>
          </a:xfrm>
        </p:grpSpPr>
        <p:sp>
          <p:nvSpPr>
            <p:cNvPr id="6704" name="Google Shape;670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05" name="Google Shape;670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06" name="Google Shape;670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07" name="Google Shape;670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08" name="Google Shape;670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09" name="Google Shape;6709;p17"/>
          <p:cNvGrpSpPr/>
          <p:nvPr/>
        </p:nvGrpSpPr>
        <p:grpSpPr>
          <a:xfrm rot="6222494">
            <a:off x="4314621" y="3103538"/>
            <a:ext cx="29919" cy="92583"/>
            <a:chOff x="2319702" y="2529176"/>
            <a:chExt cx="92925" cy="351075"/>
          </a:xfrm>
        </p:grpSpPr>
        <p:sp>
          <p:nvSpPr>
            <p:cNvPr id="6710" name="Google Shape;67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11" name="Google Shape;67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12" name="Google Shape;67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13" name="Google Shape;67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14" name="Google Shape;67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715" name="Google Shape;6715;p17"/>
          <p:cNvSpPr/>
          <p:nvPr/>
        </p:nvSpPr>
        <p:spPr>
          <a:xfrm flipH="1" rot="6506097">
            <a:off x="4348136" y="3199681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16" name="Google Shape;6716;p17"/>
          <p:cNvSpPr/>
          <p:nvPr/>
        </p:nvSpPr>
        <p:spPr>
          <a:xfrm rot="9693903">
            <a:off x="4325684" y="3194749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17" name="Google Shape;6717;p17"/>
          <p:cNvSpPr/>
          <p:nvPr/>
        </p:nvSpPr>
        <p:spPr>
          <a:xfrm flipH="1" rot="6506097">
            <a:off x="4303875" y="3189207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18" name="Google Shape;6718;p17"/>
          <p:cNvSpPr/>
          <p:nvPr/>
        </p:nvSpPr>
        <p:spPr>
          <a:xfrm flipH="1" rot="-4557825">
            <a:off x="4183976" y="2864928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19" name="Google Shape;6719;p17"/>
          <p:cNvSpPr/>
          <p:nvPr/>
        </p:nvSpPr>
        <p:spPr>
          <a:xfrm flipH="1" rot="-4557825">
            <a:off x="4136117" y="2950370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20" name="Google Shape;6720;p17"/>
          <p:cNvSpPr/>
          <p:nvPr/>
        </p:nvSpPr>
        <p:spPr>
          <a:xfrm flipH="1" rot="-3511830">
            <a:off x="4226501" y="3022504"/>
            <a:ext cx="40801" cy="68781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721" name="Google Shape;6721;p17"/>
          <p:cNvGrpSpPr/>
          <p:nvPr/>
        </p:nvGrpSpPr>
        <p:grpSpPr>
          <a:xfrm flipH="1" rot="-4577506">
            <a:off x="4138588" y="2910643"/>
            <a:ext cx="29919" cy="92583"/>
            <a:chOff x="2319702" y="2529176"/>
            <a:chExt cx="92925" cy="351075"/>
          </a:xfrm>
        </p:grpSpPr>
        <p:sp>
          <p:nvSpPr>
            <p:cNvPr id="6722" name="Google Shape;672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23" name="Google Shape;672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24" name="Google Shape;672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25" name="Google Shape;672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26" name="Google Shape;672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27" name="Google Shape;6727;p17"/>
          <p:cNvGrpSpPr/>
          <p:nvPr/>
        </p:nvGrpSpPr>
        <p:grpSpPr>
          <a:xfrm flipH="1" rot="-4577506">
            <a:off x="4124500" y="2971748"/>
            <a:ext cx="29919" cy="92583"/>
            <a:chOff x="2319702" y="2529176"/>
            <a:chExt cx="92925" cy="351075"/>
          </a:xfrm>
        </p:grpSpPr>
        <p:sp>
          <p:nvSpPr>
            <p:cNvPr id="6728" name="Google Shape;672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29" name="Google Shape;672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30" name="Google Shape;673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31" name="Google Shape;673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32" name="Google Shape;673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33" name="Google Shape;6733;p17"/>
          <p:cNvGrpSpPr/>
          <p:nvPr/>
        </p:nvGrpSpPr>
        <p:grpSpPr>
          <a:xfrm flipH="1" rot="-4577506">
            <a:off x="4228533" y="2932568"/>
            <a:ext cx="29919" cy="92583"/>
            <a:chOff x="2319702" y="2529176"/>
            <a:chExt cx="92925" cy="351075"/>
          </a:xfrm>
        </p:grpSpPr>
        <p:sp>
          <p:nvSpPr>
            <p:cNvPr id="6734" name="Google Shape;673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35" name="Google Shape;673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36" name="Google Shape;673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37" name="Google Shape;673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38" name="Google Shape;673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739" name="Google Shape;6739;p17"/>
          <p:cNvSpPr/>
          <p:nvPr/>
        </p:nvSpPr>
        <p:spPr>
          <a:xfrm rot="-1106097">
            <a:off x="4195044" y="3012509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40" name="Google Shape;6740;p17"/>
          <p:cNvSpPr/>
          <p:nvPr/>
        </p:nvSpPr>
        <p:spPr>
          <a:xfrm flipH="1" rot="-4293903">
            <a:off x="4217132" y="3017856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41" name="Google Shape;6741;p17"/>
          <p:cNvSpPr/>
          <p:nvPr/>
        </p:nvSpPr>
        <p:spPr>
          <a:xfrm rot="-1106097">
            <a:off x="4239159" y="3023577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42" name="Google Shape;6742;p17"/>
          <p:cNvSpPr/>
          <p:nvPr/>
        </p:nvSpPr>
        <p:spPr>
          <a:xfrm rot="6242175">
            <a:off x="4417772" y="2768461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43" name="Google Shape;6743;p17"/>
          <p:cNvSpPr/>
          <p:nvPr/>
        </p:nvSpPr>
        <p:spPr>
          <a:xfrm rot="6242175">
            <a:off x="4436512" y="2871303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44" name="Google Shape;6744;p17"/>
          <p:cNvSpPr/>
          <p:nvPr/>
        </p:nvSpPr>
        <p:spPr>
          <a:xfrm rot="5145816">
            <a:off x="4339941" y="2897786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45" name="Google Shape;6745;p17"/>
          <p:cNvSpPr/>
          <p:nvPr/>
        </p:nvSpPr>
        <p:spPr>
          <a:xfrm rot="6229404">
            <a:off x="4496165" y="2835063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746" name="Google Shape;6746;p17"/>
          <p:cNvGrpSpPr/>
          <p:nvPr/>
        </p:nvGrpSpPr>
        <p:grpSpPr>
          <a:xfrm rot="6222494">
            <a:off x="4474221" y="2839708"/>
            <a:ext cx="29919" cy="92583"/>
            <a:chOff x="2319702" y="2529176"/>
            <a:chExt cx="92925" cy="351075"/>
          </a:xfrm>
        </p:grpSpPr>
        <p:sp>
          <p:nvSpPr>
            <p:cNvPr id="6747" name="Google Shape;674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48" name="Google Shape;674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49" name="Google Shape;674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50" name="Google Shape;675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51" name="Google Shape;675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52" name="Google Shape;6752;p17"/>
          <p:cNvGrpSpPr/>
          <p:nvPr/>
        </p:nvGrpSpPr>
        <p:grpSpPr>
          <a:xfrm rot="6222494">
            <a:off x="4458609" y="2900442"/>
            <a:ext cx="29919" cy="92583"/>
            <a:chOff x="2319702" y="2529176"/>
            <a:chExt cx="92925" cy="351075"/>
          </a:xfrm>
        </p:grpSpPr>
        <p:sp>
          <p:nvSpPr>
            <p:cNvPr id="6753" name="Google Shape;675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54" name="Google Shape;675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55" name="Google Shape;675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56" name="Google Shape;675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57" name="Google Shape;675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58" name="Google Shape;6758;p17"/>
          <p:cNvGrpSpPr/>
          <p:nvPr/>
        </p:nvGrpSpPr>
        <p:grpSpPr>
          <a:xfrm rot="6222494">
            <a:off x="4384276" y="2817783"/>
            <a:ext cx="29919" cy="92583"/>
            <a:chOff x="2319702" y="2529176"/>
            <a:chExt cx="92925" cy="351075"/>
          </a:xfrm>
        </p:grpSpPr>
        <p:sp>
          <p:nvSpPr>
            <p:cNvPr id="6759" name="Google Shape;675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60" name="Google Shape;676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61" name="Google Shape;676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62" name="Google Shape;676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63" name="Google Shape;676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764" name="Google Shape;6764;p17"/>
          <p:cNvSpPr/>
          <p:nvPr/>
        </p:nvSpPr>
        <p:spPr>
          <a:xfrm flipH="1" rot="6506097">
            <a:off x="4417791" y="2913927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65" name="Google Shape;6765;p17"/>
          <p:cNvSpPr/>
          <p:nvPr/>
        </p:nvSpPr>
        <p:spPr>
          <a:xfrm rot="9693903">
            <a:off x="4395339" y="2908995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66" name="Google Shape;6766;p17"/>
          <p:cNvSpPr/>
          <p:nvPr/>
        </p:nvSpPr>
        <p:spPr>
          <a:xfrm flipH="1" rot="6506097">
            <a:off x="4373531" y="2903453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67" name="Google Shape;6767;p17"/>
          <p:cNvSpPr/>
          <p:nvPr/>
        </p:nvSpPr>
        <p:spPr>
          <a:xfrm rot="6242175">
            <a:off x="4348116" y="3054215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68" name="Google Shape;6768;p17"/>
          <p:cNvSpPr/>
          <p:nvPr/>
        </p:nvSpPr>
        <p:spPr>
          <a:xfrm rot="6242175">
            <a:off x="4366857" y="3157057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69" name="Google Shape;6769;p17"/>
          <p:cNvSpPr/>
          <p:nvPr/>
        </p:nvSpPr>
        <p:spPr>
          <a:xfrm rot="5145816">
            <a:off x="4270285" y="3183541"/>
            <a:ext cx="40611" cy="69544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70" name="Google Shape;6770;p17"/>
          <p:cNvSpPr/>
          <p:nvPr/>
        </p:nvSpPr>
        <p:spPr>
          <a:xfrm rot="6229404">
            <a:off x="4426510" y="3120817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771" name="Google Shape;6771;p17"/>
          <p:cNvGrpSpPr/>
          <p:nvPr/>
        </p:nvGrpSpPr>
        <p:grpSpPr>
          <a:xfrm rot="6222494">
            <a:off x="4404566" y="3125463"/>
            <a:ext cx="29919" cy="92583"/>
            <a:chOff x="2319702" y="2529176"/>
            <a:chExt cx="92925" cy="351075"/>
          </a:xfrm>
        </p:grpSpPr>
        <p:sp>
          <p:nvSpPr>
            <p:cNvPr id="6772" name="Google Shape;677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73" name="Google Shape;677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74" name="Google Shape;677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75" name="Google Shape;677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76" name="Google Shape;677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77" name="Google Shape;6777;p17"/>
          <p:cNvGrpSpPr/>
          <p:nvPr/>
        </p:nvGrpSpPr>
        <p:grpSpPr>
          <a:xfrm rot="6222494">
            <a:off x="4388954" y="3186197"/>
            <a:ext cx="29919" cy="92583"/>
            <a:chOff x="2319702" y="2529176"/>
            <a:chExt cx="92925" cy="351075"/>
          </a:xfrm>
        </p:grpSpPr>
        <p:sp>
          <p:nvSpPr>
            <p:cNvPr id="6778" name="Google Shape;6778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79" name="Google Shape;6779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80" name="Google Shape;6780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81" name="Google Shape;6781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82" name="Google Shape;6782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783" name="Google Shape;6783;p17"/>
          <p:cNvGrpSpPr/>
          <p:nvPr/>
        </p:nvGrpSpPr>
        <p:grpSpPr>
          <a:xfrm rot="6222494">
            <a:off x="4314621" y="3103538"/>
            <a:ext cx="29919" cy="92583"/>
            <a:chOff x="2319702" y="2529176"/>
            <a:chExt cx="92925" cy="351075"/>
          </a:xfrm>
        </p:grpSpPr>
        <p:sp>
          <p:nvSpPr>
            <p:cNvPr id="6784" name="Google Shape;6784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85" name="Google Shape;6785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86" name="Google Shape;6786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787" name="Google Shape;6787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788" name="Google Shape;6788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789" name="Google Shape;6789;p17"/>
          <p:cNvSpPr/>
          <p:nvPr/>
        </p:nvSpPr>
        <p:spPr>
          <a:xfrm flipH="1" rot="6506097">
            <a:off x="4348136" y="3199681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90" name="Google Shape;6790;p17"/>
          <p:cNvSpPr/>
          <p:nvPr/>
        </p:nvSpPr>
        <p:spPr>
          <a:xfrm rot="9693903">
            <a:off x="4325684" y="3194749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91" name="Google Shape;6791;p17"/>
          <p:cNvSpPr/>
          <p:nvPr/>
        </p:nvSpPr>
        <p:spPr>
          <a:xfrm flipH="1" rot="6506097">
            <a:off x="4303875" y="3189207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92" name="Google Shape;6792;p17"/>
          <p:cNvSpPr/>
          <p:nvPr/>
        </p:nvSpPr>
        <p:spPr>
          <a:xfrm flipH="1" rot="-4557825">
            <a:off x="4183976" y="2864928"/>
            <a:ext cx="40819" cy="210206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93" name="Google Shape;6793;p17"/>
          <p:cNvSpPr/>
          <p:nvPr/>
        </p:nvSpPr>
        <p:spPr>
          <a:xfrm flipH="1" rot="-4557825">
            <a:off x="4136117" y="2950370"/>
            <a:ext cx="40819" cy="141378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94" name="Google Shape;6794;p17"/>
          <p:cNvSpPr/>
          <p:nvPr/>
        </p:nvSpPr>
        <p:spPr>
          <a:xfrm flipH="1" rot="-3511830">
            <a:off x="4226501" y="3022504"/>
            <a:ext cx="40801" cy="68781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795" name="Google Shape;6795;p17"/>
          <p:cNvSpPr/>
          <p:nvPr/>
        </p:nvSpPr>
        <p:spPr>
          <a:xfrm flipH="1" rot="-4570596">
            <a:off x="3838141" y="2828139"/>
            <a:ext cx="293810" cy="238001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796" name="Google Shape;6796;p17"/>
          <p:cNvGrpSpPr/>
          <p:nvPr/>
        </p:nvGrpSpPr>
        <p:grpSpPr>
          <a:xfrm flipH="1" rot="-4577506">
            <a:off x="4138588" y="2910643"/>
            <a:ext cx="29919" cy="92583"/>
            <a:chOff x="2319702" y="2529176"/>
            <a:chExt cx="92925" cy="351075"/>
          </a:xfrm>
        </p:grpSpPr>
        <p:sp>
          <p:nvSpPr>
            <p:cNvPr id="6797" name="Google Shape;679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798" name="Google Shape;679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799" name="Google Shape;679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800" name="Google Shape;680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01" name="Google Shape;680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802" name="Google Shape;6802;p17"/>
          <p:cNvGrpSpPr/>
          <p:nvPr/>
        </p:nvGrpSpPr>
        <p:grpSpPr>
          <a:xfrm flipH="1" rot="-4577506">
            <a:off x="4124500" y="2971748"/>
            <a:ext cx="29919" cy="92583"/>
            <a:chOff x="2319702" y="2529176"/>
            <a:chExt cx="92925" cy="351075"/>
          </a:xfrm>
        </p:grpSpPr>
        <p:sp>
          <p:nvSpPr>
            <p:cNvPr id="6803" name="Google Shape;6803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04" name="Google Shape;6804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805" name="Google Shape;6805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806" name="Google Shape;6806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07" name="Google Shape;6807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6808" name="Google Shape;6808;p17"/>
          <p:cNvGrpSpPr/>
          <p:nvPr/>
        </p:nvGrpSpPr>
        <p:grpSpPr>
          <a:xfrm flipH="1" rot="-4577506">
            <a:off x="4228533" y="2932568"/>
            <a:ext cx="29919" cy="92583"/>
            <a:chOff x="2319702" y="2529176"/>
            <a:chExt cx="92925" cy="351075"/>
          </a:xfrm>
        </p:grpSpPr>
        <p:sp>
          <p:nvSpPr>
            <p:cNvPr id="6809" name="Google Shape;6809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10" name="Google Shape;6810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811" name="Google Shape;6811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6812" name="Google Shape;6812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13" name="Google Shape;6813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6814" name="Google Shape;6814;p17"/>
          <p:cNvSpPr/>
          <p:nvPr/>
        </p:nvSpPr>
        <p:spPr>
          <a:xfrm rot="-1106097">
            <a:off x="4195044" y="3012509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815" name="Google Shape;6815;p17"/>
          <p:cNvSpPr/>
          <p:nvPr/>
        </p:nvSpPr>
        <p:spPr>
          <a:xfrm flipH="1" rot="-4293903">
            <a:off x="4217132" y="3017856"/>
            <a:ext cx="949" cy="37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816" name="Google Shape;6816;p17"/>
          <p:cNvSpPr/>
          <p:nvPr/>
        </p:nvSpPr>
        <p:spPr>
          <a:xfrm rot="-1106097">
            <a:off x="4239159" y="3023577"/>
            <a:ext cx="949" cy="3650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817" name="Google Shape;6817;p17"/>
          <p:cNvGrpSpPr/>
          <p:nvPr/>
        </p:nvGrpSpPr>
        <p:grpSpPr>
          <a:xfrm>
            <a:off x="1257944" y="1317814"/>
            <a:ext cx="2943948" cy="2943594"/>
            <a:chOff x="1257944" y="1317814"/>
            <a:chExt cx="2943948" cy="2943594"/>
          </a:xfrm>
        </p:grpSpPr>
        <p:sp>
          <p:nvSpPr>
            <p:cNvPr id="6818" name="Google Shape;6818;p17"/>
            <p:cNvSpPr/>
            <p:nvPr/>
          </p:nvSpPr>
          <p:spPr>
            <a:xfrm flipH="1">
              <a:off x="3468241" y="1550035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19" name="Google Shape;6819;p17"/>
            <p:cNvSpPr/>
            <p:nvPr/>
          </p:nvSpPr>
          <p:spPr>
            <a:xfrm flipH="1">
              <a:off x="3406764" y="1550035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20" name="Google Shape;6820;p17"/>
            <p:cNvSpPr/>
            <p:nvPr/>
          </p:nvSpPr>
          <p:spPr>
            <a:xfrm flipH="1" rot="1033649">
              <a:off x="3393854" y="1682583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21" name="Google Shape;6821;p17"/>
            <p:cNvSpPr/>
            <p:nvPr/>
          </p:nvSpPr>
          <p:spPr>
            <a:xfrm flipH="1">
              <a:off x="3312141" y="1317814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822" name="Google Shape;6822;p17"/>
            <p:cNvGrpSpPr/>
            <p:nvPr/>
          </p:nvGrpSpPr>
          <p:grpSpPr>
            <a:xfrm flipH="1">
              <a:off x="3475267" y="1556318"/>
              <a:ext cx="29894" cy="92578"/>
              <a:chOff x="2319702" y="2529176"/>
              <a:chExt cx="92925" cy="351075"/>
            </a:xfrm>
          </p:grpSpPr>
          <p:sp>
            <p:nvSpPr>
              <p:cNvPr id="6823" name="Google Shape;682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24" name="Google Shape;682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25" name="Google Shape;682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26" name="Google Shape;682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27" name="Google Shape;682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28" name="Google Shape;6828;p17"/>
            <p:cNvGrpSpPr/>
            <p:nvPr/>
          </p:nvGrpSpPr>
          <p:grpSpPr>
            <a:xfrm flipH="1">
              <a:off x="3412563" y="1557103"/>
              <a:ext cx="29894" cy="92578"/>
              <a:chOff x="2319702" y="2529176"/>
              <a:chExt cx="92925" cy="351075"/>
            </a:xfrm>
          </p:grpSpPr>
          <p:sp>
            <p:nvSpPr>
              <p:cNvPr id="6829" name="Google Shape;682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30" name="Google Shape;683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31" name="Google Shape;683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32" name="Google Shape;683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33" name="Google Shape;683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34" name="Google Shape;6834;p17"/>
            <p:cNvGrpSpPr/>
            <p:nvPr/>
          </p:nvGrpSpPr>
          <p:grpSpPr>
            <a:xfrm flipH="1">
              <a:off x="3475267" y="1648897"/>
              <a:ext cx="29894" cy="92578"/>
              <a:chOff x="2319702" y="2529176"/>
              <a:chExt cx="92925" cy="351075"/>
            </a:xfrm>
          </p:grpSpPr>
          <p:sp>
            <p:nvSpPr>
              <p:cNvPr id="6835" name="Google Shape;6835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36" name="Google Shape;6836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37" name="Google Shape;6837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38" name="Google Shape;6838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39" name="Google Shape;6839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840" name="Google Shape;6840;p17"/>
            <p:cNvSpPr/>
            <p:nvPr/>
          </p:nvSpPr>
          <p:spPr>
            <a:xfrm rot="2021404">
              <a:off x="3427248" y="164245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41" name="Google Shape;6841;p17"/>
            <p:cNvSpPr/>
            <p:nvPr/>
          </p:nvSpPr>
          <p:spPr>
            <a:xfrm flipH="1" rot="-2021404">
              <a:off x="3426844" y="166538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42" name="Google Shape;6842;p17"/>
            <p:cNvSpPr/>
            <p:nvPr/>
          </p:nvSpPr>
          <p:spPr>
            <a:xfrm rot="2021404">
              <a:off x="3426942" y="168794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43" name="Google Shape;6843;p17"/>
            <p:cNvSpPr/>
            <p:nvPr/>
          </p:nvSpPr>
          <p:spPr>
            <a:xfrm flipH="1">
              <a:off x="3174120" y="1550035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44" name="Google Shape;6844;p17"/>
            <p:cNvSpPr/>
            <p:nvPr/>
          </p:nvSpPr>
          <p:spPr>
            <a:xfrm flipH="1">
              <a:off x="3112643" y="1550035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45" name="Google Shape;6845;p17"/>
            <p:cNvSpPr/>
            <p:nvPr/>
          </p:nvSpPr>
          <p:spPr>
            <a:xfrm flipH="1" rot="1033649">
              <a:off x="3099733" y="1682583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846" name="Google Shape;6846;p17"/>
            <p:cNvGrpSpPr/>
            <p:nvPr/>
          </p:nvGrpSpPr>
          <p:grpSpPr>
            <a:xfrm flipH="1">
              <a:off x="3181145" y="1556318"/>
              <a:ext cx="29894" cy="92578"/>
              <a:chOff x="2319702" y="2529176"/>
              <a:chExt cx="92925" cy="351075"/>
            </a:xfrm>
          </p:grpSpPr>
          <p:sp>
            <p:nvSpPr>
              <p:cNvPr id="6847" name="Google Shape;684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48" name="Google Shape;684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49" name="Google Shape;684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50" name="Google Shape;685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51" name="Google Shape;685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52" name="Google Shape;6852;p17"/>
            <p:cNvGrpSpPr/>
            <p:nvPr/>
          </p:nvGrpSpPr>
          <p:grpSpPr>
            <a:xfrm flipH="1">
              <a:off x="3118442" y="1557103"/>
              <a:ext cx="29894" cy="92578"/>
              <a:chOff x="2319702" y="2529176"/>
              <a:chExt cx="92925" cy="351075"/>
            </a:xfrm>
          </p:grpSpPr>
          <p:sp>
            <p:nvSpPr>
              <p:cNvPr id="6853" name="Google Shape;685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54" name="Google Shape;685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55" name="Google Shape;685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56" name="Google Shape;685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57" name="Google Shape;685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58" name="Google Shape;6858;p17"/>
            <p:cNvGrpSpPr/>
            <p:nvPr/>
          </p:nvGrpSpPr>
          <p:grpSpPr>
            <a:xfrm flipH="1">
              <a:off x="3181145" y="1648897"/>
              <a:ext cx="29894" cy="92578"/>
              <a:chOff x="2319702" y="2529176"/>
              <a:chExt cx="92925" cy="351075"/>
            </a:xfrm>
          </p:grpSpPr>
          <p:sp>
            <p:nvSpPr>
              <p:cNvPr id="6859" name="Google Shape;685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60" name="Google Shape;686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61" name="Google Shape;686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62" name="Google Shape;686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63" name="Google Shape;686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864" name="Google Shape;6864;p17"/>
            <p:cNvSpPr/>
            <p:nvPr/>
          </p:nvSpPr>
          <p:spPr>
            <a:xfrm rot="2021404">
              <a:off x="3133127" y="164245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65" name="Google Shape;6865;p17"/>
            <p:cNvSpPr/>
            <p:nvPr/>
          </p:nvSpPr>
          <p:spPr>
            <a:xfrm flipH="1" rot="-2021404">
              <a:off x="3132723" y="166538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66" name="Google Shape;6866;p17"/>
            <p:cNvSpPr/>
            <p:nvPr/>
          </p:nvSpPr>
          <p:spPr>
            <a:xfrm rot="2021404">
              <a:off x="3132821" y="168794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67" name="Google Shape;6867;p17"/>
            <p:cNvSpPr/>
            <p:nvPr/>
          </p:nvSpPr>
          <p:spPr>
            <a:xfrm rot="10800000">
              <a:off x="3320095" y="1754837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68" name="Google Shape;6868;p17"/>
            <p:cNvSpPr/>
            <p:nvPr/>
          </p:nvSpPr>
          <p:spPr>
            <a:xfrm rot="10800000">
              <a:off x="3258618" y="1822337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69" name="Google Shape;6869;p17"/>
            <p:cNvSpPr/>
            <p:nvPr/>
          </p:nvSpPr>
          <p:spPr>
            <a:xfrm rot="9766351">
              <a:off x="3245708" y="1762467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70" name="Google Shape;6870;p17"/>
            <p:cNvSpPr/>
            <p:nvPr/>
          </p:nvSpPr>
          <p:spPr>
            <a:xfrm rot="10800000">
              <a:off x="3163994" y="1959158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871" name="Google Shape;6871;p17"/>
            <p:cNvGrpSpPr/>
            <p:nvPr/>
          </p:nvGrpSpPr>
          <p:grpSpPr>
            <a:xfrm rot="10800000">
              <a:off x="3327120" y="1865676"/>
              <a:ext cx="29894" cy="92578"/>
              <a:chOff x="2319702" y="2529176"/>
              <a:chExt cx="92925" cy="351075"/>
            </a:xfrm>
          </p:grpSpPr>
          <p:sp>
            <p:nvSpPr>
              <p:cNvPr id="6872" name="Google Shape;687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73" name="Google Shape;687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74" name="Google Shape;687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75" name="Google Shape;687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76" name="Google Shape;687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77" name="Google Shape;6877;p17"/>
            <p:cNvGrpSpPr/>
            <p:nvPr/>
          </p:nvGrpSpPr>
          <p:grpSpPr>
            <a:xfrm rot="10800000">
              <a:off x="3264417" y="1864891"/>
              <a:ext cx="29894" cy="92578"/>
              <a:chOff x="2319702" y="2529176"/>
              <a:chExt cx="92925" cy="351075"/>
            </a:xfrm>
          </p:grpSpPr>
          <p:sp>
            <p:nvSpPr>
              <p:cNvPr id="6878" name="Google Shape;687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79" name="Google Shape;687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80" name="Google Shape;688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81" name="Google Shape;688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82" name="Google Shape;688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883" name="Google Shape;6883;p17"/>
            <p:cNvGrpSpPr/>
            <p:nvPr/>
          </p:nvGrpSpPr>
          <p:grpSpPr>
            <a:xfrm rot="10800000">
              <a:off x="3327120" y="1773097"/>
              <a:ext cx="29894" cy="92578"/>
              <a:chOff x="2319702" y="2529176"/>
              <a:chExt cx="92925" cy="351075"/>
            </a:xfrm>
          </p:grpSpPr>
          <p:sp>
            <p:nvSpPr>
              <p:cNvPr id="6884" name="Google Shape;6884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85" name="Google Shape;6885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86" name="Google Shape;6886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887" name="Google Shape;6887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888" name="Google Shape;6888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889" name="Google Shape;6889;p17"/>
            <p:cNvSpPr/>
            <p:nvPr/>
          </p:nvSpPr>
          <p:spPr>
            <a:xfrm flipH="1" rot="8778596">
              <a:off x="3279102" y="183523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90" name="Google Shape;6890;p17"/>
            <p:cNvSpPr/>
            <p:nvPr/>
          </p:nvSpPr>
          <p:spPr>
            <a:xfrm rot="-8778596">
              <a:off x="3278698" y="181231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91" name="Google Shape;6891;p17"/>
            <p:cNvSpPr/>
            <p:nvPr/>
          </p:nvSpPr>
          <p:spPr>
            <a:xfrm flipH="1" rot="8778596">
              <a:off x="3278796" y="1789757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92" name="Google Shape;6892;p17"/>
            <p:cNvSpPr/>
            <p:nvPr/>
          </p:nvSpPr>
          <p:spPr>
            <a:xfrm flipH="1">
              <a:off x="3468241" y="1550035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93" name="Google Shape;6893;p17"/>
            <p:cNvSpPr/>
            <p:nvPr/>
          </p:nvSpPr>
          <p:spPr>
            <a:xfrm flipH="1">
              <a:off x="3406764" y="1550035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94" name="Google Shape;6894;p17"/>
            <p:cNvSpPr/>
            <p:nvPr/>
          </p:nvSpPr>
          <p:spPr>
            <a:xfrm flipH="1" rot="1033649">
              <a:off x="3393854" y="1682583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895" name="Google Shape;6895;p17"/>
            <p:cNvSpPr/>
            <p:nvPr/>
          </p:nvSpPr>
          <p:spPr>
            <a:xfrm flipH="1">
              <a:off x="3312141" y="1317814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896" name="Google Shape;6896;p17"/>
            <p:cNvGrpSpPr/>
            <p:nvPr/>
          </p:nvGrpSpPr>
          <p:grpSpPr>
            <a:xfrm flipH="1">
              <a:off x="3475267" y="1556318"/>
              <a:ext cx="29894" cy="92578"/>
              <a:chOff x="2319702" y="2529176"/>
              <a:chExt cx="92925" cy="351075"/>
            </a:xfrm>
          </p:grpSpPr>
          <p:sp>
            <p:nvSpPr>
              <p:cNvPr id="6897" name="Google Shape;689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898" name="Google Shape;689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899" name="Google Shape;689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00" name="Google Shape;690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01" name="Google Shape;690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02" name="Google Shape;6902;p17"/>
            <p:cNvGrpSpPr/>
            <p:nvPr/>
          </p:nvGrpSpPr>
          <p:grpSpPr>
            <a:xfrm flipH="1">
              <a:off x="3412563" y="1557103"/>
              <a:ext cx="29894" cy="92578"/>
              <a:chOff x="2319702" y="2529176"/>
              <a:chExt cx="92925" cy="351075"/>
            </a:xfrm>
          </p:grpSpPr>
          <p:sp>
            <p:nvSpPr>
              <p:cNvPr id="6903" name="Google Shape;690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04" name="Google Shape;690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05" name="Google Shape;690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06" name="Google Shape;690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07" name="Google Shape;690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08" name="Google Shape;6908;p17"/>
            <p:cNvGrpSpPr/>
            <p:nvPr/>
          </p:nvGrpSpPr>
          <p:grpSpPr>
            <a:xfrm flipH="1">
              <a:off x="3475267" y="1648897"/>
              <a:ext cx="29894" cy="92578"/>
              <a:chOff x="2319702" y="2529176"/>
              <a:chExt cx="92925" cy="351075"/>
            </a:xfrm>
          </p:grpSpPr>
          <p:sp>
            <p:nvSpPr>
              <p:cNvPr id="6909" name="Google Shape;6909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10" name="Google Shape;6910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11" name="Google Shape;6911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12" name="Google Shape;6912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13" name="Google Shape;6913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914" name="Google Shape;6914;p17"/>
            <p:cNvSpPr/>
            <p:nvPr/>
          </p:nvSpPr>
          <p:spPr>
            <a:xfrm rot="2021404">
              <a:off x="3427248" y="164245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15" name="Google Shape;6915;p17"/>
            <p:cNvSpPr/>
            <p:nvPr/>
          </p:nvSpPr>
          <p:spPr>
            <a:xfrm flipH="1" rot="-2021404">
              <a:off x="3426844" y="166538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16" name="Google Shape;6916;p17"/>
            <p:cNvSpPr/>
            <p:nvPr/>
          </p:nvSpPr>
          <p:spPr>
            <a:xfrm rot="2021404">
              <a:off x="3426942" y="168794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17" name="Google Shape;6917;p17"/>
            <p:cNvSpPr/>
            <p:nvPr/>
          </p:nvSpPr>
          <p:spPr>
            <a:xfrm flipH="1">
              <a:off x="3174120" y="1550035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18" name="Google Shape;6918;p17"/>
            <p:cNvSpPr/>
            <p:nvPr/>
          </p:nvSpPr>
          <p:spPr>
            <a:xfrm flipH="1">
              <a:off x="3112643" y="1550035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19" name="Google Shape;6919;p17"/>
            <p:cNvSpPr/>
            <p:nvPr/>
          </p:nvSpPr>
          <p:spPr>
            <a:xfrm flipH="1" rot="1033649">
              <a:off x="3099733" y="1682583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920" name="Google Shape;6920;p17"/>
            <p:cNvGrpSpPr/>
            <p:nvPr/>
          </p:nvGrpSpPr>
          <p:grpSpPr>
            <a:xfrm flipH="1">
              <a:off x="3181145" y="1556318"/>
              <a:ext cx="29894" cy="92578"/>
              <a:chOff x="2319702" y="2529176"/>
              <a:chExt cx="92925" cy="351075"/>
            </a:xfrm>
          </p:grpSpPr>
          <p:sp>
            <p:nvSpPr>
              <p:cNvPr id="6921" name="Google Shape;692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22" name="Google Shape;692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23" name="Google Shape;692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24" name="Google Shape;692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25" name="Google Shape;692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26" name="Google Shape;6926;p17"/>
            <p:cNvGrpSpPr/>
            <p:nvPr/>
          </p:nvGrpSpPr>
          <p:grpSpPr>
            <a:xfrm flipH="1">
              <a:off x="3118442" y="1557103"/>
              <a:ext cx="29894" cy="92578"/>
              <a:chOff x="2319702" y="2529176"/>
              <a:chExt cx="92925" cy="351075"/>
            </a:xfrm>
          </p:grpSpPr>
          <p:sp>
            <p:nvSpPr>
              <p:cNvPr id="6927" name="Google Shape;692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28" name="Google Shape;692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29" name="Google Shape;692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30" name="Google Shape;693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31" name="Google Shape;693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32" name="Google Shape;6932;p17"/>
            <p:cNvGrpSpPr/>
            <p:nvPr/>
          </p:nvGrpSpPr>
          <p:grpSpPr>
            <a:xfrm flipH="1">
              <a:off x="3181145" y="1648897"/>
              <a:ext cx="29894" cy="92578"/>
              <a:chOff x="2319702" y="2529176"/>
              <a:chExt cx="92925" cy="351075"/>
            </a:xfrm>
          </p:grpSpPr>
          <p:sp>
            <p:nvSpPr>
              <p:cNvPr id="6933" name="Google Shape;693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34" name="Google Shape;693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35" name="Google Shape;693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36" name="Google Shape;693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37" name="Google Shape;693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938" name="Google Shape;6938;p17"/>
            <p:cNvSpPr/>
            <p:nvPr/>
          </p:nvSpPr>
          <p:spPr>
            <a:xfrm rot="2021404">
              <a:off x="3133127" y="1642459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39" name="Google Shape;6939;p17"/>
            <p:cNvSpPr/>
            <p:nvPr/>
          </p:nvSpPr>
          <p:spPr>
            <a:xfrm flipH="1" rot="-2021404">
              <a:off x="3132723" y="166538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40" name="Google Shape;6940;p17"/>
            <p:cNvSpPr/>
            <p:nvPr/>
          </p:nvSpPr>
          <p:spPr>
            <a:xfrm rot="2021404">
              <a:off x="3132821" y="1687941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41" name="Google Shape;6941;p17"/>
            <p:cNvSpPr/>
            <p:nvPr/>
          </p:nvSpPr>
          <p:spPr>
            <a:xfrm rot="10800000">
              <a:off x="3320095" y="1754837"/>
              <a:ext cx="41400" cy="2097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42" name="Google Shape;6942;p17"/>
            <p:cNvSpPr/>
            <p:nvPr/>
          </p:nvSpPr>
          <p:spPr>
            <a:xfrm rot="10800000">
              <a:off x="3258618" y="1822337"/>
              <a:ext cx="41400" cy="142200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43" name="Google Shape;6943;p17"/>
            <p:cNvSpPr/>
            <p:nvPr/>
          </p:nvSpPr>
          <p:spPr>
            <a:xfrm rot="9766351">
              <a:off x="3245708" y="1762467"/>
              <a:ext cx="40518" cy="6952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44" name="Google Shape;6944;p17"/>
            <p:cNvSpPr/>
            <p:nvPr/>
          </p:nvSpPr>
          <p:spPr>
            <a:xfrm rot="10800000">
              <a:off x="3163994" y="1959158"/>
              <a:ext cx="294300" cy="237600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945" name="Google Shape;6945;p17"/>
            <p:cNvGrpSpPr/>
            <p:nvPr/>
          </p:nvGrpSpPr>
          <p:grpSpPr>
            <a:xfrm rot="10800000">
              <a:off x="3327120" y="1865676"/>
              <a:ext cx="29894" cy="92578"/>
              <a:chOff x="2319702" y="2529176"/>
              <a:chExt cx="92925" cy="351075"/>
            </a:xfrm>
          </p:grpSpPr>
          <p:sp>
            <p:nvSpPr>
              <p:cNvPr id="6946" name="Google Shape;694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47" name="Google Shape;694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48" name="Google Shape;694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49" name="Google Shape;694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50" name="Google Shape;695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51" name="Google Shape;6951;p17"/>
            <p:cNvGrpSpPr/>
            <p:nvPr/>
          </p:nvGrpSpPr>
          <p:grpSpPr>
            <a:xfrm rot="10800000">
              <a:off x="3264417" y="1864891"/>
              <a:ext cx="29894" cy="92578"/>
              <a:chOff x="2319702" y="2529176"/>
              <a:chExt cx="92925" cy="351075"/>
            </a:xfrm>
          </p:grpSpPr>
          <p:sp>
            <p:nvSpPr>
              <p:cNvPr id="6952" name="Google Shape;695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53" name="Google Shape;695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54" name="Google Shape;695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55" name="Google Shape;695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56" name="Google Shape;695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57" name="Google Shape;6957;p17"/>
            <p:cNvGrpSpPr/>
            <p:nvPr/>
          </p:nvGrpSpPr>
          <p:grpSpPr>
            <a:xfrm rot="10800000">
              <a:off x="3327120" y="1773097"/>
              <a:ext cx="29894" cy="92578"/>
              <a:chOff x="2319702" y="2529176"/>
              <a:chExt cx="92925" cy="351075"/>
            </a:xfrm>
          </p:grpSpPr>
          <p:sp>
            <p:nvSpPr>
              <p:cNvPr id="6958" name="Google Shape;695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59" name="Google Shape;695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60" name="Google Shape;696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61" name="Google Shape;696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62" name="Google Shape;696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963" name="Google Shape;6963;p17"/>
            <p:cNvSpPr/>
            <p:nvPr/>
          </p:nvSpPr>
          <p:spPr>
            <a:xfrm flipH="1" rot="8778596">
              <a:off x="3279102" y="1835238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64" name="Google Shape;6964;p17"/>
            <p:cNvSpPr/>
            <p:nvPr/>
          </p:nvSpPr>
          <p:spPr>
            <a:xfrm rot="-8778596">
              <a:off x="3278698" y="1812316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65" name="Google Shape;6965;p17"/>
            <p:cNvSpPr/>
            <p:nvPr/>
          </p:nvSpPr>
          <p:spPr>
            <a:xfrm flipH="1" rot="8778596">
              <a:off x="3278796" y="1789757"/>
              <a:ext cx="1082" cy="3687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66" name="Google Shape;6966;p17"/>
            <p:cNvSpPr/>
            <p:nvPr/>
          </p:nvSpPr>
          <p:spPr>
            <a:xfrm flipH="1" rot="1526724">
              <a:off x="3930578" y="1741105"/>
              <a:ext cx="41196" cy="209877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67" name="Google Shape;6967;p17"/>
            <p:cNvSpPr/>
            <p:nvPr/>
          </p:nvSpPr>
          <p:spPr>
            <a:xfrm flipH="1" rot="1526724">
              <a:off x="3889604" y="1717983"/>
              <a:ext cx="41196" cy="141839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68" name="Google Shape;6968;p17"/>
            <p:cNvSpPr/>
            <p:nvPr/>
          </p:nvSpPr>
          <p:spPr>
            <a:xfrm flipH="1" rot="2574066">
              <a:off x="3836553" y="1835402"/>
              <a:ext cx="40544" cy="69256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69" name="Google Shape;6969;p17"/>
            <p:cNvSpPr/>
            <p:nvPr/>
          </p:nvSpPr>
          <p:spPr>
            <a:xfrm flipH="1" rot="1524938">
              <a:off x="3870851" y="1517270"/>
              <a:ext cx="294281" cy="237788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970" name="Google Shape;6970;p17"/>
            <p:cNvGrpSpPr/>
            <p:nvPr/>
          </p:nvGrpSpPr>
          <p:grpSpPr>
            <a:xfrm flipH="1" rot="1525090">
              <a:off x="3959600" y="1753036"/>
              <a:ext cx="29898" cy="92589"/>
              <a:chOff x="2319702" y="2529176"/>
              <a:chExt cx="92925" cy="351075"/>
            </a:xfrm>
          </p:grpSpPr>
          <p:sp>
            <p:nvSpPr>
              <p:cNvPr id="6971" name="Google Shape;697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72" name="Google Shape;697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73" name="Google Shape;697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74" name="Google Shape;697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75" name="Google Shape;697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76" name="Google Shape;6976;p17"/>
            <p:cNvGrpSpPr/>
            <p:nvPr/>
          </p:nvGrpSpPr>
          <p:grpSpPr>
            <a:xfrm flipH="1" rot="1525090">
              <a:off x="3902632" y="1726827"/>
              <a:ext cx="29898" cy="92589"/>
              <a:chOff x="2319702" y="2529176"/>
              <a:chExt cx="92925" cy="351075"/>
            </a:xfrm>
          </p:grpSpPr>
          <p:sp>
            <p:nvSpPr>
              <p:cNvPr id="6977" name="Google Shape;697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78" name="Google Shape;697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79" name="Google Shape;697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80" name="Google Shape;698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81" name="Google Shape;698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6982" name="Google Shape;6982;p17"/>
            <p:cNvGrpSpPr/>
            <p:nvPr/>
          </p:nvGrpSpPr>
          <p:grpSpPr>
            <a:xfrm flipH="1" rot="1525090">
              <a:off x="3919857" y="1836650"/>
              <a:ext cx="29898" cy="92589"/>
              <a:chOff x="2319702" y="2529176"/>
              <a:chExt cx="92925" cy="351075"/>
            </a:xfrm>
          </p:grpSpPr>
          <p:sp>
            <p:nvSpPr>
              <p:cNvPr id="6983" name="Google Shape;698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84" name="Google Shape;698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85" name="Google Shape;698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86" name="Google Shape;698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6987" name="Google Shape;698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6988" name="Google Shape;6988;p17"/>
            <p:cNvSpPr/>
            <p:nvPr/>
          </p:nvSpPr>
          <p:spPr>
            <a:xfrm rot="3378596">
              <a:off x="3892783" y="1806596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89" name="Google Shape;6989;p17"/>
            <p:cNvSpPr/>
            <p:nvPr/>
          </p:nvSpPr>
          <p:spPr>
            <a:xfrm flipH="1">
              <a:off x="3882792" y="1827049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90" name="Google Shape;6990;p17"/>
            <p:cNvSpPr/>
            <p:nvPr/>
          </p:nvSpPr>
          <p:spPr>
            <a:xfrm rot="3378596">
              <a:off x="3872983" y="1847543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91" name="Google Shape;6991;p17"/>
            <p:cNvSpPr/>
            <p:nvPr/>
          </p:nvSpPr>
          <p:spPr>
            <a:xfrm flipH="1" rot="1526724">
              <a:off x="3664937" y="1614844"/>
              <a:ext cx="41196" cy="209877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92" name="Google Shape;6992;p17"/>
            <p:cNvSpPr/>
            <p:nvPr/>
          </p:nvSpPr>
          <p:spPr>
            <a:xfrm flipH="1" rot="1526724">
              <a:off x="3623963" y="1591721"/>
              <a:ext cx="41196" cy="141839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93" name="Google Shape;6993;p17"/>
            <p:cNvSpPr/>
            <p:nvPr/>
          </p:nvSpPr>
          <p:spPr>
            <a:xfrm flipH="1" rot="2574066">
              <a:off x="3570911" y="1709140"/>
              <a:ext cx="40544" cy="69256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6994" name="Google Shape;6994;p17"/>
            <p:cNvSpPr/>
            <p:nvPr/>
          </p:nvSpPr>
          <p:spPr>
            <a:xfrm flipH="1" rot="1524938">
              <a:off x="3605210" y="1391008"/>
              <a:ext cx="294281" cy="237788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6995" name="Google Shape;6995;p17"/>
            <p:cNvGrpSpPr/>
            <p:nvPr/>
          </p:nvGrpSpPr>
          <p:grpSpPr>
            <a:xfrm flipH="1" rot="1525090">
              <a:off x="3693959" y="1626774"/>
              <a:ext cx="29898" cy="92589"/>
              <a:chOff x="2319702" y="2529176"/>
              <a:chExt cx="92925" cy="351075"/>
            </a:xfrm>
          </p:grpSpPr>
          <p:sp>
            <p:nvSpPr>
              <p:cNvPr id="6996" name="Google Shape;699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6997" name="Google Shape;699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6998" name="Google Shape;699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6999" name="Google Shape;699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00" name="Google Shape;700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01" name="Google Shape;7001;p17"/>
            <p:cNvGrpSpPr/>
            <p:nvPr/>
          </p:nvGrpSpPr>
          <p:grpSpPr>
            <a:xfrm flipH="1" rot="1525090">
              <a:off x="3636990" y="1600565"/>
              <a:ext cx="29898" cy="92589"/>
              <a:chOff x="2319702" y="2529176"/>
              <a:chExt cx="92925" cy="351075"/>
            </a:xfrm>
          </p:grpSpPr>
          <p:sp>
            <p:nvSpPr>
              <p:cNvPr id="7002" name="Google Shape;700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03" name="Google Shape;700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04" name="Google Shape;700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05" name="Google Shape;700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06" name="Google Shape;700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07" name="Google Shape;7007;p17"/>
            <p:cNvGrpSpPr/>
            <p:nvPr/>
          </p:nvGrpSpPr>
          <p:grpSpPr>
            <a:xfrm flipH="1" rot="1525090">
              <a:off x="3654216" y="1710388"/>
              <a:ext cx="29898" cy="92589"/>
              <a:chOff x="2319702" y="2529176"/>
              <a:chExt cx="92925" cy="351075"/>
            </a:xfrm>
          </p:grpSpPr>
          <p:sp>
            <p:nvSpPr>
              <p:cNvPr id="7008" name="Google Shape;700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09" name="Google Shape;700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10" name="Google Shape;701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11" name="Google Shape;701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12" name="Google Shape;701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013" name="Google Shape;7013;p17"/>
            <p:cNvSpPr/>
            <p:nvPr/>
          </p:nvSpPr>
          <p:spPr>
            <a:xfrm rot="3378596">
              <a:off x="3627142" y="1680334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14" name="Google Shape;7014;p17"/>
            <p:cNvSpPr/>
            <p:nvPr/>
          </p:nvSpPr>
          <p:spPr>
            <a:xfrm flipH="1">
              <a:off x="3617150" y="1700787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15" name="Google Shape;7015;p17"/>
            <p:cNvSpPr/>
            <p:nvPr/>
          </p:nvSpPr>
          <p:spPr>
            <a:xfrm rot="3378596">
              <a:off x="3607341" y="1721281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16" name="Google Shape;7016;p17"/>
            <p:cNvSpPr/>
            <p:nvPr/>
          </p:nvSpPr>
          <p:spPr>
            <a:xfrm rot="-9273276">
              <a:off x="3708838" y="1862274"/>
              <a:ext cx="41196" cy="209877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17" name="Google Shape;7017;p17"/>
            <p:cNvSpPr/>
            <p:nvPr/>
          </p:nvSpPr>
          <p:spPr>
            <a:xfrm rot="-9273276">
              <a:off x="3638764" y="1900652"/>
              <a:ext cx="41196" cy="141839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18" name="Google Shape;7018;p17"/>
            <p:cNvSpPr/>
            <p:nvPr/>
          </p:nvSpPr>
          <p:spPr>
            <a:xfrm rot="-10315786">
              <a:off x="3668286" y="1843942"/>
              <a:ext cx="40602" cy="696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19" name="Google Shape;7019;p17"/>
            <p:cNvSpPr/>
            <p:nvPr/>
          </p:nvSpPr>
          <p:spPr>
            <a:xfrm rot="-9275062">
              <a:off x="3461733" y="2032708"/>
              <a:ext cx="294281" cy="237788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020" name="Google Shape;7020;p17"/>
            <p:cNvGrpSpPr/>
            <p:nvPr/>
          </p:nvGrpSpPr>
          <p:grpSpPr>
            <a:xfrm rot="-9274910">
              <a:off x="3692983" y="1968656"/>
              <a:ext cx="29898" cy="92589"/>
              <a:chOff x="2319702" y="2529176"/>
              <a:chExt cx="92925" cy="351075"/>
            </a:xfrm>
          </p:grpSpPr>
          <p:sp>
            <p:nvSpPr>
              <p:cNvPr id="7021" name="Google Shape;702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22" name="Google Shape;702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23" name="Google Shape;702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24" name="Google Shape;702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25" name="Google Shape;702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26" name="Google Shape;7026;p17"/>
            <p:cNvGrpSpPr/>
            <p:nvPr/>
          </p:nvGrpSpPr>
          <p:grpSpPr>
            <a:xfrm rot="-9274910">
              <a:off x="3636688" y="1941030"/>
              <a:ext cx="29898" cy="92589"/>
              <a:chOff x="2319702" y="2529176"/>
              <a:chExt cx="92925" cy="351075"/>
            </a:xfrm>
          </p:grpSpPr>
          <p:sp>
            <p:nvSpPr>
              <p:cNvPr id="7027" name="Google Shape;702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28" name="Google Shape;702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29" name="Google Shape;702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30" name="Google Shape;703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31" name="Google Shape;703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32" name="Google Shape;7032;p17"/>
            <p:cNvGrpSpPr/>
            <p:nvPr/>
          </p:nvGrpSpPr>
          <p:grpSpPr>
            <a:xfrm rot="-9274910">
              <a:off x="3732726" y="1885042"/>
              <a:ext cx="29898" cy="92589"/>
              <a:chOff x="2319702" y="2529176"/>
              <a:chExt cx="92925" cy="351075"/>
            </a:xfrm>
          </p:grpSpPr>
          <p:sp>
            <p:nvSpPr>
              <p:cNvPr id="7033" name="Google Shape;703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34" name="Google Shape;703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35" name="Google Shape;703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36" name="Google Shape;703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37" name="Google Shape;703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038" name="Google Shape;7038;p17"/>
            <p:cNvSpPr/>
            <p:nvPr/>
          </p:nvSpPr>
          <p:spPr>
            <a:xfrm flipH="1" rot="10800000">
              <a:off x="3676063" y="1917259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39" name="Google Shape;7039;p17"/>
            <p:cNvSpPr/>
            <p:nvPr/>
          </p:nvSpPr>
          <p:spPr>
            <a:xfrm rot="-7421404">
              <a:off x="3685570" y="1896463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40" name="Google Shape;7040;p17"/>
            <p:cNvSpPr/>
            <p:nvPr/>
          </p:nvSpPr>
          <p:spPr>
            <a:xfrm flipH="1" rot="10800000">
              <a:off x="3695311" y="1876050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41" name="Google Shape;7041;p17"/>
            <p:cNvSpPr/>
            <p:nvPr/>
          </p:nvSpPr>
          <p:spPr>
            <a:xfrm flipH="1" rot="1526724">
              <a:off x="3930578" y="1741105"/>
              <a:ext cx="41196" cy="209877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42" name="Google Shape;7042;p17"/>
            <p:cNvSpPr/>
            <p:nvPr/>
          </p:nvSpPr>
          <p:spPr>
            <a:xfrm flipH="1" rot="1526724">
              <a:off x="3889604" y="1717983"/>
              <a:ext cx="41196" cy="141839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43" name="Google Shape;7043;p17"/>
            <p:cNvSpPr/>
            <p:nvPr/>
          </p:nvSpPr>
          <p:spPr>
            <a:xfrm flipH="1" rot="2574066">
              <a:off x="3836553" y="1835402"/>
              <a:ext cx="40544" cy="69256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44" name="Google Shape;7044;p17"/>
            <p:cNvSpPr/>
            <p:nvPr/>
          </p:nvSpPr>
          <p:spPr>
            <a:xfrm flipH="1" rot="1524938">
              <a:off x="3870851" y="1517270"/>
              <a:ext cx="294281" cy="237788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045" name="Google Shape;7045;p17"/>
            <p:cNvGrpSpPr/>
            <p:nvPr/>
          </p:nvGrpSpPr>
          <p:grpSpPr>
            <a:xfrm flipH="1" rot="1525090">
              <a:off x="3959600" y="1753036"/>
              <a:ext cx="29898" cy="92589"/>
              <a:chOff x="2319702" y="2529176"/>
              <a:chExt cx="92925" cy="351075"/>
            </a:xfrm>
          </p:grpSpPr>
          <p:sp>
            <p:nvSpPr>
              <p:cNvPr id="7046" name="Google Shape;704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47" name="Google Shape;704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48" name="Google Shape;704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49" name="Google Shape;704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50" name="Google Shape;705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51" name="Google Shape;7051;p17"/>
            <p:cNvGrpSpPr/>
            <p:nvPr/>
          </p:nvGrpSpPr>
          <p:grpSpPr>
            <a:xfrm flipH="1" rot="1525090">
              <a:off x="3902632" y="1726827"/>
              <a:ext cx="29898" cy="92589"/>
              <a:chOff x="2319702" y="2529176"/>
              <a:chExt cx="92925" cy="351075"/>
            </a:xfrm>
          </p:grpSpPr>
          <p:sp>
            <p:nvSpPr>
              <p:cNvPr id="7052" name="Google Shape;705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53" name="Google Shape;705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54" name="Google Shape;705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55" name="Google Shape;705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56" name="Google Shape;705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57" name="Google Shape;7057;p17"/>
            <p:cNvGrpSpPr/>
            <p:nvPr/>
          </p:nvGrpSpPr>
          <p:grpSpPr>
            <a:xfrm flipH="1" rot="1525090">
              <a:off x="3919857" y="1836650"/>
              <a:ext cx="29898" cy="92589"/>
              <a:chOff x="2319702" y="2529176"/>
              <a:chExt cx="92925" cy="351075"/>
            </a:xfrm>
          </p:grpSpPr>
          <p:sp>
            <p:nvSpPr>
              <p:cNvPr id="7058" name="Google Shape;705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59" name="Google Shape;705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60" name="Google Shape;706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61" name="Google Shape;706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62" name="Google Shape;706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063" name="Google Shape;7063;p17"/>
            <p:cNvSpPr/>
            <p:nvPr/>
          </p:nvSpPr>
          <p:spPr>
            <a:xfrm rot="3378596">
              <a:off x="3892783" y="1806596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64" name="Google Shape;7064;p17"/>
            <p:cNvSpPr/>
            <p:nvPr/>
          </p:nvSpPr>
          <p:spPr>
            <a:xfrm flipH="1">
              <a:off x="3882792" y="1827049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65" name="Google Shape;7065;p17"/>
            <p:cNvSpPr/>
            <p:nvPr/>
          </p:nvSpPr>
          <p:spPr>
            <a:xfrm rot="3378596">
              <a:off x="3872983" y="1847543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66" name="Google Shape;7066;p17"/>
            <p:cNvSpPr/>
            <p:nvPr/>
          </p:nvSpPr>
          <p:spPr>
            <a:xfrm flipH="1" rot="1526724">
              <a:off x="3664937" y="1614844"/>
              <a:ext cx="41196" cy="209877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67" name="Google Shape;7067;p17"/>
            <p:cNvSpPr/>
            <p:nvPr/>
          </p:nvSpPr>
          <p:spPr>
            <a:xfrm flipH="1" rot="1526724">
              <a:off x="3623963" y="1591721"/>
              <a:ext cx="41196" cy="141839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68" name="Google Shape;7068;p17"/>
            <p:cNvSpPr/>
            <p:nvPr/>
          </p:nvSpPr>
          <p:spPr>
            <a:xfrm flipH="1" rot="2574066">
              <a:off x="3570911" y="1709140"/>
              <a:ext cx="40544" cy="69256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69" name="Google Shape;7069;p17"/>
            <p:cNvSpPr/>
            <p:nvPr/>
          </p:nvSpPr>
          <p:spPr>
            <a:xfrm flipH="1" rot="1524938">
              <a:off x="3605210" y="1391008"/>
              <a:ext cx="294281" cy="237788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070" name="Google Shape;7070;p17"/>
            <p:cNvGrpSpPr/>
            <p:nvPr/>
          </p:nvGrpSpPr>
          <p:grpSpPr>
            <a:xfrm flipH="1" rot="1525090">
              <a:off x="3693959" y="1626774"/>
              <a:ext cx="29898" cy="92589"/>
              <a:chOff x="2319702" y="2529176"/>
              <a:chExt cx="92925" cy="351075"/>
            </a:xfrm>
          </p:grpSpPr>
          <p:sp>
            <p:nvSpPr>
              <p:cNvPr id="7071" name="Google Shape;707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72" name="Google Shape;707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73" name="Google Shape;707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74" name="Google Shape;707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75" name="Google Shape;707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76" name="Google Shape;7076;p17"/>
            <p:cNvGrpSpPr/>
            <p:nvPr/>
          </p:nvGrpSpPr>
          <p:grpSpPr>
            <a:xfrm flipH="1" rot="1525090">
              <a:off x="3636990" y="1600565"/>
              <a:ext cx="29898" cy="92589"/>
              <a:chOff x="2319702" y="2529176"/>
              <a:chExt cx="92925" cy="351075"/>
            </a:xfrm>
          </p:grpSpPr>
          <p:sp>
            <p:nvSpPr>
              <p:cNvPr id="7077" name="Google Shape;707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78" name="Google Shape;707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79" name="Google Shape;707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80" name="Google Shape;708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81" name="Google Shape;708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082" name="Google Shape;7082;p17"/>
            <p:cNvGrpSpPr/>
            <p:nvPr/>
          </p:nvGrpSpPr>
          <p:grpSpPr>
            <a:xfrm flipH="1" rot="1525090">
              <a:off x="3654216" y="1710388"/>
              <a:ext cx="29898" cy="92589"/>
              <a:chOff x="2319702" y="2529176"/>
              <a:chExt cx="92925" cy="351075"/>
            </a:xfrm>
          </p:grpSpPr>
          <p:sp>
            <p:nvSpPr>
              <p:cNvPr id="7083" name="Google Shape;708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84" name="Google Shape;708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85" name="Google Shape;708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86" name="Google Shape;708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087" name="Google Shape;708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088" name="Google Shape;7088;p17"/>
            <p:cNvSpPr/>
            <p:nvPr/>
          </p:nvSpPr>
          <p:spPr>
            <a:xfrm rot="3378596">
              <a:off x="3627142" y="1680334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89" name="Google Shape;7089;p17"/>
            <p:cNvSpPr/>
            <p:nvPr/>
          </p:nvSpPr>
          <p:spPr>
            <a:xfrm flipH="1">
              <a:off x="3617150" y="1700787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90" name="Google Shape;7090;p17"/>
            <p:cNvSpPr/>
            <p:nvPr/>
          </p:nvSpPr>
          <p:spPr>
            <a:xfrm rot="3378596">
              <a:off x="3607341" y="1721281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91" name="Google Shape;7091;p17"/>
            <p:cNvSpPr/>
            <p:nvPr/>
          </p:nvSpPr>
          <p:spPr>
            <a:xfrm rot="-9273276">
              <a:off x="3708838" y="1862274"/>
              <a:ext cx="41196" cy="209877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92" name="Google Shape;7092;p17"/>
            <p:cNvSpPr/>
            <p:nvPr/>
          </p:nvSpPr>
          <p:spPr>
            <a:xfrm rot="-9273276">
              <a:off x="3638764" y="1900652"/>
              <a:ext cx="41196" cy="141839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93" name="Google Shape;7093;p17"/>
            <p:cNvSpPr/>
            <p:nvPr/>
          </p:nvSpPr>
          <p:spPr>
            <a:xfrm rot="-10315786">
              <a:off x="3668286" y="1843942"/>
              <a:ext cx="40602" cy="6960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094" name="Google Shape;7094;p17"/>
            <p:cNvSpPr/>
            <p:nvPr/>
          </p:nvSpPr>
          <p:spPr>
            <a:xfrm rot="-9275062">
              <a:off x="3461733" y="2032708"/>
              <a:ext cx="294281" cy="237788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095" name="Google Shape;7095;p17"/>
            <p:cNvGrpSpPr/>
            <p:nvPr/>
          </p:nvGrpSpPr>
          <p:grpSpPr>
            <a:xfrm rot="-9274910">
              <a:off x="3692983" y="1968656"/>
              <a:ext cx="29898" cy="92589"/>
              <a:chOff x="2319702" y="2529176"/>
              <a:chExt cx="92925" cy="351075"/>
            </a:xfrm>
          </p:grpSpPr>
          <p:sp>
            <p:nvSpPr>
              <p:cNvPr id="7096" name="Google Shape;7096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097" name="Google Shape;7097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098" name="Google Shape;7098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099" name="Google Shape;7099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00" name="Google Shape;7100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101" name="Google Shape;7101;p17"/>
            <p:cNvGrpSpPr/>
            <p:nvPr/>
          </p:nvGrpSpPr>
          <p:grpSpPr>
            <a:xfrm rot="-9274910">
              <a:off x="3636688" y="1941030"/>
              <a:ext cx="29898" cy="92589"/>
              <a:chOff x="2319702" y="2529176"/>
              <a:chExt cx="92925" cy="351075"/>
            </a:xfrm>
          </p:grpSpPr>
          <p:sp>
            <p:nvSpPr>
              <p:cNvPr id="7102" name="Google Shape;7102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03" name="Google Shape;7103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04" name="Google Shape;7104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05" name="Google Shape;7105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06" name="Google Shape;7106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107" name="Google Shape;7107;p17"/>
            <p:cNvGrpSpPr/>
            <p:nvPr/>
          </p:nvGrpSpPr>
          <p:grpSpPr>
            <a:xfrm rot="-9274910">
              <a:off x="3732726" y="1885042"/>
              <a:ext cx="29898" cy="92589"/>
              <a:chOff x="2319702" y="2529176"/>
              <a:chExt cx="92925" cy="351075"/>
            </a:xfrm>
          </p:grpSpPr>
          <p:sp>
            <p:nvSpPr>
              <p:cNvPr id="7108" name="Google Shape;7108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09" name="Google Shape;7109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10" name="Google Shape;7110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11" name="Google Shape;7111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12" name="Google Shape;7112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113" name="Google Shape;7113;p17"/>
            <p:cNvSpPr/>
            <p:nvPr/>
          </p:nvSpPr>
          <p:spPr>
            <a:xfrm flipH="1" rot="10800000">
              <a:off x="3676063" y="1917259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14" name="Google Shape;7114;p17"/>
            <p:cNvSpPr/>
            <p:nvPr/>
          </p:nvSpPr>
          <p:spPr>
            <a:xfrm rot="-7421404">
              <a:off x="3685570" y="1896463"/>
              <a:ext cx="1082" cy="367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15" name="Google Shape;7115;p17"/>
            <p:cNvSpPr/>
            <p:nvPr/>
          </p:nvSpPr>
          <p:spPr>
            <a:xfrm flipH="1" rot="10800000">
              <a:off x="3695311" y="1876050"/>
              <a:ext cx="900" cy="3690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16" name="Google Shape;7116;p17"/>
            <p:cNvSpPr/>
            <p:nvPr/>
          </p:nvSpPr>
          <p:spPr>
            <a:xfrm flipH="1" rot="4068272">
              <a:off x="4000435" y="1930228"/>
              <a:ext cx="40501" cy="6949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17" name="Google Shape;7117;p17"/>
            <p:cNvSpPr/>
            <p:nvPr/>
          </p:nvSpPr>
          <p:spPr>
            <a:xfrm rot="-7814181">
              <a:off x="4033490" y="2120729"/>
              <a:ext cx="40871" cy="21011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18" name="Google Shape;7118;p17"/>
            <p:cNvSpPr/>
            <p:nvPr/>
          </p:nvSpPr>
          <p:spPr>
            <a:xfrm rot="-7814181">
              <a:off x="3967805" y="2130156"/>
              <a:ext cx="40871" cy="141585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19" name="Google Shape;7119;p17"/>
            <p:cNvSpPr/>
            <p:nvPr/>
          </p:nvSpPr>
          <p:spPr>
            <a:xfrm rot="-7675265">
              <a:off x="3709725" y="2212820"/>
              <a:ext cx="294350" cy="237885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120" name="Google Shape;7120;p17"/>
            <p:cNvGrpSpPr/>
            <p:nvPr/>
          </p:nvGrpSpPr>
          <p:grpSpPr>
            <a:xfrm rot="-7805152">
              <a:off x="3999372" y="2213495"/>
              <a:ext cx="29915" cy="92613"/>
              <a:chOff x="2319702" y="2529176"/>
              <a:chExt cx="92925" cy="351075"/>
            </a:xfrm>
          </p:grpSpPr>
          <p:sp>
            <p:nvSpPr>
              <p:cNvPr id="7121" name="Google Shape;7121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22" name="Google Shape;7122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23" name="Google Shape;7123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24" name="Google Shape;7124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25" name="Google Shape;7125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126" name="Google Shape;7126;p17"/>
            <p:cNvGrpSpPr/>
            <p:nvPr/>
          </p:nvGrpSpPr>
          <p:grpSpPr>
            <a:xfrm rot="-7805152">
              <a:off x="3959598" y="2165015"/>
              <a:ext cx="29915" cy="92613"/>
              <a:chOff x="2319702" y="2529176"/>
              <a:chExt cx="92925" cy="351075"/>
            </a:xfrm>
          </p:grpSpPr>
          <p:sp>
            <p:nvSpPr>
              <p:cNvPr id="7127" name="Google Shape;712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28" name="Google Shape;712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29" name="Google Shape;712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30" name="Google Shape;713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31" name="Google Shape;713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132" name="Google Shape;7132;p17"/>
            <p:cNvSpPr/>
            <p:nvPr/>
          </p:nvSpPr>
          <p:spPr>
            <a:xfrm flipH="1" rot="4068272">
              <a:off x="4000435" y="1930228"/>
              <a:ext cx="40501" cy="69492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33" name="Google Shape;7133;p17"/>
            <p:cNvSpPr/>
            <p:nvPr/>
          </p:nvSpPr>
          <p:spPr>
            <a:xfrm rot="-7814181">
              <a:off x="4033490" y="2120729"/>
              <a:ext cx="40871" cy="210113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34" name="Google Shape;7134;p17"/>
            <p:cNvSpPr/>
            <p:nvPr/>
          </p:nvSpPr>
          <p:spPr>
            <a:xfrm rot="-7814181">
              <a:off x="3967805" y="2130156"/>
              <a:ext cx="40871" cy="141585"/>
            </a:xfrm>
            <a:prstGeom prst="rect">
              <a:avLst/>
            </a:prstGeom>
            <a:solidFill>
              <a:srgbClr val="FFD966"/>
            </a:solidFill>
            <a:ln cap="flat" cmpd="sng" w="95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7135" name="Google Shape;7135;p17"/>
            <p:cNvSpPr/>
            <p:nvPr/>
          </p:nvSpPr>
          <p:spPr>
            <a:xfrm rot="-7812123">
              <a:off x="3720232" y="2224492"/>
              <a:ext cx="294197" cy="237965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136" name="Google Shape;7136;p17"/>
            <p:cNvGrpSpPr/>
            <p:nvPr/>
          </p:nvGrpSpPr>
          <p:grpSpPr>
            <a:xfrm rot="-7805152">
              <a:off x="3999372" y="2213495"/>
              <a:ext cx="29915" cy="92613"/>
              <a:chOff x="2319702" y="2529176"/>
              <a:chExt cx="92925" cy="351075"/>
            </a:xfrm>
          </p:grpSpPr>
          <p:sp>
            <p:nvSpPr>
              <p:cNvPr id="7137" name="Google Shape;7137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38" name="Google Shape;7138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39" name="Google Shape;7139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40" name="Google Shape;7140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41" name="Google Shape;7141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grpSp>
          <p:nvGrpSpPr>
            <p:cNvPr id="7142" name="Google Shape;7142;p17"/>
            <p:cNvGrpSpPr/>
            <p:nvPr/>
          </p:nvGrpSpPr>
          <p:grpSpPr>
            <a:xfrm rot="-7805152">
              <a:off x="3959598" y="2165015"/>
              <a:ext cx="29915" cy="92613"/>
              <a:chOff x="2319702" y="2529176"/>
              <a:chExt cx="92925" cy="351075"/>
            </a:xfrm>
          </p:grpSpPr>
          <p:sp>
            <p:nvSpPr>
              <p:cNvPr id="7143" name="Google Shape;7143;p17"/>
              <p:cNvSpPr/>
              <p:nvPr/>
            </p:nvSpPr>
            <p:spPr>
              <a:xfrm flipH="1" rot="-2700000">
                <a:off x="2363543" y="251213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44" name="Google Shape;7144;p17"/>
              <p:cNvSpPr/>
              <p:nvPr/>
            </p:nvSpPr>
            <p:spPr>
              <a:xfrm rot="2700000">
                <a:off x="2364493" y="259906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45" name="Google Shape;7145;p17"/>
              <p:cNvGrpSpPr/>
              <p:nvPr/>
            </p:nvGrpSpPr>
            <p:grpSpPr>
              <a:xfrm>
                <a:off x="2320177" y="2701826"/>
                <a:ext cx="92450" cy="178425"/>
                <a:chOff x="2318752" y="2700626"/>
                <a:chExt cx="92450" cy="178425"/>
              </a:xfrm>
            </p:grpSpPr>
            <p:sp>
              <p:nvSpPr>
                <p:cNvPr id="7146" name="Google Shape;7146;p17"/>
                <p:cNvSpPr/>
                <p:nvPr/>
              </p:nvSpPr>
              <p:spPr>
                <a:xfrm flipH="1" rot="-2700000">
                  <a:off x="2362593" y="268358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47" name="Google Shape;7147;p17"/>
                <p:cNvSpPr/>
                <p:nvPr/>
              </p:nvSpPr>
              <p:spPr>
                <a:xfrm rot="2700000">
                  <a:off x="2363543" y="277051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</p:grpSp>
        <p:sp>
          <p:nvSpPr>
            <p:cNvPr id="7148" name="Google Shape;7148;p17"/>
            <p:cNvSpPr/>
            <p:nvPr/>
          </p:nvSpPr>
          <p:spPr>
            <a:xfrm rot="-6229404">
              <a:off x="3816553" y="2513096"/>
              <a:ext cx="293810" cy="238001"/>
            </a:xfrm>
            <a:prstGeom prst="ellipse">
              <a:avLst/>
            </a:prstGeom>
            <a:solidFill>
              <a:srgbClr val="E06666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7149" name="Google Shape;7149;p17"/>
            <p:cNvGrpSpPr/>
            <p:nvPr/>
          </p:nvGrpSpPr>
          <p:grpSpPr>
            <a:xfrm>
              <a:off x="1257944" y="1317814"/>
              <a:ext cx="2054375" cy="2943594"/>
              <a:chOff x="1257944" y="1317814"/>
              <a:chExt cx="2054375" cy="2943594"/>
            </a:xfrm>
          </p:grpSpPr>
          <p:sp>
            <p:nvSpPr>
              <p:cNvPr id="7150" name="Google Shape;7150;p17"/>
              <p:cNvSpPr/>
              <p:nvPr/>
            </p:nvSpPr>
            <p:spPr>
              <a:xfrm>
                <a:off x="2520386" y="1550048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51" name="Google Shape;7151;p17"/>
              <p:cNvSpPr/>
              <p:nvPr/>
            </p:nvSpPr>
            <p:spPr>
              <a:xfrm>
                <a:off x="2581863" y="1550048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52" name="Google Shape;7152;p17"/>
              <p:cNvSpPr/>
              <p:nvPr/>
            </p:nvSpPr>
            <p:spPr>
              <a:xfrm rot="-1033649">
                <a:off x="2595655" y="1682596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53" name="Google Shape;7153;p17"/>
              <p:cNvSpPr/>
              <p:nvPr/>
            </p:nvSpPr>
            <p:spPr>
              <a:xfrm>
                <a:off x="2423586" y="1317827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54" name="Google Shape;7154;p17"/>
              <p:cNvGrpSpPr/>
              <p:nvPr/>
            </p:nvGrpSpPr>
            <p:grpSpPr>
              <a:xfrm>
                <a:off x="2524866" y="1556331"/>
                <a:ext cx="29894" cy="92578"/>
                <a:chOff x="2319702" y="2529176"/>
                <a:chExt cx="92925" cy="351075"/>
              </a:xfrm>
            </p:grpSpPr>
            <p:sp>
              <p:nvSpPr>
                <p:cNvPr id="7155" name="Google Shape;715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56" name="Google Shape;715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157" name="Google Shape;715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158" name="Google Shape;715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159" name="Google Shape;715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160" name="Google Shape;7160;p17"/>
              <p:cNvGrpSpPr/>
              <p:nvPr/>
            </p:nvGrpSpPr>
            <p:grpSpPr>
              <a:xfrm>
                <a:off x="2587569" y="1557115"/>
                <a:ext cx="29894" cy="92578"/>
                <a:chOff x="2319702" y="2529176"/>
                <a:chExt cx="92925" cy="351075"/>
              </a:xfrm>
            </p:grpSpPr>
            <p:sp>
              <p:nvSpPr>
                <p:cNvPr id="7161" name="Google Shape;716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62" name="Google Shape;716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163" name="Google Shape;716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164" name="Google Shape;716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165" name="Google Shape;716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166" name="Google Shape;7166;p17"/>
              <p:cNvGrpSpPr/>
              <p:nvPr/>
            </p:nvGrpSpPr>
            <p:grpSpPr>
              <a:xfrm>
                <a:off x="2524866" y="1648909"/>
                <a:ext cx="29894" cy="92578"/>
                <a:chOff x="2319702" y="2529176"/>
                <a:chExt cx="92925" cy="351075"/>
              </a:xfrm>
            </p:grpSpPr>
            <p:sp>
              <p:nvSpPr>
                <p:cNvPr id="7167" name="Google Shape;716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68" name="Google Shape;716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169" name="Google Shape;716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170" name="Google Shape;717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171" name="Google Shape;717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172" name="Google Shape;7172;p17"/>
              <p:cNvSpPr/>
              <p:nvPr/>
            </p:nvSpPr>
            <p:spPr>
              <a:xfrm flipH="1" rot="-2021404">
                <a:off x="2601697" y="164247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73" name="Google Shape;7173;p17"/>
              <p:cNvSpPr/>
              <p:nvPr/>
            </p:nvSpPr>
            <p:spPr>
              <a:xfrm rot="2021404">
                <a:off x="2602101" y="1665394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74" name="Google Shape;7174;p17"/>
              <p:cNvSpPr/>
              <p:nvPr/>
            </p:nvSpPr>
            <p:spPr>
              <a:xfrm flipH="1" rot="-2021404">
                <a:off x="2602003" y="1687953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75" name="Google Shape;7175;p17"/>
              <p:cNvSpPr/>
              <p:nvPr/>
            </p:nvSpPr>
            <p:spPr>
              <a:xfrm>
                <a:off x="2814507" y="1550048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76" name="Google Shape;7176;p17"/>
              <p:cNvSpPr/>
              <p:nvPr/>
            </p:nvSpPr>
            <p:spPr>
              <a:xfrm>
                <a:off x="2875984" y="1550048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77" name="Google Shape;7177;p17"/>
              <p:cNvSpPr/>
              <p:nvPr/>
            </p:nvSpPr>
            <p:spPr>
              <a:xfrm rot="-1033649">
                <a:off x="2889776" y="1682596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78" name="Google Shape;7178;p17"/>
              <p:cNvSpPr/>
              <p:nvPr/>
            </p:nvSpPr>
            <p:spPr>
              <a:xfrm>
                <a:off x="2717708" y="1317827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179" name="Google Shape;7179;p17"/>
              <p:cNvGrpSpPr/>
              <p:nvPr/>
            </p:nvGrpSpPr>
            <p:grpSpPr>
              <a:xfrm>
                <a:off x="2818987" y="1556331"/>
                <a:ext cx="29894" cy="92578"/>
                <a:chOff x="2319702" y="2529176"/>
                <a:chExt cx="92925" cy="351075"/>
              </a:xfrm>
            </p:grpSpPr>
            <p:sp>
              <p:nvSpPr>
                <p:cNvPr id="7180" name="Google Shape;718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81" name="Google Shape;718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182" name="Google Shape;718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183" name="Google Shape;718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184" name="Google Shape;718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185" name="Google Shape;7185;p17"/>
              <p:cNvGrpSpPr/>
              <p:nvPr/>
            </p:nvGrpSpPr>
            <p:grpSpPr>
              <a:xfrm>
                <a:off x="2881691" y="1557115"/>
                <a:ext cx="29894" cy="92578"/>
                <a:chOff x="2319702" y="2529176"/>
                <a:chExt cx="92925" cy="351075"/>
              </a:xfrm>
            </p:grpSpPr>
            <p:sp>
              <p:nvSpPr>
                <p:cNvPr id="7186" name="Google Shape;718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87" name="Google Shape;718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188" name="Google Shape;718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189" name="Google Shape;718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190" name="Google Shape;719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191" name="Google Shape;7191;p17"/>
              <p:cNvGrpSpPr/>
              <p:nvPr/>
            </p:nvGrpSpPr>
            <p:grpSpPr>
              <a:xfrm>
                <a:off x="2818987" y="1648909"/>
                <a:ext cx="29894" cy="92578"/>
                <a:chOff x="2319702" y="2529176"/>
                <a:chExt cx="92925" cy="351075"/>
              </a:xfrm>
            </p:grpSpPr>
            <p:sp>
              <p:nvSpPr>
                <p:cNvPr id="7192" name="Google Shape;719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193" name="Google Shape;719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194" name="Google Shape;719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195" name="Google Shape;719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196" name="Google Shape;719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197" name="Google Shape;7197;p17"/>
              <p:cNvSpPr/>
              <p:nvPr/>
            </p:nvSpPr>
            <p:spPr>
              <a:xfrm flipH="1" rot="-2021404">
                <a:off x="2895819" y="164247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98" name="Google Shape;7198;p17"/>
              <p:cNvSpPr/>
              <p:nvPr/>
            </p:nvSpPr>
            <p:spPr>
              <a:xfrm rot="2021404">
                <a:off x="2896223" y="1665394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199" name="Google Shape;7199;p17"/>
              <p:cNvSpPr/>
              <p:nvPr/>
            </p:nvSpPr>
            <p:spPr>
              <a:xfrm flipH="1" rot="-2021404">
                <a:off x="2896124" y="1687953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00" name="Google Shape;7200;p17"/>
              <p:cNvSpPr/>
              <p:nvPr/>
            </p:nvSpPr>
            <p:spPr>
              <a:xfrm flipH="1" rot="10800000">
                <a:off x="2668532" y="1754850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01" name="Google Shape;7201;p17"/>
              <p:cNvSpPr/>
              <p:nvPr/>
            </p:nvSpPr>
            <p:spPr>
              <a:xfrm flipH="1" rot="10800000">
                <a:off x="2730009" y="1822350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02" name="Google Shape;7202;p17"/>
              <p:cNvSpPr/>
              <p:nvPr/>
            </p:nvSpPr>
            <p:spPr>
              <a:xfrm flipH="1" rot="-9766351">
                <a:off x="2743801" y="1762479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03" name="Google Shape;7203;p17"/>
              <p:cNvSpPr/>
              <p:nvPr/>
            </p:nvSpPr>
            <p:spPr>
              <a:xfrm flipH="1" rot="10800000">
                <a:off x="2571733" y="1959171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204" name="Google Shape;7204;p17"/>
              <p:cNvGrpSpPr/>
              <p:nvPr/>
            </p:nvGrpSpPr>
            <p:grpSpPr>
              <a:xfrm flipH="1" rot="10800000">
                <a:off x="2673012" y="1865688"/>
                <a:ext cx="29894" cy="92578"/>
                <a:chOff x="2319702" y="2529176"/>
                <a:chExt cx="92925" cy="351075"/>
              </a:xfrm>
            </p:grpSpPr>
            <p:sp>
              <p:nvSpPr>
                <p:cNvPr id="7205" name="Google Shape;720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06" name="Google Shape;720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07" name="Google Shape;720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08" name="Google Shape;720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09" name="Google Shape;720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10" name="Google Shape;7210;p17"/>
              <p:cNvGrpSpPr/>
              <p:nvPr/>
            </p:nvGrpSpPr>
            <p:grpSpPr>
              <a:xfrm flipH="1" rot="10800000">
                <a:off x="2735716" y="1864904"/>
                <a:ext cx="29894" cy="92578"/>
                <a:chOff x="2319702" y="2529176"/>
                <a:chExt cx="92925" cy="351075"/>
              </a:xfrm>
            </p:grpSpPr>
            <p:sp>
              <p:nvSpPr>
                <p:cNvPr id="7211" name="Google Shape;721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12" name="Google Shape;721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13" name="Google Shape;721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14" name="Google Shape;721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15" name="Google Shape;721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16" name="Google Shape;7216;p17"/>
              <p:cNvGrpSpPr/>
              <p:nvPr/>
            </p:nvGrpSpPr>
            <p:grpSpPr>
              <a:xfrm flipH="1" rot="10800000">
                <a:off x="2673012" y="1773110"/>
                <a:ext cx="29894" cy="92578"/>
                <a:chOff x="2319702" y="2529176"/>
                <a:chExt cx="92925" cy="351075"/>
              </a:xfrm>
            </p:grpSpPr>
            <p:sp>
              <p:nvSpPr>
                <p:cNvPr id="7217" name="Google Shape;721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18" name="Google Shape;721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19" name="Google Shape;721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20" name="Google Shape;722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21" name="Google Shape;722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222" name="Google Shape;7222;p17"/>
              <p:cNvSpPr/>
              <p:nvPr/>
            </p:nvSpPr>
            <p:spPr>
              <a:xfrm rot="-8778596">
                <a:off x="2749844" y="183525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23" name="Google Shape;7223;p17"/>
              <p:cNvSpPr/>
              <p:nvPr/>
            </p:nvSpPr>
            <p:spPr>
              <a:xfrm flipH="1" rot="8778596">
                <a:off x="2750248" y="181232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24" name="Google Shape;7224;p17"/>
              <p:cNvSpPr/>
              <p:nvPr/>
            </p:nvSpPr>
            <p:spPr>
              <a:xfrm rot="-8778596">
                <a:off x="2750149" y="178976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25" name="Google Shape;7225;p17"/>
              <p:cNvSpPr/>
              <p:nvPr/>
            </p:nvSpPr>
            <p:spPr>
              <a:xfrm>
                <a:off x="2520386" y="1550048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26" name="Google Shape;7226;p17"/>
              <p:cNvSpPr/>
              <p:nvPr/>
            </p:nvSpPr>
            <p:spPr>
              <a:xfrm>
                <a:off x="2581863" y="1550048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27" name="Google Shape;7227;p17"/>
              <p:cNvSpPr/>
              <p:nvPr/>
            </p:nvSpPr>
            <p:spPr>
              <a:xfrm rot="-1033649">
                <a:off x="2595655" y="1682596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28" name="Google Shape;7228;p17"/>
              <p:cNvSpPr/>
              <p:nvPr/>
            </p:nvSpPr>
            <p:spPr>
              <a:xfrm>
                <a:off x="2423586" y="1317827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229" name="Google Shape;7229;p17"/>
              <p:cNvGrpSpPr/>
              <p:nvPr/>
            </p:nvGrpSpPr>
            <p:grpSpPr>
              <a:xfrm>
                <a:off x="2524866" y="1556331"/>
                <a:ext cx="29894" cy="92578"/>
                <a:chOff x="2319702" y="2529176"/>
                <a:chExt cx="92925" cy="351075"/>
              </a:xfrm>
            </p:grpSpPr>
            <p:sp>
              <p:nvSpPr>
                <p:cNvPr id="7230" name="Google Shape;723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31" name="Google Shape;723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32" name="Google Shape;723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33" name="Google Shape;723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34" name="Google Shape;723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35" name="Google Shape;7235;p17"/>
              <p:cNvGrpSpPr/>
              <p:nvPr/>
            </p:nvGrpSpPr>
            <p:grpSpPr>
              <a:xfrm>
                <a:off x="2587569" y="1557115"/>
                <a:ext cx="29894" cy="92578"/>
                <a:chOff x="2319702" y="2529176"/>
                <a:chExt cx="92925" cy="351075"/>
              </a:xfrm>
            </p:grpSpPr>
            <p:sp>
              <p:nvSpPr>
                <p:cNvPr id="7236" name="Google Shape;723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37" name="Google Shape;723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38" name="Google Shape;723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39" name="Google Shape;723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40" name="Google Shape;724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41" name="Google Shape;7241;p17"/>
              <p:cNvGrpSpPr/>
              <p:nvPr/>
            </p:nvGrpSpPr>
            <p:grpSpPr>
              <a:xfrm>
                <a:off x="2524866" y="1648909"/>
                <a:ext cx="29894" cy="92578"/>
                <a:chOff x="2319702" y="2529176"/>
                <a:chExt cx="92925" cy="351075"/>
              </a:xfrm>
            </p:grpSpPr>
            <p:sp>
              <p:nvSpPr>
                <p:cNvPr id="7242" name="Google Shape;724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43" name="Google Shape;724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44" name="Google Shape;724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45" name="Google Shape;724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46" name="Google Shape;724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247" name="Google Shape;7247;p17"/>
              <p:cNvSpPr/>
              <p:nvPr/>
            </p:nvSpPr>
            <p:spPr>
              <a:xfrm flipH="1" rot="-2021404">
                <a:off x="2601697" y="164247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48" name="Google Shape;7248;p17"/>
              <p:cNvSpPr/>
              <p:nvPr/>
            </p:nvSpPr>
            <p:spPr>
              <a:xfrm rot="2021404">
                <a:off x="2602101" y="1665394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49" name="Google Shape;7249;p17"/>
              <p:cNvSpPr/>
              <p:nvPr/>
            </p:nvSpPr>
            <p:spPr>
              <a:xfrm flipH="1" rot="-2021404">
                <a:off x="2602003" y="1687953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50" name="Google Shape;7250;p17"/>
              <p:cNvSpPr/>
              <p:nvPr/>
            </p:nvSpPr>
            <p:spPr>
              <a:xfrm>
                <a:off x="2814507" y="1550048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51" name="Google Shape;7251;p17"/>
              <p:cNvSpPr/>
              <p:nvPr/>
            </p:nvSpPr>
            <p:spPr>
              <a:xfrm>
                <a:off x="2875984" y="1550048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52" name="Google Shape;7252;p17"/>
              <p:cNvSpPr/>
              <p:nvPr/>
            </p:nvSpPr>
            <p:spPr>
              <a:xfrm rot="-1033649">
                <a:off x="2889776" y="1682596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53" name="Google Shape;7253;p17"/>
              <p:cNvSpPr/>
              <p:nvPr/>
            </p:nvSpPr>
            <p:spPr>
              <a:xfrm>
                <a:off x="2717708" y="1317827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254" name="Google Shape;7254;p17"/>
              <p:cNvGrpSpPr/>
              <p:nvPr/>
            </p:nvGrpSpPr>
            <p:grpSpPr>
              <a:xfrm>
                <a:off x="2818987" y="1556331"/>
                <a:ext cx="29894" cy="92578"/>
                <a:chOff x="2319702" y="2529176"/>
                <a:chExt cx="92925" cy="351075"/>
              </a:xfrm>
            </p:grpSpPr>
            <p:sp>
              <p:nvSpPr>
                <p:cNvPr id="7255" name="Google Shape;725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56" name="Google Shape;725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57" name="Google Shape;725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58" name="Google Shape;725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59" name="Google Shape;725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60" name="Google Shape;7260;p17"/>
              <p:cNvGrpSpPr/>
              <p:nvPr/>
            </p:nvGrpSpPr>
            <p:grpSpPr>
              <a:xfrm>
                <a:off x="2881691" y="1557115"/>
                <a:ext cx="29894" cy="92578"/>
                <a:chOff x="2319702" y="2529176"/>
                <a:chExt cx="92925" cy="351075"/>
              </a:xfrm>
            </p:grpSpPr>
            <p:sp>
              <p:nvSpPr>
                <p:cNvPr id="7261" name="Google Shape;726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62" name="Google Shape;726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63" name="Google Shape;726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64" name="Google Shape;726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65" name="Google Shape;726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66" name="Google Shape;7266;p17"/>
              <p:cNvGrpSpPr/>
              <p:nvPr/>
            </p:nvGrpSpPr>
            <p:grpSpPr>
              <a:xfrm>
                <a:off x="2818987" y="1648909"/>
                <a:ext cx="29894" cy="92578"/>
                <a:chOff x="2319702" y="2529176"/>
                <a:chExt cx="92925" cy="351075"/>
              </a:xfrm>
            </p:grpSpPr>
            <p:sp>
              <p:nvSpPr>
                <p:cNvPr id="7267" name="Google Shape;726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68" name="Google Shape;726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69" name="Google Shape;726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70" name="Google Shape;727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71" name="Google Shape;727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272" name="Google Shape;7272;p17"/>
              <p:cNvSpPr/>
              <p:nvPr/>
            </p:nvSpPr>
            <p:spPr>
              <a:xfrm flipH="1" rot="-2021404">
                <a:off x="2895819" y="164247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73" name="Google Shape;7273;p17"/>
              <p:cNvSpPr/>
              <p:nvPr/>
            </p:nvSpPr>
            <p:spPr>
              <a:xfrm rot="2021404">
                <a:off x="2896223" y="1665394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74" name="Google Shape;7274;p17"/>
              <p:cNvSpPr/>
              <p:nvPr/>
            </p:nvSpPr>
            <p:spPr>
              <a:xfrm flipH="1" rot="-2021404">
                <a:off x="2896124" y="1687953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75" name="Google Shape;7275;p17"/>
              <p:cNvSpPr/>
              <p:nvPr/>
            </p:nvSpPr>
            <p:spPr>
              <a:xfrm flipH="1" rot="10800000">
                <a:off x="2668532" y="1754850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76" name="Google Shape;7276;p17"/>
              <p:cNvSpPr/>
              <p:nvPr/>
            </p:nvSpPr>
            <p:spPr>
              <a:xfrm flipH="1" rot="10800000">
                <a:off x="2730009" y="1822350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77" name="Google Shape;7277;p17"/>
              <p:cNvSpPr/>
              <p:nvPr/>
            </p:nvSpPr>
            <p:spPr>
              <a:xfrm flipH="1" rot="-9766351">
                <a:off x="2743801" y="1762479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78" name="Google Shape;7278;p17"/>
              <p:cNvSpPr/>
              <p:nvPr/>
            </p:nvSpPr>
            <p:spPr>
              <a:xfrm flipH="1" rot="10800000">
                <a:off x="2571733" y="1959171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279" name="Google Shape;7279;p17"/>
              <p:cNvGrpSpPr/>
              <p:nvPr/>
            </p:nvGrpSpPr>
            <p:grpSpPr>
              <a:xfrm flipH="1" rot="10800000">
                <a:off x="2673012" y="1865688"/>
                <a:ext cx="29894" cy="92578"/>
                <a:chOff x="2319702" y="2529176"/>
                <a:chExt cx="92925" cy="351075"/>
              </a:xfrm>
            </p:grpSpPr>
            <p:sp>
              <p:nvSpPr>
                <p:cNvPr id="7280" name="Google Shape;728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81" name="Google Shape;728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82" name="Google Shape;728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83" name="Google Shape;728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84" name="Google Shape;728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85" name="Google Shape;7285;p17"/>
              <p:cNvGrpSpPr/>
              <p:nvPr/>
            </p:nvGrpSpPr>
            <p:grpSpPr>
              <a:xfrm flipH="1" rot="10800000">
                <a:off x="2735716" y="1864904"/>
                <a:ext cx="29894" cy="92578"/>
                <a:chOff x="2319702" y="2529176"/>
                <a:chExt cx="92925" cy="351075"/>
              </a:xfrm>
            </p:grpSpPr>
            <p:sp>
              <p:nvSpPr>
                <p:cNvPr id="7286" name="Google Shape;728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87" name="Google Shape;728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88" name="Google Shape;728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89" name="Google Shape;728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90" name="Google Shape;729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291" name="Google Shape;7291;p17"/>
              <p:cNvGrpSpPr/>
              <p:nvPr/>
            </p:nvGrpSpPr>
            <p:grpSpPr>
              <a:xfrm flipH="1" rot="10800000">
                <a:off x="2673012" y="1773110"/>
                <a:ext cx="29894" cy="92578"/>
                <a:chOff x="2319702" y="2529176"/>
                <a:chExt cx="92925" cy="351075"/>
              </a:xfrm>
            </p:grpSpPr>
            <p:sp>
              <p:nvSpPr>
                <p:cNvPr id="7292" name="Google Shape;729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293" name="Google Shape;729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294" name="Google Shape;729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295" name="Google Shape;729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296" name="Google Shape;729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297" name="Google Shape;7297;p17"/>
              <p:cNvSpPr/>
              <p:nvPr/>
            </p:nvSpPr>
            <p:spPr>
              <a:xfrm rot="-8778596">
                <a:off x="2749844" y="183525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98" name="Google Shape;7298;p17"/>
              <p:cNvSpPr/>
              <p:nvPr/>
            </p:nvSpPr>
            <p:spPr>
              <a:xfrm flipH="1" rot="8778596">
                <a:off x="2750248" y="181232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299" name="Google Shape;7299;p17"/>
              <p:cNvSpPr/>
              <p:nvPr/>
            </p:nvSpPr>
            <p:spPr>
              <a:xfrm rot="-8778596">
                <a:off x="2750149" y="178976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00" name="Google Shape;7300;p17"/>
              <p:cNvSpPr/>
              <p:nvPr/>
            </p:nvSpPr>
            <p:spPr>
              <a:xfrm rot="-1526724">
                <a:off x="2058252" y="1741118"/>
                <a:ext cx="41196" cy="20987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01" name="Google Shape;7301;p17"/>
              <p:cNvSpPr/>
              <p:nvPr/>
            </p:nvSpPr>
            <p:spPr>
              <a:xfrm rot="-1526724">
                <a:off x="2099226" y="1717995"/>
                <a:ext cx="41196" cy="141839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02" name="Google Shape;7302;p17"/>
              <p:cNvSpPr/>
              <p:nvPr/>
            </p:nvSpPr>
            <p:spPr>
              <a:xfrm rot="-2574066">
                <a:off x="2152930" y="1835415"/>
                <a:ext cx="40544" cy="69256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03" name="Google Shape;7303;p17"/>
              <p:cNvSpPr/>
              <p:nvPr/>
            </p:nvSpPr>
            <p:spPr>
              <a:xfrm rot="-1524938">
                <a:off x="1864894" y="1517282"/>
                <a:ext cx="294281" cy="237788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304" name="Google Shape;7304;p17"/>
              <p:cNvGrpSpPr/>
              <p:nvPr/>
            </p:nvGrpSpPr>
            <p:grpSpPr>
              <a:xfrm rot="-1525090">
                <a:off x="2040529" y="1753049"/>
                <a:ext cx="29898" cy="92589"/>
                <a:chOff x="2319702" y="2529176"/>
                <a:chExt cx="92925" cy="351075"/>
              </a:xfrm>
            </p:grpSpPr>
            <p:sp>
              <p:nvSpPr>
                <p:cNvPr id="7305" name="Google Shape;730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06" name="Google Shape;730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07" name="Google Shape;730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08" name="Google Shape;730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09" name="Google Shape;730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10" name="Google Shape;7310;p17"/>
              <p:cNvGrpSpPr/>
              <p:nvPr/>
            </p:nvGrpSpPr>
            <p:grpSpPr>
              <a:xfrm rot="-1525090">
                <a:off x="2097497" y="1726840"/>
                <a:ext cx="29898" cy="92589"/>
                <a:chOff x="2319702" y="2529176"/>
                <a:chExt cx="92925" cy="351075"/>
              </a:xfrm>
            </p:grpSpPr>
            <p:sp>
              <p:nvSpPr>
                <p:cNvPr id="7311" name="Google Shape;731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12" name="Google Shape;731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13" name="Google Shape;731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14" name="Google Shape;731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15" name="Google Shape;731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16" name="Google Shape;7316;p17"/>
              <p:cNvGrpSpPr/>
              <p:nvPr/>
            </p:nvGrpSpPr>
            <p:grpSpPr>
              <a:xfrm rot="-1525090">
                <a:off x="2080271" y="1836663"/>
                <a:ext cx="29898" cy="92589"/>
                <a:chOff x="2319702" y="2529176"/>
                <a:chExt cx="92925" cy="351075"/>
              </a:xfrm>
            </p:grpSpPr>
            <p:sp>
              <p:nvSpPr>
                <p:cNvPr id="7317" name="Google Shape;731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18" name="Google Shape;731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19" name="Google Shape;731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20" name="Google Shape;732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21" name="Google Shape;732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322" name="Google Shape;7322;p17"/>
              <p:cNvSpPr/>
              <p:nvPr/>
            </p:nvSpPr>
            <p:spPr>
              <a:xfrm flipH="1" rot="-3378596">
                <a:off x="2136162" y="1806609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23" name="Google Shape;7323;p17"/>
              <p:cNvSpPr/>
              <p:nvPr/>
            </p:nvSpPr>
            <p:spPr>
              <a:xfrm>
                <a:off x="2146335" y="1827061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24" name="Google Shape;7324;p17"/>
              <p:cNvSpPr/>
              <p:nvPr/>
            </p:nvSpPr>
            <p:spPr>
              <a:xfrm flipH="1" rot="-3378596">
                <a:off x="2155962" y="1847555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25" name="Google Shape;7325;p17"/>
              <p:cNvSpPr/>
              <p:nvPr/>
            </p:nvSpPr>
            <p:spPr>
              <a:xfrm rot="-1526724">
                <a:off x="2323893" y="1614856"/>
                <a:ext cx="41196" cy="20987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26" name="Google Shape;7326;p17"/>
              <p:cNvSpPr/>
              <p:nvPr/>
            </p:nvSpPr>
            <p:spPr>
              <a:xfrm rot="-1526724">
                <a:off x="2364867" y="1591734"/>
                <a:ext cx="41196" cy="141839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27" name="Google Shape;7327;p17"/>
              <p:cNvSpPr/>
              <p:nvPr/>
            </p:nvSpPr>
            <p:spPr>
              <a:xfrm rot="-2574066">
                <a:off x="2418571" y="1709153"/>
                <a:ext cx="40544" cy="69256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28" name="Google Shape;7328;p17"/>
              <p:cNvSpPr/>
              <p:nvPr/>
            </p:nvSpPr>
            <p:spPr>
              <a:xfrm rot="-1524938">
                <a:off x="2130536" y="1391020"/>
                <a:ext cx="294281" cy="237788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329" name="Google Shape;7329;p17"/>
              <p:cNvGrpSpPr/>
              <p:nvPr/>
            </p:nvGrpSpPr>
            <p:grpSpPr>
              <a:xfrm rot="-1525090">
                <a:off x="2306170" y="1626787"/>
                <a:ext cx="29898" cy="92589"/>
                <a:chOff x="2319702" y="2529176"/>
                <a:chExt cx="92925" cy="351075"/>
              </a:xfrm>
            </p:grpSpPr>
            <p:sp>
              <p:nvSpPr>
                <p:cNvPr id="7330" name="Google Shape;733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31" name="Google Shape;733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32" name="Google Shape;733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33" name="Google Shape;733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34" name="Google Shape;733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35" name="Google Shape;7335;p17"/>
              <p:cNvGrpSpPr/>
              <p:nvPr/>
            </p:nvGrpSpPr>
            <p:grpSpPr>
              <a:xfrm rot="-1525090">
                <a:off x="2363138" y="1600578"/>
                <a:ext cx="29898" cy="92589"/>
                <a:chOff x="2319702" y="2529176"/>
                <a:chExt cx="92925" cy="351075"/>
              </a:xfrm>
            </p:grpSpPr>
            <p:sp>
              <p:nvSpPr>
                <p:cNvPr id="7336" name="Google Shape;733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37" name="Google Shape;733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38" name="Google Shape;733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39" name="Google Shape;733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40" name="Google Shape;734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41" name="Google Shape;7341;p17"/>
              <p:cNvGrpSpPr/>
              <p:nvPr/>
            </p:nvGrpSpPr>
            <p:grpSpPr>
              <a:xfrm rot="-1525090">
                <a:off x="2345912" y="1710401"/>
                <a:ext cx="29898" cy="92589"/>
                <a:chOff x="2319702" y="2529176"/>
                <a:chExt cx="92925" cy="351075"/>
              </a:xfrm>
            </p:grpSpPr>
            <p:sp>
              <p:nvSpPr>
                <p:cNvPr id="7342" name="Google Shape;734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43" name="Google Shape;734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44" name="Google Shape;734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45" name="Google Shape;734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46" name="Google Shape;734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347" name="Google Shape;7347;p17"/>
              <p:cNvSpPr/>
              <p:nvPr/>
            </p:nvSpPr>
            <p:spPr>
              <a:xfrm flipH="1" rot="-3378596">
                <a:off x="2401803" y="1680347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48" name="Google Shape;7348;p17"/>
              <p:cNvSpPr/>
              <p:nvPr/>
            </p:nvSpPr>
            <p:spPr>
              <a:xfrm>
                <a:off x="2411976" y="1700799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49" name="Google Shape;7349;p17"/>
              <p:cNvSpPr/>
              <p:nvPr/>
            </p:nvSpPr>
            <p:spPr>
              <a:xfrm flipH="1" rot="-3378596">
                <a:off x="2421604" y="1721293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50" name="Google Shape;7350;p17"/>
              <p:cNvSpPr/>
              <p:nvPr/>
            </p:nvSpPr>
            <p:spPr>
              <a:xfrm flipH="1" rot="9273276">
                <a:off x="2279993" y="1862287"/>
                <a:ext cx="41196" cy="20987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51" name="Google Shape;7351;p17"/>
              <p:cNvSpPr/>
              <p:nvPr/>
            </p:nvSpPr>
            <p:spPr>
              <a:xfrm flipH="1" rot="9273276">
                <a:off x="2350067" y="1900664"/>
                <a:ext cx="41196" cy="141839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52" name="Google Shape;7352;p17"/>
              <p:cNvSpPr/>
              <p:nvPr/>
            </p:nvSpPr>
            <p:spPr>
              <a:xfrm flipH="1" rot="10315786">
                <a:off x="2321138" y="1843954"/>
                <a:ext cx="40602" cy="6960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53" name="Google Shape;7353;p17"/>
              <p:cNvSpPr/>
              <p:nvPr/>
            </p:nvSpPr>
            <p:spPr>
              <a:xfrm flipH="1" rot="9275062">
                <a:off x="2274013" y="2032720"/>
                <a:ext cx="294281" cy="237788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354" name="Google Shape;7354;p17"/>
              <p:cNvGrpSpPr/>
              <p:nvPr/>
            </p:nvGrpSpPr>
            <p:grpSpPr>
              <a:xfrm flipH="1" rot="9274910">
                <a:off x="2307146" y="1968668"/>
                <a:ext cx="29898" cy="92589"/>
                <a:chOff x="2319702" y="2529176"/>
                <a:chExt cx="92925" cy="351075"/>
              </a:xfrm>
            </p:grpSpPr>
            <p:sp>
              <p:nvSpPr>
                <p:cNvPr id="7355" name="Google Shape;735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56" name="Google Shape;735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57" name="Google Shape;735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58" name="Google Shape;735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59" name="Google Shape;735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60" name="Google Shape;7360;p17"/>
              <p:cNvGrpSpPr/>
              <p:nvPr/>
            </p:nvGrpSpPr>
            <p:grpSpPr>
              <a:xfrm flipH="1" rot="9274910">
                <a:off x="2363441" y="1941042"/>
                <a:ext cx="29898" cy="92589"/>
                <a:chOff x="2319702" y="2529176"/>
                <a:chExt cx="92925" cy="351075"/>
              </a:xfrm>
            </p:grpSpPr>
            <p:sp>
              <p:nvSpPr>
                <p:cNvPr id="7361" name="Google Shape;736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62" name="Google Shape;736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63" name="Google Shape;736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64" name="Google Shape;736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65" name="Google Shape;736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66" name="Google Shape;7366;p17"/>
              <p:cNvGrpSpPr/>
              <p:nvPr/>
            </p:nvGrpSpPr>
            <p:grpSpPr>
              <a:xfrm flipH="1" rot="9274910">
                <a:off x="2267403" y="1885054"/>
                <a:ext cx="29898" cy="92589"/>
                <a:chOff x="2319702" y="2529176"/>
                <a:chExt cx="92925" cy="351075"/>
              </a:xfrm>
            </p:grpSpPr>
            <p:sp>
              <p:nvSpPr>
                <p:cNvPr id="7367" name="Google Shape;736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68" name="Google Shape;736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69" name="Google Shape;736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70" name="Google Shape;737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71" name="Google Shape;737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372" name="Google Shape;7372;p17"/>
              <p:cNvSpPr/>
              <p:nvPr/>
            </p:nvSpPr>
            <p:spPr>
              <a:xfrm rot="10800000">
                <a:off x="2353064" y="1917272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73" name="Google Shape;7373;p17"/>
              <p:cNvSpPr/>
              <p:nvPr/>
            </p:nvSpPr>
            <p:spPr>
              <a:xfrm flipH="1" rot="7421404">
                <a:off x="2343375" y="1896476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74" name="Google Shape;7374;p17"/>
              <p:cNvSpPr/>
              <p:nvPr/>
            </p:nvSpPr>
            <p:spPr>
              <a:xfrm rot="10800000">
                <a:off x="2333815" y="1876063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75" name="Google Shape;7375;p17"/>
              <p:cNvSpPr/>
              <p:nvPr/>
            </p:nvSpPr>
            <p:spPr>
              <a:xfrm rot="-1526724">
                <a:off x="2058252" y="1741118"/>
                <a:ext cx="41196" cy="20987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76" name="Google Shape;7376;p17"/>
              <p:cNvSpPr/>
              <p:nvPr/>
            </p:nvSpPr>
            <p:spPr>
              <a:xfrm rot="-1526724">
                <a:off x="2099226" y="1717995"/>
                <a:ext cx="41196" cy="141839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77" name="Google Shape;7377;p17"/>
              <p:cNvSpPr/>
              <p:nvPr/>
            </p:nvSpPr>
            <p:spPr>
              <a:xfrm rot="-2574066">
                <a:off x="2152930" y="1835415"/>
                <a:ext cx="40544" cy="69256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78" name="Google Shape;7378;p17"/>
              <p:cNvSpPr/>
              <p:nvPr/>
            </p:nvSpPr>
            <p:spPr>
              <a:xfrm rot="-1524938">
                <a:off x="1864894" y="1517282"/>
                <a:ext cx="294281" cy="237788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379" name="Google Shape;7379;p17"/>
              <p:cNvGrpSpPr/>
              <p:nvPr/>
            </p:nvGrpSpPr>
            <p:grpSpPr>
              <a:xfrm rot="-1525090">
                <a:off x="2040529" y="1753049"/>
                <a:ext cx="29898" cy="92589"/>
                <a:chOff x="2319702" y="2529176"/>
                <a:chExt cx="92925" cy="351075"/>
              </a:xfrm>
            </p:grpSpPr>
            <p:sp>
              <p:nvSpPr>
                <p:cNvPr id="7380" name="Google Shape;738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81" name="Google Shape;738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82" name="Google Shape;738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83" name="Google Shape;738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84" name="Google Shape;738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85" name="Google Shape;7385;p17"/>
              <p:cNvGrpSpPr/>
              <p:nvPr/>
            </p:nvGrpSpPr>
            <p:grpSpPr>
              <a:xfrm rot="-1525090">
                <a:off x="2097497" y="1726840"/>
                <a:ext cx="29898" cy="92589"/>
                <a:chOff x="2319702" y="2529176"/>
                <a:chExt cx="92925" cy="351075"/>
              </a:xfrm>
            </p:grpSpPr>
            <p:sp>
              <p:nvSpPr>
                <p:cNvPr id="7386" name="Google Shape;738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87" name="Google Shape;738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88" name="Google Shape;738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89" name="Google Shape;738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90" name="Google Shape;739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391" name="Google Shape;7391;p17"/>
              <p:cNvGrpSpPr/>
              <p:nvPr/>
            </p:nvGrpSpPr>
            <p:grpSpPr>
              <a:xfrm rot="-1525090">
                <a:off x="2080271" y="1836663"/>
                <a:ext cx="29898" cy="92589"/>
                <a:chOff x="2319702" y="2529176"/>
                <a:chExt cx="92925" cy="351075"/>
              </a:xfrm>
            </p:grpSpPr>
            <p:sp>
              <p:nvSpPr>
                <p:cNvPr id="7392" name="Google Shape;739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393" name="Google Shape;739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394" name="Google Shape;739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395" name="Google Shape;739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396" name="Google Shape;739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397" name="Google Shape;7397;p17"/>
              <p:cNvSpPr/>
              <p:nvPr/>
            </p:nvSpPr>
            <p:spPr>
              <a:xfrm flipH="1" rot="-3378596">
                <a:off x="2136162" y="1806609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98" name="Google Shape;7398;p17"/>
              <p:cNvSpPr/>
              <p:nvPr/>
            </p:nvSpPr>
            <p:spPr>
              <a:xfrm>
                <a:off x="2146335" y="1827061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399" name="Google Shape;7399;p17"/>
              <p:cNvSpPr/>
              <p:nvPr/>
            </p:nvSpPr>
            <p:spPr>
              <a:xfrm flipH="1" rot="-3378596">
                <a:off x="2155962" y="1847555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00" name="Google Shape;7400;p17"/>
              <p:cNvSpPr/>
              <p:nvPr/>
            </p:nvSpPr>
            <p:spPr>
              <a:xfrm rot="-1526724">
                <a:off x="2323893" y="1614856"/>
                <a:ext cx="41196" cy="20987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01" name="Google Shape;7401;p17"/>
              <p:cNvSpPr/>
              <p:nvPr/>
            </p:nvSpPr>
            <p:spPr>
              <a:xfrm rot="-1526724">
                <a:off x="2364867" y="1591734"/>
                <a:ext cx="41196" cy="141839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02" name="Google Shape;7402;p17"/>
              <p:cNvSpPr/>
              <p:nvPr/>
            </p:nvSpPr>
            <p:spPr>
              <a:xfrm rot="-2574066">
                <a:off x="2418571" y="1709153"/>
                <a:ext cx="40544" cy="69256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03" name="Google Shape;7403;p17"/>
              <p:cNvSpPr/>
              <p:nvPr/>
            </p:nvSpPr>
            <p:spPr>
              <a:xfrm rot="-1524938">
                <a:off x="2130536" y="1391020"/>
                <a:ext cx="294281" cy="237788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404" name="Google Shape;7404;p17"/>
              <p:cNvGrpSpPr/>
              <p:nvPr/>
            </p:nvGrpSpPr>
            <p:grpSpPr>
              <a:xfrm rot="-1525090">
                <a:off x="2306170" y="1626787"/>
                <a:ext cx="29898" cy="92589"/>
                <a:chOff x="2319702" y="2529176"/>
                <a:chExt cx="92925" cy="351075"/>
              </a:xfrm>
            </p:grpSpPr>
            <p:sp>
              <p:nvSpPr>
                <p:cNvPr id="7405" name="Google Shape;740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06" name="Google Shape;740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07" name="Google Shape;740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08" name="Google Shape;740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09" name="Google Shape;740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10" name="Google Shape;7410;p17"/>
              <p:cNvGrpSpPr/>
              <p:nvPr/>
            </p:nvGrpSpPr>
            <p:grpSpPr>
              <a:xfrm rot="-1525090">
                <a:off x="2363138" y="1600578"/>
                <a:ext cx="29898" cy="92589"/>
                <a:chOff x="2319702" y="2529176"/>
                <a:chExt cx="92925" cy="351075"/>
              </a:xfrm>
            </p:grpSpPr>
            <p:sp>
              <p:nvSpPr>
                <p:cNvPr id="7411" name="Google Shape;741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12" name="Google Shape;741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13" name="Google Shape;741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14" name="Google Shape;741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15" name="Google Shape;741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16" name="Google Shape;7416;p17"/>
              <p:cNvGrpSpPr/>
              <p:nvPr/>
            </p:nvGrpSpPr>
            <p:grpSpPr>
              <a:xfrm rot="-1525090">
                <a:off x="2345912" y="1710401"/>
                <a:ext cx="29898" cy="92589"/>
                <a:chOff x="2319702" y="2529176"/>
                <a:chExt cx="92925" cy="351075"/>
              </a:xfrm>
            </p:grpSpPr>
            <p:sp>
              <p:nvSpPr>
                <p:cNvPr id="7417" name="Google Shape;741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18" name="Google Shape;741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19" name="Google Shape;741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20" name="Google Shape;742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21" name="Google Shape;742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422" name="Google Shape;7422;p17"/>
              <p:cNvSpPr/>
              <p:nvPr/>
            </p:nvSpPr>
            <p:spPr>
              <a:xfrm flipH="1" rot="-3378596">
                <a:off x="2401803" y="1680347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23" name="Google Shape;7423;p17"/>
              <p:cNvSpPr/>
              <p:nvPr/>
            </p:nvSpPr>
            <p:spPr>
              <a:xfrm>
                <a:off x="2411976" y="1700799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24" name="Google Shape;7424;p17"/>
              <p:cNvSpPr/>
              <p:nvPr/>
            </p:nvSpPr>
            <p:spPr>
              <a:xfrm flipH="1" rot="-3378596">
                <a:off x="2421604" y="1721293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25" name="Google Shape;7425;p17"/>
              <p:cNvSpPr/>
              <p:nvPr/>
            </p:nvSpPr>
            <p:spPr>
              <a:xfrm flipH="1" rot="9273276">
                <a:off x="2279993" y="1862287"/>
                <a:ext cx="41196" cy="20987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26" name="Google Shape;7426;p17"/>
              <p:cNvSpPr/>
              <p:nvPr/>
            </p:nvSpPr>
            <p:spPr>
              <a:xfrm flipH="1" rot="9273276">
                <a:off x="2350067" y="1900664"/>
                <a:ext cx="41196" cy="141839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27" name="Google Shape;7427;p17"/>
              <p:cNvSpPr/>
              <p:nvPr/>
            </p:nvSpPr>
            <p:spPr>
              <a:xfrm flipH="1" rot="10315786">
                <a:off x="2321138" y="1843954"/>
                <a:ext cx="40602" cy="6960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28" name="Google Shape;7428;p17"/>
              <p:cNvSpPr/>
              <p:nvPr/>
            </p:nvSpPr>
            <p:spPr>
              <a:xfrm flipH="1" rot="9275062">
                <a:off x="2274013" y="2032720"/>
                <a:ext cx="294281" cy="237788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429" name="Google Shape;7429;p17"/>
              <p:cNvGrpSpPr/>
              <p:nvPr/>
            </p:nvGrpSpPr>
            <p:grpSpPr>
              <a:xfrm flipH="1" rot="9274910">
                <a:off x="2307146" y="1968668"/>
                <a:ext cx="29898" cy="92589"/>
                <a:chOff x="2319702" y="2529176"/>
                <a:chExt cx="92925" cy="351075"/>
              </a:xfrm>
            </p:grpSpPr>
            <p:sp>
              <p:nvSpPr>
                <p:cNvPr id="7430" name="Google Shape;743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31" name="Google Shape;743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32" name="Google Shape;743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33" name="Google Shape;743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34" name="Google Shape;743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35" name="Google Shape;7435;p17"/>
              <p:cNvGrpSpPr/>
              <p:nvPr/>
            </p:nvGrpSpPr>
            <p:grpSpPr>
              <a:xfrm flipH="1" rot="9274910">
                <a:off x="2363441" y="1941042"/>
                <a:ext cx="29898" cy="92589"/>
                <a:chOff x="2319702" y="2529176"/>
                <a:chExt cx="92925" cy="351075"/>
              </a:xfrm>
            </p:grpSpPr>
            <p:sp>
              <p:nvSpPr>
                <p:cNvPr id="7436" name="Google Shape;743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37" name="Google Shape;743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38" name="Google Shape;743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39" name="Google Shape;743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40" name="Google Shape;744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41" name="Google Shape;7441;p17"/>
              <p:cNvGrpSpPr/>
              <p:nvPr/>
            </p:nvGrpSpPr>
            <p:grpSpPr>
              <a:xfrm flipH="1" rot="9274910">
                <a:off x="2267403" y="1885054"/>
                <a:ext cx="29898" cy="92589"/>
                <a:chOff x="2319702" y="2529176"/>
                <a:chExt cx="92925" cy="351075"/>
              </a:xfrm>
            </p:grpSpPr>
            <p:sp>
              <p:nvSpPr>
                <p:cNvPr id="7442" name="Google Shape;744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43" name="Google Shape;744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44" name="Google Shape;744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45" name="Google Shape;744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46" name="Google Shape;744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447" name="Google Shape;7447;p17"/>
              <p:cNvSpPr/>
              <p:nvPr/>
            </p:nvSpPr>
            <p:spPr>
              <a:xfrm rot="10800000">
                <a:off x="2353064" y="1917272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48" name="Google Shape;7448;p17"/>
              <p:cNvSpPr/>
              <p:nvPr/>
            </p:nvSpPr>
            <p:spPr>
              <a:xfrm flipH="1" rot="7421404">
                <a:off x="2343375" y="1896476"/>
                <a:ext cx="1082" cy="3674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49" name="Google Shape;7449;p17"/>
              <p:cNvSpPr/>
              <p:nvPr/>
            </p:nvSpPr>
            <p:spPr>
              <a:xfrm rot="10800000">
                <a:off x="2333815" y="1876063"/>
                <a:ext cx="900" cy="3690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50" name="Google Shape;7450;p17"/>
              <p:cNvSpPr/>
              <p:nvPr/>
            </p:nvSpPr>
            <p:spPr>
              <a:xfrm rot="-2985819">
                <a:off x="1703635" y="2102791"/>
                <a:ext cx="40871" cy="21011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51" name="Google Shape;7451;p17"/>
              <p:cNvSpPr/>
              <p:nvPr/>
            </p:nvSpPr>
            <p:spPr>
              <a:xfrm rot="-2985819">
                <a:off x="1717120" y="2067818"/>
                <a:ext cx="40871" cy="141585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52" name="Google Shape;7452;p17"/>
              <p:cNvSpPr/>
              <p:nvPr/>
            </p:nvSpPr>
            <p:spPr>
              <a:xfrm rot="-4068272">
                <a:off x="1799705" y="2155275"/>
                <a:ext cx="40501" cy="6949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53" name="Google Shape;7453;p17"/>
              <p:cNvSpPr/>
              <p:nvPr/>
            </p:nvSpPr>
            <p:spPr>
              <a:xfrm rot="-2987877">
                <a:off x="1429218" y="1925799"/>
                <a:ext cx="294197" cy="237965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454" name="Google Shape;7454;p17"/>
              <p:cNvGrpSpPr/>
              <p:nvPr/>
            </p:nvGrpSpPr>
            <p:grpSpPr>
              <a:xfrm rot="-2994848">
                <a:off x="1668877" y="2128217"/>
                <a:ext cx="29915" cy="92613"/>
                <a:chOff x="2319702" y="2529176"/>
                <a:chExt cx="92925" cy="351075"/>
              </a:xfrm>
            </p:grpSpPr>
            <p:sp>
              <p:nvSpPr>
                <p:cNvPr id="7455" name="Google Shape;745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56" name="Google Shape;745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57" name="Google Shape;745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58" name="Google Shape;745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59" name="Google Shape;745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60" name="Google Shape;7460;p17"/>
              <p:cNvGrpSpPr/>
              <p:nvPr/>
            </p:nvGrpSpPr>
            <p:grpSpPr>
              <a:xfrm rot="-2994848">
                <a:off x="1709852" y="2080748"/>
                <a:ext cx="29915" cy="92613"/>
                <a:chOff x="2319702" y="2529176"/>
                <a:chExt cx="92925" cy="351075"/>
              </a:xfrm>
            </p:grpSpPr>
            <p:sp>
              <p:nvSpPr>
                <p:cNvPr id="7461" name="Google Shape;746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62" name="Google Shape;746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63" name="Google Shape;746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64" name="Google Shape;746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65" name="Google Shape;746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66" name="Google Shape;7466;p17"/>
              <p:cNvGrpSpPr/>
              <p:nvPr/>
            </p:nvGrpSpPr>
            <p:grpSpPr>
              <a:xfrm rot="-2994848">
                <a:off x="1739710" y="2187829"/>
                <a:ext cx="29915" cy="92613"/>
                <a:chOff x="2319702" y="2529176"/>
                <a:chExt cx="92925" cy="351075"/>
              </a:xfrm>
            </p:grpSpPr>
            <p:sp>
              <p:nvSpPr>
                <p:cNvPr id="7467" name="Google Shape;746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68" name="Google Shape;746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69" name="Google Shape;746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70" name="Google Shape;747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71" name="Google Shape;747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472" name="Google Shape;7472;p17"/>
              <p:cNvSpPr/>
              <p:nvPr/>
            </p:nvSpPr>
            <p:spPr>
              <a:xfrm flipH="1" rot="-3378596">
                <a:off x="1767238" y="2146087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73" name="Google Shape;7473;p17"/>
              <p:cNvSpPr/>
              <p:nvPr/>
            </p:nvSpPr>
            <p:spPr>
              <a:xfrm>
                <a:off x="1785349" y="2160568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74" name="Google Shape;7474;p17"/>
              <p:cNvSpPr/>
              <p:nvPr/>
            </p:nvSpPr>
            <p:spPr>
              <a:xfrm flipH="1" rot="-3378596">
                <a:off x="1802233" y="2175139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75" name="Google Shape;7475;p17"/>
              <p:cNvSpPr/>
              <p:nvPr/>
            </p:nvSpPr>
            <p:spPr>
              <a:xfrm rot="-2985819">
                <a:off x="1893020" y="1877756"/>
                <a:ext cx="40871" cy="21011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76" name="Google Shape;7476;p17"/>
              <p:cNvSpPr/>
              <p:nvPr/>
            </p:nvSpPr>
            <p:spPr>
              <a:xfrm rot="-2985819">
                <a:off x="1906505" y="1842784"/>
                <a:ext cx="40871" cy="141585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77" name="Google Shape;7477;p17"/>
              <p:cNvSpPr/>
              <p:nvPr/>
            </p:nvSpPr>
            <p:spPr>
              <a:xfrm rot="-4068272">
                <a:off x="1989090" y="1930241"/>
                <a:ext cx="40501" cy="6949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78" name="Google Shape;7478;p17"/>
              <p:cNvSpPr/>
              <p:nvPr/>
            </p:nvSpPr>
            <p:spPr>
              <a:xfrm rot="-2987877">
                <a:off x="1618603" y="1700765"/>
                <a:ext cx="294197" cy="237965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479" name="Google Shape;7479;p17"/>
              <p:cNvGrpSpPr/>
              <p:nvPr/>
            </p:nvGrpSpPr>
            <p:grpSpPr>
              <a:xfrm rot="-2994848">
                <a:off x="1858263" y="1903183"/>
                <a:ext cx="29915" cy="92613"/>
                <a:chOff x="2319702" y="2529176"/>
                <a:chExt cx="92925" cy="351075"/>
              </a:xfrm>
            </p:grpSpPr>
            <p:sp>
              <p:nvSpPr>
                <p:cNvPr id="7480" name="Google Shape;748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81" name="Google Shape;748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82" name="Google Shape;748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83" name="Google Shape;748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84" name="Google Shape;748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85" name="Google Shape;7485;p17"/>
              <p:cNvGrpSpPr/>
              <p:nvPr/>
            </p:nvGrpSpPr>
            <p:grpSpPr>
              <a:xfrm rot="-2994848">
                <a:off x="1899238" y="1855713"/>
                <a:ext cx="29915" cy="92613"/>
                <a:chOff x="2319702" y="2529176"/>
                <a:chExt cx="92925" cy="351075"/>
              </a:xfrm>
            </p:grpSpPr>
            <p:sp>
              <p:nvSpPr>
                <p:cNvPr id="7486" name="Google Shape;748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87" name="Google Shape;748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88" name="Google Shape;748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89" name="Google Shape;748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90" name="Google Shape;749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491" name="Google Shape;7491;p17"/>
              <p:cNvGrpSpPr/>
              <p:nvPr/>
            </p:nvGrpSpPr>
            <p:grpSpPr>
              <a:xfrm rot="-2994848">
                <a:off x="1929095" y="1962794"/>
                <a:ext cx="29915" cy="92613"/>
                <a:chOff x="2319702" y="2529176"/>
                <a:chExt cx="92925" cy="351075"/>
              </a:xfrm>
            </p:grpSpPr>
            <p:sp>
              <p:nvSpPr>
                <p:cNvPr id="7492" name="Google Shape;749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493" name="Google Shape;749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494" name="Google Shape;749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495" name="Google Shape;749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496" name="Google Shape;749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497" name="Google Shape;7497;p17"/>
              <p:cNvSpPr/>
              <p:nvPr/>
            </p:nvSpPr>
            <p:spPr>
              <a:xfrm flipH="1" rot="-3378596">
                <a:off x="1956623" y="1921052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98" name="Google Shape;7498;p17"/>
              <p:cNvSpPr/>
              <p:nvPr/>
            </p:nvSpPr>
            <p:spPr>
              <a:xfrm>
                <a:off x="1974734" y="1935533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499" name="Google Shape;7499;p17"/>
              <p:cNvSpPr/>
              <p:nvPr/>
            </p:nvSpPr>
            <p:spPr>
              <a:xfrm flipH="1" rot="-3378596">
                <a:off x="1991619" y="1950104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00" name="Google Shape;7500;p17"/>
              <p:cNvSpPr/>
              <p:nvPr/>
            </p:nvSpPr>
            <p:spPr>
              <a:xfrm flipH="1" rot="7814181">
                <a:off x="1955666" y="2120741"/>
                <a:ext cx="40871" cy="21011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01" name="Google Shape;7501;p17"/>
              <p:cNvSpPr/>
              <p:nvPr/>
            </p:nvSpPr>
            <p:spPr>
              <a:xfrm flipH="1" rot="7814181">
                <a:off x="2021351" y="2130169"/>
                <a:ext cx="40871" cy="141585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02" name="Google Shape;7502;p17"/>
              <p:cNvSpPr/>
              <p:nvPr/>
            </p:nvSpPr>
            <p:spPr>
              <a:xfrm flipH="1" rot="8863461">
                <a:off x="1956262" y="2094581"/>
                <a:ext cx="40450" cy="6883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503" name="Google Shape;7503;p17"/>
              <p:cNvGrpSpPr/>
              <p:nvPr/>
            </p:nvGrpSpPr>
            <p:grpSpPr>
              <a:xfrm flipH="1" rot="7805152">
                <a:off x="2000740" y="2213508"/>
                <a:ext cx="29915" cy="92613"/>
                <a:chOff x="2319702" y="2529176"/>
                <a:chExt cx="92925" cy="351075"/>
              </a:xfrm>
            </p:grpSpPr>
            <p:sp>
              <p:nvSpPr>
                <p:cNvPr id="7504" name="Google Shape;7504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05" name="Google Shape;7505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06" name="Google Shape;7506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07" name="Google Shape;7507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08" name="Google Shape;7508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09" name="Google Shape;7509;p17"/>
              <p:cNvGrpSpPr/>
              <p:nvPr/>
            </p:nvGrpSpPr>
            <p:grpSpPr>
              <a:xfrm flipH="1" rot="7805152">
                <a:off x="2040514" y="2165028"/>
                <a:ext cx="29915" cy="92613"/>
                <a:chOff x="2319702" y="2529176"/>
                <a:chExt cx="92925" cy="351075"/>
              </a:xfrm>
            </p:grpSpPr>
            <p:sp>
              <p:nvSpPr>
                <p:cNvPr id="7510" name="Google Shape;751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11" name="Google Shape;751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12" name="Google Shape;751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13" name="Google Shape;751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14" name="Google Shape;751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15" name="Google Shape;7515;p17"/>
              <p:cNvGrpSpPr/>
              <p:nvPr/>
            </p:nvGrpSpPr>
            <p:grpSpPr>
              <a:xfrm flipH="1" rot="7805152">
                <a:off x="1929907" y="2153896"/>
                <a:ext cx="29915" cy="92613"/>
                <a:chOff x="2319702" y="2529176"/>
                <a:chExt cx="92925" cy="351075"/>
              </a:xfrm>
            </p:grpSpPr>
            <p:sp>
              <p:nvSpPr>
                <p:cNvPr id="7516" name="Google Shape;751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17" name="Google Shape;751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18" name="Google Shape;751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19" name="Google Shape;751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20" name="Google Shape;752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521" name="Google Shape;7521;p17"/>
              <p:cNvSpPr/>
              <p:nvPr/>
            </p:nvSpPr>
            <p:spPr>
              <a:xfrm rot="10800000">
                <a:off x="2010730" y="2156871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22" name="Google Shape;7522;p17"/>
              <p:cNvSpPr/>
              <p:nvPr/>
            </p:nvSpPr>
            <p:spPr>
              <a:xfrm flipH="1" rot="7421404">
                <a:off x="1993583" y="2141838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23" name="Google Shape;7523;p17"/>
              <p:cNvSpPr/>
              <p:nvPr/>
            </p:nvSpPr>
            <p:spPr>
              <a:xfrm rot="10800000">
                <a:off x="1976129" y="2127352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24" name="Google Shape;7524;p17"/>
              <p:cNvSpPr/>
              <p:nvPr/>
            </p:nvSpPr>
            <p:spPr>
              <a:xfrm rot="-2985819">
                <a:off x="1703635" y="2102791"/>
                <a:ext cx="40871" cy="21011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25" name="Google Shape;7525;p17"/>
              <p:cNvSpPr/>
              <p:nvPr/>
            </p:nvSpPr>
            <p:spPr>
              <a:xfrm rot="-2985819">
                <a:off x="1717120" y="2067818"/>
                <a:ext cx="40871" cy="141585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26" name="Google Shape;7526;p17"/>
              <p:cNvSpPr/>
              <p:nvPr/>
            </p:nvSpPr>
            <p:spPr>
              <a:xfrm rot="-4068272">
                <a:off x="1799705" y="2155275"/>
                <a:ext cx="40501" cy="6949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27" name="Google Shape;7527;p17"/>
              <p:cNvSpPr/>
              <p:nvPr/>
            </p:nvSpPr>
            <p:spPr>
              <a:xfrm rot="-2987877">
                <a:off x="1429218" y="1925799"/>
                <a:ext cx="294197" cy="237965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528" name="Google Shape;7528;p17"/>
              <p:cNvGrpSpPr/>
              <p:nvPr/>
            </p:nvGrpSpPr>
            <p:grpSpPr>
              <a:xfrm rot="-2994848">
                <a:off x="1668877" y="2128217"/>
                <a:ext cx="29915" cy="92613"/>
                <a:chOff x="2319702" y="2529176"/>
                <a:chExt cx="92925" cy="351075"/>
              </a:xfrm>
            </p:grpSpPr>
            <p:sp>
              <p:nvSpPr>
                <p:cNvPr id="7529" name="Google Shape;7529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30" name="Google Shape;7530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31" name="Google Shape;7531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32" name="Google Shape;7532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33" name="Google Shape;7533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34" name="Google Shape;7534;p17"/>
              <p:cNvGrpSpPr/>
              <p:nvPr/>
            </p:nvGrpSpPr>
            <p:grpSpPr>
              <a:xfrm rot="-2994848">
                <a:off x="1709852" y="2080748"/>
                <a:ext cx="29915" cy="92613"/>
                <a:chOff x="2319702" y="2529176"/>
                <a:chExt cx="92925" cy="351075"/>
              </a:xfrm>
            </p:grpSpPr>
            <p:sp>
              <p:nvSpPr>
                <p:cNvPr id="7535" name="Google Shape;753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36" name="Google Shape;753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37" name="Google Shape;753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38" name="Google Shape;753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39" name="Google Shape;753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40" name="Google Shape;7540;p17"/>
              <p:cNvGrpSpPr/>
              <p:nvPr/>
            </p:nvGrpSpPr>
            <p:grpSpPr>
              <a:xfrm rot="-2994848">
                <a:off x="1739710" y="2187829"/>
                <a:ext cx="29915" cy="92613"/>
                <a:chOff x="2319702" y="2529176"/>
                <a:chExt cx="92925" cy="351075"/>
              </a:xfrm>
            </p:grpSpPr>
            <p:sp>
              <p:nvSpPr>
                <p:cNvPr id="7541" name="Google Shape;754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42" name="Google Shape;754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43" name="Google Shape;754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44" name="Google Shape;754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45" name="Google Shape;754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546" name="Google Shape;7546;p17"/>
              <p:cNvSpPr/>
              <p:nvPr/>
            </p:nvSpPr>
            <p:spPr>
              <a:xfrm flipH="1" rot="-3378596">
                <a:off x="1767238" y="2146087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47" name="Google Shape;7547;p17"/>
              <p:cNvSpPr/>
              <p:nvPr/>
            </p:nvSpPr>
            <p:spPr>
              <a:xfrm>
                <a:off x="1785349" y="2160568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48" name="Google Shape;7548;p17"/>
              <p:cNvSpPr/>
              <p:nvPr/>
            </p:nvSpPr>
            <p:spPr>
              <a:xfrm flipH="1" rot="-3378596">
                <a:off x="1802233" y="2175139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49" name="Google Shape;7549;p17"/>
              <p:cNvSpPr/>
              <p:nvPr/>
            </p:nvSpPr>
            <p:spPr>
              <a:xfrm rot="-2985819">
                <a:off x="1893020" y="1877756"/>
                <a:ext cx="40871" cy="21011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50" name="Google Shape;7550;p17"/>
              <p:cNvSpPr/>
              <p:nvPr/>
            </p:nvSpPr>
            <p:spPr>
              <a:xfrm rot="-2985819">
                <a:off x="1906505" y="1842784"/>
                <a:ext cx="40871" cy="141585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51" name="Google Shape;7551;p17"/>
              <p:cNvSpPr/>
              <p:nvPr/>
            </p:nvSpPr>
            <p:spPr>
              <a:xfrm rot="-4068272">
                <a:off x="1989090" y="1930241"/>
                <a:ext cx="40501" cy="6949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52" name="Google Shape;7552;p17"/>
              <p:cNvSpPr/>
              <p:nvPr/>
            </p:nvSpPr>
            <p:spPr>
              <a:xfrm rot="-2987877">
                <a:off x="1618603" y="1700765"/>
                <a:ext cx="294197" cy="237965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553" name="Google Shape;7553;p17"/>
              <p:cNvGrpSpPr/>
              <p:nvPr/>
            </p:nvGrpSpPr>
            <p:grpSpPr>
              <a:xfrm rot="-2994848">
                <a:off x="1858263" y="1903183"/>
                <a:ext cx="29915" cy="92613"/>
                <a:chOff x="2319702" y="2529176"/>
                <a:chExt cx="92925" cy="351075"/>
              </a:xfrm>
            </p:grpSpPr>
            <p:sp>
              <p:nvSpPr>
                <p:cNvPr id="7554" name="Google Shape;7554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55" name="Google Shape;7555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56" name="Google Shape;7556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57" name="Google Shape;7557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58" name="Google Shape;7558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59" name="Google Shape;7559;p17"/>
              <p:cNvGrpSpPr/>
              <p:nvPr/>
            </p:nvGrpSpPr>
            <p:grpSpPr>
              <a:xfrm rot="-2994848">
                <a:off x="1899238" y="1855713"/>
                <a:ext cx="29915" cy="92613"/>
                <a:chOff x="2319702" y="2529176"/>
                <a:chExt cx="92925" cy="351075"/>
              </a:xfrm>
            </p:grpSpPr>
            <p:sp>
              <p:nvSpPr>
                <p:cNvPr id="7560" name="Google Shape;756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61" name="Google Shape;756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62" name="Google Shape;756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63" name="Google Shape;756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64" name="Google Shape;756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65" name="Google Shape;7565;p17"/>
              <p:cNvGrpSpPr/>
              <p:nvPr/>
            </p:nvGrpSpPr>
            <p:grpSpPr>
              <a:xfrm rot="-2994848">
                <a:off x="1929095" y="1962794"/>
                <a:ext cx="29915" cy="92613"/>
                <a:chOff x="2319702" y="2529176"/>
                <a:chExt cx="92925" cy="351075"/>
              </a:xfrm>
            </p:grpSpPr>
            <p:sp>
              <p:nvSpPr>
                <p:cNvPr id="7566" name="Google Shape;756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67" name="Google Shape;756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68" name="Google Shape;756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69" name="Google Shape;756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70" name="Google Shape;757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571" name="Google Shape;7571;p17"/>
              <p:cNvSpPr/>
              <p:nvPr/>
            </p:nvSpPr>
            <p:spPr>
              <a:xfrm flipH="1" rot="-3378596">
                <a:off x="1956623" y="1921052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72" name="Google Shape;7572;p17"/>
              <p:cNvSpPr/>
              <p:nvPr/>
            </p:nvSpPr>
            <p:spPr>
              <a:xfrm>
                <a:off x="1974734" y="1935533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73" name="Google Shape;7573;p17"/>
              <p:cNvSpPr/>
              <p:nvPr/>
            </p:nvSpPr>
            <p:spPr>
              <a:xfrm flipH="1" rot="-3378596">
                <a:off x="1991619" y="1950104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74" name="Google Shape;7574;p17"/>
              <p:cNvSpPr/>
              <p:nvPr/>
            </p:nvSpPr>
            <p:spPr>
              <a:xfrm flipH="1" rot="7814181">
                <a:off x="1955666" y="2120741"/>
                <a:ext cx="40871" cy="210113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75" name="Google Shape;7575;p17"/>
              <p:cNvSpPr/>
              <p:nvPr/>
            </p:nvSpPr>
            <p:spPr>
              <a:xfrm flipH="1" rot="7814181">
                <a:off x="2021351" y="2130169"/>
                <a:ext cx="40871" cy="141585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76" name="Google Shape;7576;p17"/>
              <p:cNvSpPr/>
              <p:nvPr/>
            </p:nvSpPr>
            <p:spPr>
              <a:xfrm flipH="1" rot="8863461">
                <a:off x="1956262" y="2094581"/>
                <a:ext cx="40450" cy="68837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577" name="Google Shape;7577;p17"/>
              <p:cNvGrpSpPr/>
              <p:nvPr/>
            </p:nvGrpSpPr>
            <p:grpSpPr>
              <a:xfrm flipH="1" rot="7805152">
                <a:off x="2000740" y="2213508"/>
                <a:ext cx="29915" cy="92613"/>
                <a:chOff x="2319702" y="2529176"/>
                <a:chExt cx="92925" cy="351075"/>
              </a:xfrm>
            </p:grpSpPr>
            <p:sp>
              <p:nvSpPr>
                <p:cNvPr id="7578" name="Google Shape;7578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79" name="Google Shape;7579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80" name="Google Shape;7580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81" name="Google Shape;7581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82" name="Google Shape;7582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83" name="Google Shape;7583;p17"/>
              <p:cNvGrpSpPr/>
              <p:nvPr/>
            </p:nvGrpSpPr>
            <p:grpSpPr>
              <a:xfrm flipH="1" rot="7805152">
                <a:off x="2040514" y="2165028"/>
                <a:ext cx="29915" cy="92613"/>
                <a:chOff x="2319702" y="2529176"/>
                <a:chExt cx="92925" cy="351075"/>
              </a:xfrm>
            </p:grpSpPr>
            <p:sp>
              <p:nvSpPr>
                <p:cNvPr id="7584" name="Google Shape;7584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85" name="Google Shape;7585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86" name="Google Shape;7586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87" name="Google Shape;7587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88" name="Google Shape;7588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7589" name="Google Shape;7589;p17"/>
              <p:cNvGrpSpPr/>
              <p:nvPr/>
            </p:nvGrpSpPr>
            <p:grpSpPr>
              <a:xfrm flipH="1" rot="7805152">
                <a:off x="1929907" y="2153896"/>
                <a:ext cx="29915" cy="92613"/>
                <a:chOff x="2319702" y="2529176"/>
                <a:chExt cx="92925" cy="351075"/>
              </a:xfrm>
            </p:grpSpPr>
            <p:sp>
              <p:nvSpPr>
                <p:cNvPr id="7590" name="Google Shape;759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591" name="Google Shape;759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592" name="Google Shape;759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593" name="Google Shape;759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594" name="Google Shape;759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595" name="Google Shape;7595;p17"/>
              <p:cNvSpPr/>
              <p:nvPr/>
            </p:nvSpPr>
            <p:spPr>
              <a:xfrm rot="10800000">
                <a:off x="2010730" y="2156871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96" name="Google Shape;7596;p17"/>
              <p:cNvSpPr/>
              <p:nvPr/>
            </p:nvSpPr>
            <p:spPr>
              <a:xfrm flipH="1" rot="7421404">
                <a:off x="1993583" y="2141838"/>
                <a:ext cx="1082" cy="366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97" name="Google Shape;7597;p17"/>
              <p:cNvSpPr/>
              <p:nvPr/>
            </p:nvSpPr>
            <p:spPr>
              <a:xfrm rot="10800000">
                <a:off x="1976129" y="2127352"/>
                <a:ext cx="900" cy="36605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98" name="Google Shape;7598;p17"/>
              <p:cNvSpPr/>
              <p:nvPr/>
            </p:nvSpPr>
            <p:spPr>
              <a:xfrm rot="-4557825">
                <a:off x="1643939" y="2280814"/>
                <a:ext cx="40819" cy="141378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599" name="Google Shape;7599;p17"/>
              <p:cNvSpPr/>
              <p:nvPr/>
            </p:nvSpPr>
            <p:spPr>
              <a:xfrm rot="-5654184">
                <a:off x="1740718" y="2326163"/>
                <a:ext cx="40611" cy="69544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600" name="Google Shape;7600;p17"/>
              <p:cNvGrpSpPr/>
              <p:nvPr/>
            </p:nvGrpSpPr>
            <p:grpSpPr>
              <a:xfrm rot="-4577506">
                <a:off x="1632741" y="2300469"/>
                <a:ext cx="29919" cy="92583"/>
                <a:chOff x="2319702" y="2529176"/>
                <a:chExt cx="92925" cy="351075"/>
              </a:xfrm>
            </p:grpSpPr>
            <p:sp>
              <p:nvSpPr>
                <p:cNvPr id="7601" name="Google Shape;760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02" name="Google Shape;760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603" name="Google Shape;760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604" name="Google Shape;760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05" name="Google Shape;760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606" name="Google Shape;7606;p17"/>
              <p:cNvSpPr/>
              <p:nvPr/>
            </p:nvSpPr>
            <p:spPr>
              <a:xfrm flipH="1" rot="-4293903">
                <a:off x="1702530" y="2342487"/>
                <a:ext cx="949" cy="3708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07" name="Google Shape;7607;p17"/>
              <p:cNvSpPr/>
              <p:nvPr/>
            </p:nvSpPr>
            <p:spPr>
              <a:xfrm rot="-1106097">
                <a:off x="1724982" y="2347997"/>
                <a:ext cx="949" cy="3650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08" name="Google Shape;7608;p17"/>
              <p:cNvSpPr/>
              <p:nvPr/>
            </p:nvSpPr>
            <p:spPr>
              <a:xfrm flipH="1" rot="-4293903">
                <a:off x="1746790" y="2352961"/>
                <a:ext cx="949" cy="3708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09" name="Google Shape;7609;p17"/>
              <p:cNvSpPr/>
              <p:nvPr/>
            </p:nvSpPr>
            <p:spPr>
              <a:xfrm rot="-4557825">
                <a:off x="1643939" y="2280814"/>
                <a:ext cx="40819" cy="141378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10" name="Google Shape;7610;p17"/>
              <p:cNvSpPr/>
              <p:nvPr/>
            </p:nvSpPr>
            <p:spPr>
              <a:xfrm rot="-5654184">
                <a:off x="1740718" y="2326163"/>
                <a:ext cx="40611" cy="69544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611" name="Google Shape;7611;p17"/>
              <p:cNvGrpSpPr/>
              <p:nvPr/>
            </p:nvGrpSpPr>
            <p:grpSpPr>
              <a:xfrm rot="-4577506">
                <a:off x="1632741" y="2300469"/>
                <a:ext cx="29919" cy="92583"/>
                <a:chOff x="2319702" y="2529176"/>
                <a:chExt cx="92925" cy="351075"/>
              </a:xfrm>
            </p:grpSpPr>
            <p:sp>
              <p:nvSpPr>
                <p:cNvPr id="7612" name="Google Shape;761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13" name="Google Shape;761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614" name="Google Shape;761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7615" name="Google Shape;761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16" name="Google Shape;761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7617" name="Google Shape;7617;p17"/>
              <p:cNvSpPr/>
              <p:nvPr/>
            </p:nvSpPr>
            <p:spPr>
              <a:xfrm flipH="1" rot="-4293903">
                <a:off x="1702530" y="2342487"/>
                <a:ext cx="949" cy="3708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18" name="Google Shape;7618;p17"/>
              <p:cNvSpPr/>
              <p:nvPr/>
            </p:nvSpPr>
            <p:spPr>
              <a:xfrm rot="-1106097">
                <a:off x="1724982" y="2347997"/>
                <a:ext cx="949" cy="3650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19" name="Google Shape;7619;p17"/>
              <p:cNvSpPr/>
              <p:nvPr/>
            </p:nvSpPr>
            <p:spPr>
              <a:xfrm flipH="1" rot="-4293903">
                <a:off x="1746790" y="2352961"/>
                <a:ext cx="949" cy="3708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20" name="Google Shape;7620;p17"/>
              <p:cNvSpPr/>
              <p:nvPr/>
            </p:nvSpPr>
            <p:spPr>
              <a:xfrm flipH="1">
                <a:off x="3018019" y="1317814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7621" name="Google Shape;7621;p17"/>
              <p:cNvSpPr/>
              <p:nvPr/>
            </p:nvSpPr>
            <p:spPr>
              <a:xfrm flipH="1">
                <a:off x="3018019" y="1317814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7622" name="Google Shape;7622;p17"/>
              <p:cNvGrpSpPr/>
              <p:nvPr/>
            </p:nvGrpSpPr>
            <p:grpSpPr>
              <a:xfrm>
                <a:off x="1257944" y="2142475"/>
                <a:ext cx="1775651" cy="2118934"/>
                <a:chOff x="1257944" y="2142475"/>
                <a:chExt cx="1775651" cy="2118934"/>
              </a:xfrm>
            </p:grpSpPr>
            <p:sp>
              <p:nvSpPr>
                <p:cNvPr id="7623" name="Google Shape;7623;p17"/>
                <p:cNvSpPr/>
                <p:nvPr/>
              </p:nvSpPr>
              <p:spPr>
                <a:xfrm flipH="1" rot="7675265">
                  <a:off x="2025952" y="2212832"/>
                  <a:ext cx="294350" cy="237885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24" name="Google Shape;7624;p17"/>
                <p:cNvSpPr/>
                <p:nvPr/>
              </p:nvSpPr>
              <p:spPr>
                <a:xfrm flipH="1" rot="7812123">
                  <a:off x="2015597" y="2224505"/>
                  <a:ext cx="294197" cy="237965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25" name="Google Shape;7625;p17"/>
                <p:cNvSpPr/>
                <p:nvPr/>
              </p:nvSpPr>
              <p:spPr>
                <a:xfrm rot="-4557825">
                  <a:off x="1593024" y="2600582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26" name="Google Shape;7626;p17"/>
                <p:cNvSpPr/>
                <p:nvPr/>
              </p:nvSpPr>
              <p:spPr>
                <a:xfrm rot="-4557825">
                  <a:off x="1574283" y="2566568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27" name="Google Shape;7627;p17"/>
                <p:cNvSpPr/>
                <p:nvPr/>
              </p:nvSpPr>
              <p:spPr>
                <a:xfrm rot="-5654184">
                  <a:off x="1671063" y="2611917"/>
                  <a:ext cx="40611" cy="69544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28" name="Google Shape;7628;p17"/>
                <p:cNvSpPr/>
                <p:nvPr/>
              </p:nvSpPr>
              <p:spPr>
                <a:xfrm rot="-4570596">
                  <a:off x="1261639" y="2506184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629" name="Google Shape;7629;p17"/>
                <p:cNvGrpSpPr/>
                <p:nvPr/>
              </p:nvGrpSpPr>
              <p:grpSpPr>
                <a:xfrm rot="-4577506">
                  <a:off x="1547474" y="264695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30" name="Google Shape;7630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31" name="Google Shape;7631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32" name="Google Shape;7632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33" name="Google Shape;7633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34" name="Google Shape;7634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635" name="Google Shape;7635;p17"/>
                <p:cNvGrpSpPr/>
                <p:nvPr/>
              </p:nvGrpSpPr>
              <p:grpSpPr>
                <a:xfrm rot="-4577506">
                  <a:off x="1563086" y="2586223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36" name="Google Shape;7636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37" name="Google Shape;7637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38" name="Google Shape;7638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39" name="Google Shape;7639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40" name="Google Shape;7640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641" name="Google Shape;7641;p17"/>
                <p:cNvGrpSpPr/>
                <p:nvPr/>
              </p:nvGrpSpPr>
              <p:grpSpPr>
                <a:xfrm rot="-4577506">
                  <a:off x="1637419" y="2668882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42" name="Google Shape;7642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43" name="Google Shape;7643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44" name="Google Shape;7644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45" name="Google Shape;7645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46" name="Google Shape;7646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647" name="Google Shape;7647;p17"/>
                <p:cNvSpPr/>
                <p:nvPr/>
              </p:nvSpPr>
              <p:spPr>
                <a:xfrm flipH="1" rot="-4293903">
                  <a:off x="1632875" y="2628241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48" name="Google Shape;7648;p17"/>
                <p:cNvSpPr/>
                <p:nvPr/>
              </p:nvSpPr>
              <p:spPr>
                <a:xfrm rot="-1106097">
                  <a:off x="1655327" y="2633752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49" name="Google Shape;7649;p17"/>
                <p:cNvSpPr/>
                <p:nvPr/>
              </p:nvSpPr>
              <p:spPr>
                <a:xfrm flipH="1" rot="-4293903">
                  <a:off x="1677135" y="2638716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50" name="Google Shape;7650;p17"/>
                <p:cNvSpPr/>
                <p:nvPr/>
              </p:nvSpPr>
              <p:spPr>
                <a:xfrm rot="-4557825">
                  <a:off x="1662679" y="2314827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51" name="Google Shape;7651;p17"/>
                <p:cNvSpPr/>
                <p:nvPr/>
              </p:nvSpPr>
              <p:spPr>
                <a:xfrm rot="-4570596">
                  <a:off x="1331295" y="2220430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652" name="Google Shape;7652;p17"/>
                <p:cNvGrpSpPr/>
                <p:nvPr/>
              </p:nvGrpSpPr>
              <p:grpSpPr>
                <a:xfrm rot="-4577506">
                  <a:off x="1617129" y="2361202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53" name="Google Shape;7653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54" name="Google Shape;7654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55" name="Google Shape;7655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56" name="Google Shape;7656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57" name="Google Shape;7657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658" name="Google Shape;7658;p17"/>
                <p:cNvGrpSpPr/>
                <p:nvPr/>
              </p:nvGrpSpPr>
              <p:grpSpPr>
                <a:xfrm rot="-4577506">
                  <a:off x="1707074" y="238312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59" name="Google Shape;7659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60" name="Google Shape;7660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61" name="Google Shape;7661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62" name="Google Shape;7662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63" name="Google Shape;7663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664" name="Google Shape;7664;p17"/>
                <p:cNvSpPr/>
                <p:nvPr/>
              </p:nvSpPr>
              <p:spPr>
                <a:xfrm flipH="1" rot="6242175">
                  <a:off x="1826819" y="2504114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65" name="Google Shape;7665;p17"/>
                <p:cNvSpPr/>
                <p:nvPr/>
              </p:nvSpPr>
              <p:spPr>
                <a:xfrm flipH="1" rot="6242175">
                  <a:off x="1874679" y="2487500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66" name="Google Shape;7666;p17"/>
                <p:cNvSpPr/>
                <p:nvPr/>
              </p:nvSpPr>
              <p:spPr>
                <a:xfrm flipH="1" rot="7288170">
                  <a:off x="1784313" y="2487964"/>
                  <a:ext cx="40801" cy="68781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667" name="Google Shape;7667;p17"/>
                <p:cNvGrpSpPr/>
                <p:nvPr/>
              </p:nvGrpSpPr>
              <p:grpSpPr>
                <a:xfrm flipH="1" rot="6222494">
                  <a:off x="1883107" y="2576022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68" name="Google Shape;7668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69" name="Google Shape;7669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70" name="Google Shape;7670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71" name="Google Shape;7671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72" name="Google Shape;7672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673" name="Google Shape;7673;p17"/>
                <p:cNvGrpSpPr/>
                <p:nvPr/>
              </p:nvGrpSpPr>
              <p:grpSpPr>
                <a:xfrm flipH="1" rot="6222494">
                  <a:off x="1897195" y="251491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74" name="Google Shape;7674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75" name="Google Shape;7675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76" name="Google Shape;7676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77" name="Google Shape;7677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78" name="Google Shape;7678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679" name="Google Shape;7679;p17"/>
                <p:cNvGrpSpPr/>
                <p:nvPr/>
              </p:nvGrpSpPr>
              <p:grpSpPr>
                <a:xfrm flipH="1" rot="6222494">
                  <a:off x="1793162" y="255409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80" name="Google Shape;7680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81" name="Google Shape;7681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82" name="Google Shape;7682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83" name="Google Shape;7683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84" name="Google Shape;7684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685" name="Google Shape;7685;p17"/>
                <p:cNvSpPr/>
                <p:nvPr/>
              </p:nvSpPr>
              <p:spPr>
                <a:xfrm rot="9693903">
                  <a:off x="1855622" y="2530237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86" name="Google Shape;7686;p17"/>
                <p:cNvSpPr/>
                <p:nvPr/>
              </p:nvSpPr>
              <p:spPr>
                <a:xfrm flipH="1" rot="6506097">
                  <a:off x="1833534" y="2524312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87" name="Google Shape;7687;p17"/>
                <p:cNvSpPr/>
                <p:nvPr/>
              </p:nvSpPr>
              <p:spPr>
                <a:xfrm rot="9693903">
                  <a:off x="1811506" y="2519169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88" name="Google Shape;7688;p17"/>
                <p:cNvSpPr/>
                <p:nvPr/>
              </p:nvSpPr>
              <p:spPr>
                <a:xfrm rot="-4557825">
                  <a:off x="1593024" y="2600582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89" name="Google Shape;7689;p17"/>
                <p:cNvSpPr/>
                <p:nvPr/>
              </p:nvSpPr>
              <p:spPr>
                <a:xfrm rot="-4557825">
                  <a:off x="1574283" y="2566568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90" name="Google Shape;7690;p17"/>
                <p:cNvSpPr/>
                <p:nvPr/>
              </p:nvSpPr>
              <p:spPr>
                <a:xfrm rot="-5654184">
                  <a:off x="1671063" y="2611917"/>
                  <a:ext cx="40611" cy="69544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691" name="Google Shape;7691;p17"/>
                <p:cNvSpPr/>
                <p:nvPr/>
              </p:nvSpPr>
              <p:spPr>
                <a:xfrm rot="-4570596">
                  <a:off x="1261639" y="2506184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692" name="Google Shape;7692;p17"/>
                <p:cNvGrpSpPr/>
                <p:nvPr/>
              </p:nvGrpSpPr>
              <p:grpSpPr>
                <a:xfrm rot="-4577506">
                  <a:off x="1547474" y="264695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93" name="Google Shape;7693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694" name="Google Shape;7694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695" name="Google Shape;7695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696" name="Google Shape;7696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697" name="Google Shape;7697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698" name="Google Shape;7698;p17"/>
                <p:cNvGrpSpPr/>
                <p:nvPr/>
              </p:nvGrpSpPr>
              <p:grpSpPr>
                <a:xfrm rot="-4577506">
                  <a:off x="1563086" y="2586223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699" name="Google Shape;7699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00" name="Google Shape;7700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01" name="Google Shape;7701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02" name="Google Shape;7702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03" name="Google Shape;7703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04" name="Google Shape;7704;p17"/>
                <p:cNvGrpSpPr/>
                <p:nvPr/>
              </p:nvGrpSpPr>
              <p:grpSpPr>
                <a:xfrm rot="-4577506">
                  <a:off x="1637419" y="2668882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705" name="Google Shape;7705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06" name="Google Shape;7706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07" name="Google Shape;7707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08" name="Google Shape;7708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09" name="Google Shape;7709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710" name="Google Shape;7710;p17"/>
                <p:cNvSpPr/>
                <p:nvPr/>
              </p:nvSpPr>
              <p:spPr>
                <a:xfrm flipH="1" rot="-4293903">
                  <a:off x="1632875" y="2628241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11" name="Google Shape;7711;p17"/>
                <p:cNvSpPr/>
                <p:nvPr/>
              </p:nvSpPr>
              <p:spPr>
                <a:xfrm rot="-1106097">
                  <a:off x="1655327" y="2633752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12" name="Google Shape;7712;p17"/>
                <p:cNvSpPr/>
                <p:nvPr/>
              </p:nvSpPr>
              <p:spPr>
                <a:xfrm flipH="1" rot="-4293903">
                  <a:off x="1677135" y="2638716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13" name="Google Shape;7713;p17"/>
                <p:cNvSpPr/>
                <p:nvPr/>
              </p:nvSpPr>
              <p:spPr>
                <a:xfrm rot="-4557825">
                  <a:off x="1662679" y="2314827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14" name="Google Shape;7714;p17"/>
                <p:cNvSpPr/>
                <p:nvPr/>
              </p:nvSpPr>
              <p:spPr>
                <a:xfrm rot="-4570596">
                  <a:off x="1331295" y="2220430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715" name="Google Shape;7715;p17"/>
                <p:cNvGrpSpPr/>
                <p:nvPr/>
              </p:nvGrpSpPr>
              <p:grpSpPr>
                <a:xfrm rot="-4577506">
                  <a:off x="1617129" y="2361202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716" name="Google Shape;7716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17" name="Google Shape;7717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18" name="Google Shape;7718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19" name="Google Shape;7719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20" name="Google Shape;7720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21" name="Google Shape;7721;p17"/>
                <p:cNvGrpSpPr/>
                <p:nvPr/>
              </p:nvGrpSpPr>
              <p:grpSpPr>
                <a:xfrm rot="-4577506">
                  <a:off x="1707074" y="238312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722" name="Google Shape;7722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23" name="Google Shape;7723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24" name="Google Shape;7724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25" name="Google Shape;7725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26" name="Google Shape;7726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727" name="Google Shape;7727;p17"/>
                <p:cNvSpPr/>
                <p:nvPr/>
              </p:nvSpPr>
              <p:spPr>
                <a:xfrm flipH="1" rot="6242175">
                  <a:off x="1826819" y="2504114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28" name="Google Shape;7728;p17"/>
                <p:cNvSpPr/>
                <p:nvPr/>
              </p:nvSpPr>
              <p:spPr>
                <a:xfrm flipH="1" rot="6242175">
                  <a:off x="1874679" y="2487500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29" name="Google Shape;7729;p17"/>
                <p:cNvSpPr/>
                <p:nvPr/>
              </p:nvSpPr>
              <p:spPr>
                <a:xfrm flipH="1" rot="7288170">
                  <a:off x="1784313" y="2487964"/>
                  <a:ext cx="40801" cy="68781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30" name="Google Shape;7730;p17"/>
                <p:cNvSpPr/>
                <p:nvPr/>
              </p:nvSpPr>
              <p:spPr>
                <a:xfrm flipH="1" rot="6229404">
                  <a:off x="1919664" y="2513108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731" name="Google Shape;7731;p17"/>
                <p:cNvGrpSpPr/>
                <p:nvPr/>
              </p:nvGrpSpPr>
              <p:grpSpPr>
                <a:xfrm flipH="1" rot="6222494">
                  <a:off x="1883107" y="2576022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732" name="Google Shape;7732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33" name="Google Shape;7733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34" name="Google Shape;7734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35" name="Google Shape;7735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36" name="Google Shape;7736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37" name="Google Shape;7737;p17"/>
                <p:cNvGrpSpPr/>
                <p:nvPr/>
              </p:nvGrpSpPr>
              <p:grpSpPr>
                <a:xfrm flipH="1" rot="6222494">
                  <a:off x="1897195" y="251491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738" name="Google Shape;7738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39" name="Google Shape;7739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40" name="Google Shape;7740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41" name="Google Shape;7741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42" name="Google Shape;7742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43" name="Google Shape;7743;p17"/>
                <p:cNvGrpSpPr/>
                <p:nvPr/>
              </p:nvGrpSpPr>
              <p:grpSpPr>
                <a:xfrm flipH="1" rot="6222494">
                  <a:off x="1793162" y="2554097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7744" name="Google Shape;7744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45" name="Google Shape;7745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46" name="Google Shape;7746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47" name="Google Shape;7747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48" name="Google Shape;7748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749" name="Google Shape;7749;p17"/>
                <p:cNvSpPr/>
                <p:nvPr/>
              </p:nvSpPr>
              <p:spPr>
                <a:xfrm rot="9693903">
                  <a:off x="1855622" y="2530237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50" name="Google Shape;7750;p17"/>
                <p:cNvSpPr/>
                <p:nvPr/>
              </p:nvSpPr>
              <p:spPr>
                <a:xfrm flipH="1" rot="6506097">
                  <a:off x="1833534" y="2524312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51" name="Google Shape;7751;p17"/>
                <p:cNvSpPr/>
                <p:nvPr/>
              </p:nvSpPr>
              <p:spPr>
                <a:xfrm rot="9693903">
                  <a:off x="1811506" y="2519169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752" name="Google Shape;7752;p17"/>
                <p:cNvGrpSpPr/>
                <p:nvPr/>
              </p:nvGrpSpPr>
              <p:grpSpPr>
                <a:xfrm flipH="1" rot="-9274910">
                  <a:off x="2062116" y="3733598"/>
                  <a:ext cx="29898" cy="92589"/>
                  <a:chOff x="2319702" y="2529176"/>
                  <a:chExt cx="92925" cy="351075"/>
                </a:xfrm>
              </p:grpSpPr>
              <p:sp>
                <p:nvSpPr>
                  <p:cNvPr id="7753" name="Google Shape;7753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54" name="Google Shape;7754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55" name="Google Shape;7755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56" name="Google Shape;7756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57" name="Google Shape;7757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58" name="Google Shape;7758;p17"/>
                <p:cNvGrpSpPr/>
                <p:nvPr/>
              </p:nvGrpSpPr>
              <p:grpSpPr>
                <a:xfrm flipH="1" rot="-9274910">
                  <a:off x="2062116" y="3733598"/>
                  <a:ext cx="29898" cy="92589"/>
                  <a:chOff x="2319702" y="2529176"/>
                  <a:chExt cx="92925" cy="351075"/>
                </a:xfrm>
              </p:grpSpPr>
              <p:sp>
                <p:nvSpPr>
                  <p:cNvPr id="7759" name="Google Shape;7759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60" name="Google Shape;7760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61" name="Google Shape;7761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62" name="Google Shape;7762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63" name="Google Shape;7763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764" name="Google Shape;7764;p17"/>
                <p:cNvSpPr/>
                <p:nvPr/>
              </p:nvSpPr>
              <p:spPr>
                <a:xfrm flipH="1" rot="-7814181">
                  <a:off x="1725223" y="3266332"/>
                  <a:ext cx="40871" cy="210113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65" name="Google Shape;7765;p17"/>
                <p:cNvSpPr/>
                <p:nvPr/>
              </p:nvSpPr>
              <p:spPr>
                <a:xfrm flipH="1" rot="-7814181">
                  <a:off x="1738708" y="3369832"/>
                  <a:ext cx="40871" cy="141585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66" name="Google Shape;7766;p17"/>
                <p:cNvSpPr/>
                <p:nvPr/>
              </p:nvSpPr>
              <p:spPr>
                <a:xfrm flipH="1" rot="-6731728">
                  <a:off x="1821292" y="3354469"/>
                  <a:ext cx="40501" cy="69492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67" name="Google Shape;7767;p17"/>
                <p:cNvSpPr/>
                <p:nvPr/>
              </p:nvSpPr>
              <p:spPr>
                <a:xfrm flipH="1" rot="-7812123">
                  <a:off x="1450806" y="3415471"/>
                  <a:ext cx="294197" cy="237965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768" name="Google Shape;7768;p17"/>
                <p:cNvGrpSpPr/>
                <p:nvPr/>
              </p:nvGrpSpPr>
              <p:grpSpPr>
                <a:xfrm flipH="1" rot="-7805152">
                  <a:off x="1690465" y="335840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769" name="Google Shape;7769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70" name="Google Shape;7770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71" name="Google Shape;7771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72" name="Google Shape;7772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73" name="Google Shape;7773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74" name="Google Shape;7774;p17"/>
                <p:cNvGrpSpPr/>
                <p:nvPr/>
              </p:nvGrpSpPr>
              <p:grpSpPr>
                <a:xfrm flipH="1" rot="-7805152">
                  <a:off x="1731440" y="340587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775" name="Google Shape;7775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76" name="Google Shape;7776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77" name="Google Shape;7777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78" name="Google Shape;7778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79" name="Google Shape;7779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80" name="Google Shape;7780;p17"/>
                <p:cNvGrpSpPr/>
                <p:nvPr/>
              </p:nvGrpSpPr>
              <p:grpSpPr>
                <a:xfrm flipH="1" rot="-7805152">
                  <a:off x="1761297" y="3298794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781" name="Google Shape;7781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82" name="Google Shape;7782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83" name="Google Shape;7783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84" name="Google Shape;7784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85" name="Google Shape;7785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786" name="Google Shape;7786;p17"/>
                <p:cNvSpPr/>
                <p:nvPr/>
              </p:nvSpPr>
              <p:spPr>
                <a:xfrm rot="-7421404">
                  <a:off x="1788826" y="3396549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87" name="Google Shape;7787;p17"/>
                <p:cNvSpPr/>
                <p:nvPr/>
              </p:nvSpPr>
              <p:spPr>
                <a:xfrm flipH="1" rot="10800000">
                  <a:off x="1806936" y="3382063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88" name="Google Shape;7788;p17"/>
                <p:cNvSpPr/>
                <p:nvPr/>
              </p:nvSpPr>
              <p:spPr>
                <a:xfrm rot="-7421404">
                  <a:off x="1823821" y="3367497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89" name="Google Shape;7789;p17"/>
                <p:cNvSpPr/>
                <p:nvPr/>
              </p:nvSpPr>
              <p:spPr>
                <a:xfrm flipH="1" rot="-7814181">
                  <a:off x="1914608" y="3491366"/>
                  <a:ext cx="40871" cy="210113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90" name="Google Shape;7790;p17"/>
                <p:cNvSpPr/>
                <p:nvPr/>
              </p:nvSpPr>
              <p:spPr>
                <a:xfrm flipH="1" rot="-7814181">
                  <a:off x="1928093" y="3594867"/>
                  <a:ext cx="40871" cy="141585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91" name="Google Shape;7791;p17"/>
                <p:cNvSpPr/>
                <p:nvPr/>
              </p:nvSpPr>
              <p:spPr>
                <a:xfrm flipH="1" rot="-6731728">
                  <a:off x="2010678" y="3579503"/>
                  <a:ext cx="40501" cy="69492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792" name="Google Shape;7792;p17"/>
                <p:cNvSpPr/>
                <p:nvPr/>
              </p:nvSpPr>
              <p:spPr>
                <a:xfrm flipH="1" rot="-7812123">
                  <a:off x="1640191" y="3640506"/>
                  <a:ext cx="294197" cy="237965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793" name="Google Shape;7793;p17"/>
                <p:cNvGrpSpPr/>
                <p:nvPr/>
              </p:nvGrpSpPr>
              <p:grpSpPr>
                <a:xfrm flipH="1" rot="-7805152">
                  <a:off x="1879850" y="3583440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794" name="Google Shape;7794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795" name="Google Shape;7795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796" name="Google Shape;7796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797" name="Google Shape;7797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798" name="Google Shape;7798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799" name="Google Shape;7799;p17"/>
                <p:cNvGrpSpPr/>
                <p:nvPr/>
              </p:nvGrpSpPr>
              <p:grpSpPr>
                <a:xfrm flipH="1" rot="-7805152">
                  <a:off x="1920825" y="3630910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00" name="Google Shape;7800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01" name="Google Shape;7801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02" name="Google Shape;7802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03" name="Google Shape;7803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04" name="Google Shape;7804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805" name="Google Shape;7805;p17"/>
                <p:cNvGrpSpPr/>
                <p:nvPr/>
              </p:nvGrpSpPr>
              <p:grpSpPr>
                <a:xfrm flipH="1" rot="-7805152">
                  <a:off x="1950683" y="3523829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06" name="Google Shape;7806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07" name="Google Shape;7807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08" name="Google Shape;7808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09" name="Google Shape;7809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10" name="Google Shape;7810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811" name="Google Shape;7811;p17"/>
                <p:cNvSpPr/>
                <p:nvPr/>
              </p:nvSpPr>
              <p:spPr>
                <a:xfrm rot="-7421404">
                  <a:off x="1978211" y="3621583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12" name="Google Shape;7812;p17"/>
                <p:cNvSpPr/>
                <p:nvPr/>
              </p:nvSpPr>
              <p:spPr>
                <a:xfrm flipH="1" rot="10800000">
                  <a:off x="1996321" y="3607097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13" name="Google Shape;7813;p17"/>
                <p:cNvSpPr/>
                <p:nvPr/>
              </p:nvSpPr>
              <p:spPr>
                <a:xfrm rot="-7421404">
                  <a:off x="2013206" y="3592531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14" name="Google Shape;7814;p17"/>
                <p:cNvSpPr/>
                <p:nvPr/>
              </p:nvSpPr>
              <p:spPr>
                <a:xfrm rot="2985819">
                  <a:off x="1977253" y="3248381"/>
                  <a:ext cx="40871" cy="210113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15" name="Google Shape;7815;p17"/>
                <p:cNvSpPr/>
                <p:nvPr/>
              </p:nvSpPr>
              <p:spPr>
                <a:xfrm rot="2985819">
                  <a:off x="2042938" y="3307482"/>
                  <a:ext cx="40871" cy="141585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16" name="Google Shape;7816;p17"/>
                <p:cNvSpPr/>
                <p:nvPr/>
              </p:nvSpPr>
              <p:spPr>
                <a:xfrm rot="1936539">
                  <a:off x="1977850" y="3415818"/>
                  <a:ext cx="40450" cy="68837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817" name="Google Shape;7817;p17"/>
                <p:cNvGrpSpPr/>
                <p:nvPr/>
              </p:nvGrpSpPr>
              <p:grpSpPr>
                <a:xfrm rot="2994848">
                  <a:off x="2022327" y="327311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18" name="Google Shape;7818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19" name="Google Shape;7819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20" name="Google Shape;7820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21" name="Google Shape;7821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22" name="Google Shape;7822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823" name="Google Shape;7823;p17"/>
                <p:cNvGrpSpPr/>
                <p:nvPr/>
              </p:nvGrpSpPr>
              <p:grpSpPr>
                <a:xfrm rot="2994848">
                  <a:off x="2062102" y="332159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24" name="Google Shape;7824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25" name="Google Shape;7825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26" name="Google Shape;7826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27" name="Google Shape;7827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28" name="Google Shape;7828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829" name="Google Shape;7829;p17"/>
                <p:cNvGrpSpPr/>
                <p:nvPr/>
              </p:nvGrpSpPr>
              <p:grpSpPr>
                <a:xfrm rot="2994848">
                  <a:off x="1951495" y="3332727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30" name="Google Shape;7830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31" name="Google Shape;7831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32" name="Google Shape;7832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33" name="Google Shape;7833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34" name="Google Shape;7834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835" name="Google Shape;7835;p17"/>
                <p:cNvSpPr/>
                <p:nvPr/>
              </p:nvSpPr>
              <p:spPr>
                <a:xfrm flipH="1">
                  <a:off x="2032318" y="3385760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36" name="Google Shape;7836;p17"/>
                <p:cNvSpPr/>
                <p:nvPr/>
              </p:nvSpPr>
              <p:spPr>
                <a:xfrm rot="3378596">
                  <a:off x="2015171" y="3400798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37" name="Google Shape;7837;p17"/>
                <p:cNvSpPr/>
                <p:nvPr/>
              </p:nvSpPr>
              <p:spPr>
                <a:xfrm flipH="1">
                  <a:off x="1997716" y="3415279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38" name="Google Shape;7838;p17"/>
                <p:cNvSpPr/>
                <p:nvPr/>
              </p:nvSpPr>
              <p:spPr>
                <a:xfrm flipH="1" rot="-7814181">
                  <a:off x="1725223" y="3266332"/>
                  <a:ext cx="40871" cy="210113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39" name="Google Shape;7839;p17"/>
                <p:cNvSpPr/>
                <p:nvPr/>
              </p:nvSpPr>
              <p:spPr>
                <a:xfrm flipH="1" rot="-7814181">
                  <a:off x="1738708" y="3369832"/>
                  <a:ext cx="40871" cy="141585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40" name="Google Shape;7840;p17"/>
                <p:cNvSpPr/>
                <p:nvPr/>
              </p:nvSpPr>
              <p:spPr>
                <a:xfrm flipH="1" rot="-6731728">
                  <a:off x="1821292" y="3354469"/>
                  <a:ext cx="40501" cy="69492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41" name="Google Shape;7841;p17"/>
                <p:cNvSpPr/>
                <p:nvPr/>
              </p:nvSpPr>
              <p:spPr>
                <a:xfrm flipH="1" rot="-7812123">
                  <a:off x="1450806" y="3415471"/>
                  <a:ext cx="294197" cy="237965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842" name="Google Shape;7842;p17"/>
                <p:cNvGrpSpPr/>
                <p:nvPr/>
              </p:nvGrpSpPr>
              <p:grpSpPr>
                <a:xfrm flipH="1" rot="-7805152">
                  <a:off x="1690465" y="335840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43" name="Google Shape;7843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44" name="Google Shape;7844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45" name="Google Shape;7845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46" name="Google Shape;7846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47" name="Google Shape;7847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848" name="Google Shape;7848;p17"/>
                <p:cNvGrpSpPr/>
                <p:nvPr/>
              </p:nvGrpSpPr>
              <p:grpSpPr>
                <a:xfrm flipH="1" rot="-7805152">
                  <a:off x="1731440" y="340587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49" name="Google Shape;7849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50" name="Google Shape;7850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51" name="Google Shape;7851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52" name="Google Shape;7852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53" name="Google Shape;7853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854" name="Google Shape;7854;p17"/>
                <p:cNvGrpSpPr/>
                <p:nvPr/>
              </p:nvGrpSpPr>
              <p:grpSpPr>
                <a:xfrm flipH="1" rot="-7805152">
                  <a:off x="1761297" y="3298794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55" name="Google Shape;7855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56" name="Google Shape;7856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57" name="Google Shape;7857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58" name="Google Shape;7858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59" name="Google Shape;7859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860" name="Google Shape;7860;p17"/>
                <p:cNvSpPr/>
                <p:nvPr/>
              </p:nvSpPr>
              <p:spPr>
                <a:xfrm rot="-7421404">
                  <a:off x="1788826" y="3396549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61" name="Google Shape;7861;p17"/>
                <p:cNvSpPr/>
                <p:nvPr/>
              </p:nvSpPr>
              <p:spPr>
                <a:xfrm flipH="1" rot="10800000">
                  <a:off x="1806936" y="3382063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62" name="Google Shape;7862;p17"/>
                <p:cNvSpPr/>
                <p:nvPr/>
              </p:nvSpPr>
              <p:spPr>
                <a:xfrm rot="-7421404">
                  <a:off x="1823821" y="3367497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63" name="Google Shape;7863;p17"/>
                <p:cNvSpPr/>
                <p:nvPr/>
              </p:nvSpPr>
              <p:spPr>
                <a:xfrm flipH="1" rot="-7814181">
                  <a:off x="1914608" y="3491366"/>
                  <a:ext cx="40871" cy="210113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64" name="Google Shape;7864;p17"/>
                <p:cNvSpPr/>
                <p:nvPr/>
              </p:nvSpPr>
              <p:spPr>
                <a:xfrm flipH="1" rot="-7814181">
                  <a:off x="1928093" y="3594867"/>
                  <a:ext cx="40871" cy="141585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65" name="Google Shape;7865;p17"/>
                <p:cNvSpPr/>
                <p:nvPr/>
              </p:nvSpPr>
              <p:spPr>
                <a:xfrm flipH="1" rot="-6731728">
                  <a:off x="2010678" y="3579503"/>
                  <a:ext cx="40501" cy="69492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66" name="Google Shape;7866;p17"/>
                <p:cNvSpPr/>
                <p:nvPr/>
              </p:nvSpPr>
              <p:spPr>
                <a:xfrm flipH="1" rot="-7812123">
                  <a:off x="1640191" y="3640506"/>
                  <a:ext cx="294197" cy="237965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867" name="Google Shape;7867;p17"/>
                <p:cNvGrpSpPr/>
                <p:nvPr/>
              </p:nvGrpSpPr>
              <p:grpSpPr>
                <a:xfrm flipH="1" rot="-7805152">
                  <a:off x="1879850" y="3583440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68" name="Google Shape;7868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69" name="Google Shape;7869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70" name="Google Shape;7870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71" name="Google Shape;7871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72" name="Google Shape;7872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873" name="Google Shape;7873;p17"/>
                <p:cNvGrpSpPr/>
                <p:nvPr/>
              </p:nvGrpSpPr>
              <p:grpSpPr>
                <a:xfrm flipH="1" rot="-7805152">
                  <a:off x="1920825" y="3630910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74" name="Google Shape;7874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75" name="Google Shape;7875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76" name="Google Shape;7876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77" name="Google Shape;7877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78" name="Google Shape;7878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7879" name="Google Shape;7879;p17"/>
                <p:cNvGrpSpPr/>
                <p:nvPr/>
              </p:nvGrpSpPr>
              <p:grpSpPr>
                <a:xfrm flipH="1" rot="-7805152">
                  <a:off x="1950683" y="3523829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7880" name="Google Shape;7880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81" name="Google Shape;7881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82" name="Google Shape;7882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7883" name="Google Shape;7883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84" name="Google Shape;7884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7885" name="Google Shape;7885;p17"/>
                <p:cNvSpPr/>
                <p:nvPr/>
              </p:nvSpPr>
              <p:spPr>
                <a:xfrm rot="-7421404">
                  <a:off x="1978211" y="3621583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86" name="Google Shape;7886;p17"/>
                <p:cNvSpPr/>
                <p:nvPr/>
              </p:nvSpPr>
              <p:spPr>
                <a:xfrm flipH="1" rot="10800000">
                  <a:off x="1996321" y="3607097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87" name="Google Shape;7887;p17"/>
                <p:cNvSpPr/>
                <p:nvPr/>
              </p:nvSpPr>
              <p:spPr>
                <a:xfrm rot="-7421404">
                  <a:off x="2013206" y="3592531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88" name="Google Shape;7888;p17"/>
                <p:cNvSpPr/>
                <p:nvPr/>
              </p:nvSpPr>
              <p:spPr>
                <a:xfrm rot="2985819">
                  <a:off x="1977253" y="3248381"/>
                  <a:ext cx="40871" cy="210113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89" name="Google Shape;7889;p17"/>
                <p:cNvSpPr/>
                <p:nvPr/>
              </p:nvSpPr>
              <p:spPr>
                <a:xfrm rot="2985819">
                  <a:off x="2042938" y="3307482"/>
                  <a:ext cx="40871" cy="141585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7890" name="Google Shape;7890;p17"/>
                <p:cNvSpPr/>
                <p:nvPr/>
              </p:nvSpPr>
              <p:spPr>
                <a:xfrm rot="1936539">
                  <a:off x="1977850" y="3415818"/>
                  <a:ext cx="40450" cy="68837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7891" name="Google Shape;7891;p17"/>
                <p:cNvGrpSpPr/>
                <p:nvPr/>
              </p:nvGrpSpPr>
              <p:grpSpPr>
                <a:xfrm>
                  <a:off x="1849722" y="3046448"/>
                  <a:ext cx="1183873" cy="1214961"/>
                  <a:chOff x="1849722" y="3046448"/>
                  <a:chExt cx="1183873" cy="1214961"/>
                </a:xfrm>
              </p:grpSpPr>
              <p:sp>
                <p:nvSpPr>
                  <p:cNvPr id="7892" name="Google Shape;7892;p17"/>
                  <p:cNvSpPr/>
                  <p:nvPr/>
                </p:nvSpPr>
                <p:spPr>
                  <a:xfrm flipH="1" rot="10800000">
                    <a:off x="2541973" y="3819488"/>
                    <a:ext cx="41400" cy="2097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93" name="Google Shape;7893;p17"/>
                  <p:cNvSpPr/>
                  <p:nvPr/>
                </p:nvSpPr>
                <p:spPr>
                  <a:xfrm flipH="1" rot="10800000">
                    <a:off x="2603450" y="3886988"/>
                    <a:ext cx="41400" cy="1422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94" name="Google Shape;7894;p17"/>
                  <p:cNvSpPr/>
                  <p:nvPr/>
                </p:nvSpPr>
                <p:spPr>
                  <a:xfrm flipH="1" rot="-9766351">
                    <a:off x="2617242" y="3827118"/>
                    <a:ext cx="40518" cy="69522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895" name="Google Shape;7895;p17"/>
                  <p:cNvSpPr/>
                  <p:nvPr/>
                </p:nvSpPr>
                <p:spPr>
                  <a:xfrm flipH="1" rot="10800000">
                    <a:off x="2445174" y="4023809"/>
                    <a:ext cx="294300" cy="237600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896" name="Google Shape;7896;p17"/>
                  <p:cNvGrpSpPr/>
                  <p:nvPr/>
                </p:nvGrpSpPr>
                <p:grpSpPr>
                  <a:xfrm flipH="1" rot="10800000">
                    <a:off x="2546454" y="3930327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897" name="Google Shape;7897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898" name="Google Shape;7898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899" name="Google Shape;7899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00" name="Google Shape;7900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01" name="Google Shape;7901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02" name="Google Shape;7902;p17"/>
                  <p:cNvGrpSpPr/>
                  <p:nvPr/>
                </p:nvGrpSpPr>
                <p:grpSpPr>
                  <a:xfrm flipH="1" rot="10800000">
                    <a:off x="2609157" y="3929542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03" name="Google Shape;7903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04" name="Google Shape;7904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05" name="Google Shape;7905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06" name="Google Shape;7906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07" name="Google Shape;7907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08" name="Google Shape;7908;p17"/>
                  <p:cNvGrpSpPr/>
                  <p:nvPr/>
                </p:nvGrpSpPr>
                <p:grpSpPr>
                  <a:xfrm flipH="1" rot="10800000">
                    <a:off x="2546454" y="3837748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09" name="Google Shape;7909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10" name="Google Shape;7910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11" name="Google Shape;7911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12" name="Google Shape;7912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13" name="Google Shape;7913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7914" name="Google Shape;7914;p17"/>
                  <p:cNvSpPr/>
                  <p:nvPr/>
                </p:nvSpPr>
                <p:spPr>
                  <a:xfrm rot="-8778596">
                    <a:off x="2623285" y="3899889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15" name="Google Shape;7915;p17"/>
                  <p:cNvSpPr/>
                  <p:nvPr/>
                </p:nvSpPr>
                <p:spPr>
                  <a:xfrm flipH="1" rot="8778596">
                    <a:off x="2623689" y="3876967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16" name="Google Shape;7916;p17"/>
                  <p:cNvSpPr/>
                  <p:nvPr/>
                </p:nvSpPr>
                <p:spPr>
                  <a:xfrm rot="-8778596">
                    <a:off x="2623590" y="3854407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17" name="Google Shape;7917;p17"/>
                  <p:cNvSpPr/>
                  <p:nvPr/>
                </p:nvSpPr>
                <p:spPr>
                  <a:xfrm flipH="1" rot="10800000">
                    <a:off x="2836095" y="3819488"/>
                    <a:ext cx="41400" cy="2097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18" name="Google Shape;7918;p17"/>
                  <p:cNvSpPr/>
                  <p:nvPr/>
                </p:nvSpPr>
                <p:spPr>
                  <a:xfrm flipH="1" rot="10800000">
                    <a:off x="2739295" y="4023809"/>
                    <a:ext cx="294300" cy="237600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919" name="Google Shape;7919;p17"/>
                  <p:cNvGrpSpPr/>
                  <p:nvPr/>
                </p:nvGrpSpPr>
                <p:grpSpPr>
                  <a:xfrm flipH="1" rot="10800000">
                    <a:off x="2840575" y="3930327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20" name="Google Shape;7920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21" name="Google Shape;7921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22" name="Google Shape;7922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23" name="Google Shape;7923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24" name="Google Shape;7924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25" name="Google Shape;7925;p17"/>
                  <p:cNvGrpSpPr/>
                  <p:nvPr/>
                </p:nvGrpSpPr>
                <p:grpSpPr>
                  <a:xfrm flipH="1" rot="10800000">
                    <a:off x="2840575" y="3837748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26" name="Google Shape;7926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27" name="Google Shape;7927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28" name="Google Shape;7928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29" name="Google Shape;7929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30" name="Google Shape;7930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7931" name="Google Shape;7931;p17"/>
                  <p:cNvSpPr/>
                  <p:nvPr/>
                </p:nvSpPr>
                <p:spPr>
                  <a:xfrm>
                    <a:off x="2690120" y="3614686"/>
                    <a:ext cx="41400" cy="2097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32" name="Google Shape;7932;p17"/>
                  <p:cNvSpPr/>
                  <p:nvPr/>
                </p:nvSpPr>
                <p:spPr>
                  <a:xfrm>
                    <a:off x="2751597" y="3614686"/>
                    <a:ext cx="41400" cy="1422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33" name="Google Shape;7933;p17"/>
                  <p:cNvSpPr/>
                  <p:nvPr/>
                </p:nvSpPr>
                <p:spPr>
                  <a:xfrm rot="-1033649">
                    <a:off x="2765389" y="3747234"/>
                    <a:ext cx="40518" cy="69522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34" name="Google Shape;7934;p17"/>
                  <p:cNvSpPr/>
                  <p:nvPr/>
                </p:nvSpPr>
                <p:spPr>
                  <a:xfrm>
                    <a:off x="2593320" y="3382465"/>
                    <a:ext cx="294300" cy="237600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935" name="Google Shape;7935;p17"/>
                  <p:cNvGrpSpPr/>
                  <p:nvPr/>
                </p:nvGrpSpPr>
                <p:grpSpPr>
                  <a:xfrm>
                    <a:off x="2694600" y="3620969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36" name="Google Shape;7936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37" name="Google Shape;7937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38" name="Google Shape;7938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39" name="Google Shape;7939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40" name="Google Shape;7940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41" name="Google Shape;7941;p17"/>
                  <p:cNvGrpSpPr/>
                  <p:nvPr/>
                </p:nvGrpSpPr>
                <p:grpSpPr>
                  <a:xfrm>
                    <a:off x="2757303" y="3621753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42" name="Google Shape;7942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43" name="Google Shape;7943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44" name="Google Shape;7944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45" name="Google Shape;7945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46" name="Google Shape;7946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47" name="Google Shape;7947;p17"/>
                  <p:cNvGrpSpPr/>
                  <p:nvPr/>
                </p:nvGrpSpPr>
                <p:grpSpPr>
                  <a:xfrm>
                    <a:off x="2694600" y="3713547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48" name="Google Shape;7948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49" name="Google Shape;7949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50" name="Google Shape;7950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51" name="Google Shape;7951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52" name="Google Shape;7952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7953" name="Google Shape;7953;p17"/>
                  <p:cNvSpPr/>
                  <p:nvPr/>
                </p:nvSpPr>
                <p:spPr>
                  <a:xfrm flipH="1" rot="-2021404">
                    <a:off x="2771431" y="3707109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54" name="Google Shape;7954;p17"/>
                  <p:cNvSpPr/>
                  <p:nvPr/>
                </p:nvSpPr>
                <p:spPr>
                  <a:xfrm rot="2021404">
                    <a:off x="2771835" y="3730032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55" name="Google Shape;7955;p17"/>
                  <p:cNvSpPr/>
                  <p:nvPr/>
                </p:nvSpPr>
                <p:spPr>
                  <a:xfrm flipH="1" rot="-2021404">
                    <a:off x="2771737" y="3752591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56" name="Google Shape;7956;p17"/>
                  <p:cNvSpPr/>
                  <p:nvPr/>
                </p:nvSpPr>
                <p:spPr>
                  <a:xfrm flipH="1" rot="10800000">
                    <a:off x="2541973" y="3819488"/>
                    <a:ext cx="41400" cy="2097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57" name="Google Shape;7957;p17"/>
                  <p:cNvSpPr/>
                  <p:nvPr/>
                </p:nvSpPr>
                <p:spPr>
                  <a:xfrm flipH="1" rot="10800000">
                    <a:off x="2603450" y="3886988"/>
                    <a:ext cx="41400" cy="1422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58" name="Google Shape;7958;p17"/>
                  <p:cNvSpPr/>
                  <p:nvPr/>
                </p:nvSpPr>
                <p:spPr>
                  <a:xfrm flipH="1" rot="-9766351">
                    <a:off x="2617242" y="3827118"/>
                    <a:ext cx="40518" cy="69522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59" name="Google Shape;7959;p17"/>
                  <p:cNvSpPr/>
                  <p:nvPr/>
                </p:nvSpPr>
                <p:spPr>
                  <a:xfrm flipH="1" rot="10800000">
                    <a:off x="2445174" y="4023809"/>
                    <a:ext cx="294300" cy="237600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960" name="Google Shape;7960;p17"/>
                  <p:cNvGrpSpPr/>
                  <p:nvPr/>
                </p:nvGrpSpPr>
                <p:grpSpPr>
                  <a:xfrm flipH="1" rot="10800000">
                    <a:off x="2546454" y="3930327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61" name="Google Shape;7961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62" name="Google Shape;7962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63" name="Google Shape;7963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64" name="Google Shape;7964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65" name="Google Shape;7965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66" name="Google Shape;7966;p17"/>
                  <p:cNvGrpSpPr/>
                  <p:nvPr/>
                </p:nvGrpSpPr>
                <p:grpSpPr>
                  <a:xfrm flipH="1" rot="10800000">
                    <a:off x="2609157" y="3929542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67" name="Google Shape;7967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68" name="Google Shape;7968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69" name="Google Shape;7969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70" name="Google Shape;7970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71" name="Google Shape;7971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72" name="Google Shape;7972;p17"/>
                  <p:cNvGrpSpPr/>
                  <p:nvPr/>
                </p:nvGrpSpPr>
                <p:grpSpPr>
                  <a:xfrm flipH="1" rot="10800000">
                    <a:off x="2546454" y="3837748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73" name="Google Shape;7973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74" name="Google Shape;7974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75" name="Google Shape;7975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76" name="Google Shape;7976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77" name="Google Shape;7977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7978" name="Google Shape;7978;p17"/>
                  <p:cNvSpPr/>
                  <p:nvPr/>
                </p:nvSpPr>
                <p:spPr>
                  <a:xfrm rot="-8778596">
                    <a:off x="2623285" y="3899889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79" name="Google Shape;7979;p17"/>
                  <p:cNvSpPr/>
                  <p:nvPr/>
                </p:nvSpPr>
                <p:spPr>
                  <a:xfrm flipH="1" rot="8778596">
                    <a:off x="2623689" y="3876967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80" name="Google Shape;7980;p17"/>
                  <p:cNvSpPr/>
                  <p:nvPr/>
                </p:nvSpPr>
                <p:spPr>
                  <a:xfrm rot="-8778596">
                    <a:off x="2623590" y="3854407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81" name="Google Shape;7981;p17"/>
                  <p:cNvSpPr/>
                  <p:nvPr/>
                </p:nvSpPr>
                <p:spPr>
                  <a:xfrm flipH="1" rot="10800000">
                    <a:off x="2836095" y="3819488"/>
                    <a:ext cx="41400" cy="2097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82" name="Google Shape;7982;p17"/>
                  <p:cNvSpPr/>
                  <p:nvPr/>
                </p:nvSpPr>
                <p:spPr>
                  <a:xfrm flipH="1" rot="10800000">
                    <a:off x="2739295" y="4023809"/>
                    <a:ext cx="294300" cy="237600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983" name="Google Shape;7983;p17"/>
                  <p:cNvGrpSpPr/>
                  <p:nvPr/>
                </p:nvGrpSpPr>
                <p:grpSpPr>
                  <a:xfrm flipH="1" rot="10800000">
                    <a:off x="2840575" y="3930327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84" name="Google Shape;7984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85" name="Google Shape;7985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86" name="Google Shape;7986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87" name="Google Shape;7987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88" name="Google Shape;7988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7989" name="Google Shape;7989;p17"/>
                  <p:cNvGrpSpPr/>
                  <p:nvPr/>
                </p:nvGrpSpPr>
                <p:grpSpPr>
                  <a:xfrm flipH="1" rot="10800000">
                    <a:off x="2840575" y="3837748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7990" name="Google Shape;7990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7991" name="Google Shape;7991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7992" name="Google Shape;7992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7993" name="Google Shape;7993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7994" name="Google Shape;7994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7995" name="Google Shape;7995;p17"/>
                  <p:cNvSpPr/>
                  <p:nvPr/>
                </p:nvSpPr>
                <p:spPr>
                  <a:xfrm>
                    <a:off x="2690120" y="3614686"/>
                    <a:ext cx="41400" cy="2097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96" name="Google Shape;7996;p17"/>
                  <p:cNvSpPr/>
                  <p:nvPr/>
                </p:nvSpPr>
                <p:spPr>
                  <a:xfrm>
                    <a:off x="2751597" y="3614686"/>
                    <a:ext cx="41400" cy="142200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97" name="Google Shape;7997;p17"/>
                  <p:cNvSpPr/>
                  <p:nvPr/>
                </p:nvSpPr>
                <p:spPr>
                  <a:xfrm rot="-1033649">
                    <a:off x="2765389" y="3747234"/>
                    <a:ext cx="40518" cy="69522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7998" name="Google Shape;7998;p17"/>
                  <p:cNvSpPr/>
                  <p:nvPr/>
                </p:nvSpPr>
                <p:spPr>
                  <a:xfrm>
                    <a:off x="2593320" y="3382465"/>
                    <a:ext cx="294300" cy="237600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7999" name="Google Shape;7999;p17"/>
                  <p:cNvGrpSpPr/>
                  <p:nvPr/>
                </p:nvGrpSpPr>
                <p:grpSpPr>
                  <a:xfrm>
                    <a:off x="2694600" y="3620969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8000" name="Google Shape;8000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01" name="Google Shape;8001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02" name="Google Shape;8002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03" name="Google Shape;8003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04" name="Google Shape;8004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05" name="Google Shape;8005;p17"/>
                  <p:cNvGrpSpPr/>
                  <p:nvPr/>
                </p:nvGrpSpPr>
                <p:grpSpPr>
                  <a:xfrm>
                    <a:off x="2757303" y="3621753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8006" name="Google Shape;8006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07" name="Google Shape;8007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08" name="Google Shape;8008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09" name="Google Shape;8009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10" name="Google Shape;8010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11" name="Google Shape;8011;p17"/>
                  <p:cNvGrpSpPr/>
                  <p:nvPr/>
                </p:nvGrpSpPr>
                <p:grpSpPr>
                  <a:xfrm>
                    <a:off x="2694600" y="3713547"/>
                    <a:ext cx="29894" cy="92578"/>
                    <a:chOff x="2319702" y="2529176"/>
                    <a:chExt cx="92925" cy="351075"/>
                  </a:xfrm>
                </p:grpSpPr>
                <p:sp>
                  <p:nvSpPr>
                    <p:cNvPr id="8012" name="Google Shape;8012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13" name="Google Shape;8013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14" name="Google Shape;8014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15" name="Google Shape;8015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16" name="Google Shape;8016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8017" name="Google Shape;8017;p17"/>
                  <p:cNvSpPr/>
                  <p:nvPr/>
                </p:nvSpPr>
                <p:spPr>
                  <a:xfrm flipH="1" rot="-2021404">
                    <a:off x="2771431" y="3707109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18" name="Google Shape;8018;p17"/>
                  <p:cNvSpPr/>
                  <p:nvPr/>
                </p:nvSpPr>
                <p:spPr>
                  <a:xfrm rot="2021404">
                    <a:off x="2771835" y="3730032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19" name="Google Shape;8019;p17"/>
                  <p:cNvSpPr/>
                  <p:nvPr/>
                </p:nvSpPr>
                <p:spPr>
                  <a:xfrm flipH="1" rot="-2021404">
                    <a:off x="2771737" y="3752591"/>
                    <a:ext cx="1082" cy="36876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20" name="Google Shape;8020;p17"/>
                  <p:cNvSpPr/>
                  <p:nvPr/>
                </p:nvSpPr>
                <p:spPr>
                  <a:xfrm flipH="1" rot="-9273276">
                    <a:off x="2079840" y="3628241"/>
                    <a:ext cx="41196" cy="209877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21" name="Google Shape;8021;p17"/>
                  <p:cNvSpPr/>
                  <p:nvPr/>
                </p:nvSpPr>
                <p:spPr>
                  <a:xfrm flipH="1" rot="-9273276">
                    <a:off x="2120814" y="3719401"/>
                    <a:ext cx="41196" cy="141839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22" name="Google Shape;8022;p17"/>
                  <p:cNvSpPr/>
                  <p:nvPr/>
                </p:nvSpPr>
                <p:spPr>
                  <a:xfrm flipH="1" rot="-8225934">
                    <a:off x="2174517" y="3674565"/>
                    <a:ext cx="40544" cy="69256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23" name="Google Shape;8023;p17"/>
                  <p:cNvSpPr/>
                  <p:nvPr/>
                </p:nvSpPr>
                <p:spPr>
                  <a:xfrm flipH="1" rot="-9275062">
                    <a:off x="1886482" y="3824166"/>
                    <a:ext cx="294281" cy="237788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024" name="Google Shape;8024;p17"/>
                  <p:cNvGrpSpPr/>
                  <p:nvPr/>
                </p:nvGrpSpPr>
                <p:grpSpPr>
                  <a:xfrm flipH="1" rot="-9274910">
                    <a:off x="2119085" y="3759807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25" name="Google Shape;8025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26" name="Google Shape;8026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27" name="Google Shape;8027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28" name="Google Shape;8028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29" name="Google Shape;8029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30" name="Google Shape;8030;p17"/>
                  <p:cNvGrpSpPr/>
                  <p:nvPr/>
                </p:nvGrpSpPr>
                <p:grpSpPr>
                  <a:xfrm flipH="1" rot="-9274910">
                    <a:off x="2101859" y="3649984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31" name="Google Shape;8031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32" name="Google Shape;8032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33" name="Google Shape;8033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34" name="Google Shape;8034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35" name="Google Shape;8035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8036" name="Google Shape;8036;p17"/>
                  <p:cNvSpPr/>
                  <p:nvPr/>
                </p:nvSpPr>
                <p:spPr>
                  <a:xfrm rot="-7421404">
                    <a:off x="2157749" y="3735882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37" name="Google Shape;8037;p17"/>
                  <p:cNvSpPr/>
                  <p:nvPr/>
                </p:nvSpPr>
                <p:spPr>
                  <a:xfrm flipH="1" rot="10800000">
                    <a:off x="2167923" y="3715273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38" name="Google Shape;8038;p17"/>
                  <p:cNvSpPr/>
                  <p:nvPr/>
                </p:nvSpPr>
                <p:spPr>
                  <a:xfrm rot="-7421404">
                    <a:off x="2177550" y="3694936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39" name="Google Shape;8039;p17"/>
                  <p:cNvSpPr/>
                  <p:nvPr/>
                </p:nvSpPr>
                <p:spPr>
                  <a:xfrm flipH="1" rot="-9273276">
                    <a:off x="2345481" y="3754503"/>
                    <a:ext cx="41196" cy="209877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40" name="Google Shape;8040;p17"/>
                  <p:cNvSpPr/>
                  <p:nvPr/>
                </p:nvSpPr>
                <p:spPr>
                  <a:xfrm flipH="1" rot="-9273276">
                    <a:off x="2386455" y="3845663"/>
                    <a:ext cx="41196" cy="141839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41" name="Google Shape;8041;p17"/>
                  <p:cNvSpPr/>
                  <p:nvPr/>
                </p:nvSpPr>
                <p:spPr>
                  <a:xfrm flipH="1" rot="-8225934">
                    <a:off x="2440158" y="3800827"/>
                    <a:ext cx="40544" cy="69256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42" name="Google Shape;8042;p17"/>
                  <p:cNvSpPr/>
                  <p:nvPr/>
                </p:nvSpPr>
                <p:spPr>
                  <a:xfrm flipH="1" rot="-9275062">
                    <a:off x="2152123" y="3950428"/>
                    <a:ext cx="294281" cy="237788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043" name="Google Shape;8043;p17"/>
                  <p:cNvGrpSpPr/>
                  <p:nvPr/>
                </p:nvGrpSpPr>
                <p:grpSpPr>
                  <a:xfrm flipH="1" rot="-9274910">
                    <a:off x="2327757" y="3859860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44" name="Google Shape;8044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45" name="Google Shape;8045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46" name="Google Shape;8046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47" name="Google Shape;8047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48" name="Google Shape;8048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49" name="Google Shape;8049;p17"/>
                  <p:cNvGrpSpPr/>
                  <p:nvPr/>
                </p:nvGrpSpPr>
                <p:grpSpPr>
                  <a:xfrm flipH="1" rot="-9274910">
                    <a:off x="2384726" y="3886069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50" name="Google Shape;8050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51" name="Google Shape;8051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52" name="Google Shape;8052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53" name="Google Shape;8053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54" name="Google Shape;8054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55" name="Google Shape;8055;p17"/>
                  <p:cNvGrpSpPr/>
                  <p:nvPr/>
                </p:nvGrpSpPr>
                <p:grpSpPr>
                  <a:xfrm flipH="1" rot="-9274910">
                    <a:off x="2367500" y="3776246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56" name="Google Shape;8056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57" name="Google Shape;8057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58" name="Google Shape;8058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59" name="Google Shape;8059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60" name="Google Shape;8060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8061" name="Google Shape;8061;p17"/>
                  <p:cNvSpPr/>
                  <p:nvPr/>
                </p:nvSpPr>
                <p:spPr>
                  <a:xfrm rot="-7421404">
                    <a:off x="2423391" y="3862144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62" name="Google Shape;8062;p17"/>
                  <p:cNvSpPr/>
                  <p:nvPr/>
                </p:nvSpPr>
                <p:spPr>
                  <a:xfrm flipH="1" rot="10800000">
                    <a:off x="2433564" y="3841535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63" name="Google Shape;8063;p17"/>
                  <p:cNvSpPr/>
                  <p:nvPr/>
                </p:nvSpPr>
                <p:spPr>
                  <a:xfrm rot="-7421404">
                    <a:off x="2443191" y="3821198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64" name="Google Shape;8064;p17"/>
                  <p:cNvSpPr/>
                  <p:nvPr/>
                </p:nvSpPr>
                <p:spPr>
                  <a:xfrm rot="1526724">
                    <a:off x="2301580" y="3507073"/>
                    <a:ext cx="41196" cy="209877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65" name="Google Shape;8065;p17"/>
                  <p:cNvSpPr/>
                  <p:nvPr/>
                </p:nvSpPr>
                <p:spPr>
                  <a:xfrm rot="1526724">
                    <a:off x="2371654" y="3536732"/>
                    <a:ext cx="41196" cy="141839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66" name="Google Shape;8066;p17"/>
                  <p:cNvSpPr/>
                  <p:nvPr/>
                </p:nvSpPr>
                <p:spPr>
                  <a:xfrm rot="484214">
                    <a:off x="2342726" y="3665679"/>
                    <a:ext cx="40602" cy="69603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67" name="Google Shape;8067;p17"/>
                  <p:cNvSpPr/>
                  <p:nvPr/>
                </p:nvSpPr>
                <p:spPr>
                  <a:xfrm rot="1524938">
                    <a:off x="2295601" y="3308728"/>
                    <a:ext cx="294281" cy="237788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068" name="Google Shape;8068;p17"/>
                  <p:cNvGrpSpPr/>
                  <p:nvPr/>
                </p:nvGrpSpPr>
                <p:grpSpPr>
                  <a:xfrm rot="1525090">
                    <a:off x="2328733" y="3517978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69" name="Google Shape;8069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70" name="Google Shape;8070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71" name="Google Shape;8071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72" name="Google Shape;8072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73" name="Google Shape;8073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74" name="Google Shape;8074;p17"/>
                  <p:cNvGrpSpPr/>
                  <p:nvPr/>
                </p:nvGrpSpPr>
                <p:grpSpPr>
                  <a:xfrm rot="1525090">
                    <a:off x="2385028" y="3545605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75" name="Google Shape;8075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76" name="Google Shape;8076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77" name="Google Shape;8077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78" name="Google Shape;8078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79" name="Google Shape;8079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80" name="Google Shape;8080;p17"/>
                  <p:cNvGrpSpPr/>
                  <p:nvPr/>
                </p:nvGrpSpPr>
                <p:grpSpPr>
                  <a:xfrm rot="1525090">
                    <a:off x="2288991" y="3601592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81" name="Google Shape;8081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82" name="Google Shape;8082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83" name="Google Shape;8083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84" name="Google Shape;8084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85" name="Google Shape;8085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8086" name="Google Shape;8086;p17"/>
                  <p:cNvSpPr/>
                  <p:nvPr/>
                </p:nvSpPr>
                <p:spPr>
                  <a:xfrm flipH="1">
                    <a:off x="2374651" y="3625063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87" name="Google Shape;8087;p17"/>
                  <p:cNvSpPr/>
                  <p:nvPr/>
                </p:nvSpPr>
                <p:spPr>
                  <a:xfrm rot="3378596">
                    <a:off x="2364963" y="3646015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88" name="Google Shape;8088;p17"/>
                  <p:cNvSpPr/>
                  <p:nvPr/>
                </p:nvSpPr>
                <p:spPr>
                  <a:xfrm flipH="1">
                    <a:off x="2355403" y="3666272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89" name="Google Shape;8089;p17"/>
                  <p:cNvSpPr/>
                  <p:nvPr/>
                </p:nvSpPr>
                <p:spPr>
                  <a:xfrm flipH="1" rot="-9273276">
                    <a:off x="2079840" y="3628241"/>
                    <a:ext cx="41196" cy="209877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90" name="Google Shape;8090;p17"/>
                  <p:cNvSpPr/>
                  <p:nvPr/>
                </p:nvSpPr>
                <p:spPr>
                  <a:xfrm flipH="1" rot="-9273276">
                    <a:off x="2120814" y="3719401"/>
                    <a:ext cx="41196" cy="141839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91" name="Google Shape;8091;p17"/>
                  <p:cNvSpPr/>
                  <p:nvPr/>
                </p:nvSpPr>
                <p:spPr>
                  <a:xfrm flipH="1" rot="-8225934">
                    <a:off x="2174517" y="3674565"/>
                    <a:ext cx="40544" cy="69256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092" name="Google Shape;8092;p17"/>
                  <p:cNvSpPr/>
                  <p:nvPr/>
                </p:nvSpPr>
                <p:spPr>
                  <a:xfrm flipH="1" rot="-9275062">
                    <a:off x="1886482" y="3824166"/>
                    <a:ext cx="294281" cy="237788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093" name="Google Shape;8093;p17"/>
                  <p:cNvGrpSpPr/>
                  <p:nvPr/>
                </p:nvGrpSpPr>
                <p:grpSpPr>
                  <a:xfrm flipH="1" rot="-9274910">
                    <a:off x="2119085" y="3759807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094" name="Google Shape;8094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095" name="Google Shape;8095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096" name="Google Shape;8096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097" name="Google Shape;8097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098" name="Google Shape;8098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099" name="Google Shape;8099;p17"/>
                  <p:cNvGrpSpPr/>
                  <p:nvPr/>
                </p:nvGrpSpPr>
                <p:grpSpPr>
                  <a:xfrm flipH="1" rot="-9274910">
                    <a:off x="2101859" y="3649984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100" name="Google Shape;8100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01" name="Google Shape;8101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102" name="Google Shape;8102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103" name="Google Shape;8103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104" name="Google Shape;8104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8105" name="Google Shape;8105;p17"/>
                  <p:cNvSpPr/>
                  <p:nvPr/>
                </p:nvSpPr>
                <p:spPr>
                  <a:xfrm rot="-7421404">
                    <a:off x="2157749" y="3735882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06" name="Google Shape;8106;p17"/>
                  <p:cNvSpPr/>
                  <p:nvPr/>
                </p:nvSpPr>
                <p:spPr>
                  <a:xfrm flipH="1" rot="10800000">
                    <a:off x="2167923" y="3715273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07" name="Google Shape;8107;p17"/>
                  <p:cNvSpPr/>
                  <p:nvPr/>
                </p:nvSpPr>
                <p:spPr>
                  <a:xfrm rot="-7421404">
                    <a:off x="2177550" y="3694936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08" name="Google Shape;8108;p17"/>
                  <p:cNvSpPr/>
                  <p:nvPr/>
                </p:nvSpPr>
                <p:spPr>
                  <a:xfrm flipH="1" rot="-9273276">
                    <a:off x="2345481" y="3754503"/>
                    <a:ext cx="41196" cy="209877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09" name="Google Shape;8109;p17"/>
                  <p:cNvSpPr/>
                  <p:nvPr/>
                </p:nvSpPr>
                <p:spPr>
                  <a:xfrm flipH="1" rot="-9273276">
                    <a:off x="2386455" y="3845663"/>
                    <a:ext cx="41196" cy="141839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10" name="Google Shape;8110;p17"/>
                  <p:cNvSpPr/>
                  <p:nvPr/>
                </p:nvSpPr>
                <p:spPr>
                  <a:xfrm flipH="1" rot="-8225934">
                    <a:off x="2440158" y="3800827"/>
                    <a:ext cx="40544" cy="69256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11" name="Google Shape;8111;p17"/>
                  <p:cNvSpPr/>
                  <p:nvPr/>
                </p:nvSpPr>
                <p:spPr>
                  <a:xfrm flipH="1" rot="-9275062">
                    <a:off x="2152123" y="3950428"/>
                    <a:ext cx="294281" cy="237788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112" name="Google Shape;8112;p17"/>
                  <p:cNvGrpSpPr/>
                  <p:nvPr/>
                </p:nvGrpSpPr>
                <p:grpSpPr>
                  <a:xfrm flipH="1" rot="-9274910">
                    <a:off x="2327757" y="3859860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113" name="Google Shape;8113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14" name="Google Shape;8114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115" name="Google Shape;8115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116" name="Google Shape;8116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117" name="Google Shape;8117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118" name="Google Shape;8118;p17"/>
                  <p:cNvGrpSpPr/>
                  <p:nvPr/>
                </p:nvGrpSpPr>
                <p:grpSpPr>
                  <a:xfrm flipH="1" rot="-9274910">
                    <a:off x="2384726" y="3886069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119" name="Google Shape;8119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20" name="Google Shape;8120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121" name="Google Shape;8121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122" name="Google Shape;8122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123" name="Google Shape;8123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124" name="Google Shape;8124;p17"/>
                  <p:cNvGrpSpPr/>
                  <p:nvPr/>
                </p:nvGrpSpPr>
                <p:grpSpPr>
                  <a:xfrm flipH="1" rot="-9274910">
                    <a:off x="2367500" y="3776246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125" name="Google Shape;8125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26" name="Google Shape;8126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127" name="Google Shape;8127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128" name="Google Shape;8128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129" name="Google Shape;8129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8130" name="Google Shape;8130;p17"/>
                  <p:cNvSpPr/>
                  <p:nvPr/>
                </p:nvSpPr>
                <p:spPr>
                  <a:xfrm rot="-7421404">
                    <a:off x="2423391" y="3862144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31" name="Google Shape;8131;p17"/>
                  <p:cNvSpPr/>
                  <p:nvPr/>
                </p:nvSpPr>
                <p:spPr>
                  <a:xfrm flipH="1" rot="10800000">
                    <a:off x="2433564" y="3841535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32" name="Google Shape;8132;p17"/>
                  <p:cNvSpPr/>
                  <p:nvPr/>
                </p:nvSpPr>
                <p:spPr>
                  <a:xfrm rot="-7421404">
                    <a:off x="2443191" y="3821198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33" name="Google Shape;8133;p17"/>
                  <p:cNvSpPr/>
                  <p:nvPr/>
                </p:nvSpPr>
                <p:spPr>
                  <a:xfrm rot="1526724">
                    <a:off x="2301580" y="3507073"/>
                    <a:ext cx="41196" cy="209877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34" name="Google Shape;8134;p17"/>
                  <p:cNvSpPr/>
                  <p:nvPr/>
                </p:nvSpPr>
                <p:spPr>
                  <a:xfrm rot="1526724">
                    <a:off x="2371654" y="3536732"/>
                    <a:ext cx="41196" cy="141839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35" name="Google Shape;8135;p17"/>
                  <p:cNvSpPr/>
                  <p:nvPr/>
                </p:nvSpPr>
                <p:spPr>
                  <a:xfrm rot="484214">
                    <a:off x="2342726" y="3665679"/>
                    <a:ext cx="40602" cy="69603"/>
                  </a:xfrm>
                  <a:prstGeom prst="rect">
                    <a:avLst/>
                  </a:prstGeom>
                  <a:solidFill>
                    <a:srgbClr val="FFD966"/>
                  </a:solidFill>
                  <a:ln cap="flat" cmpd="sng" w="9525">
                    <a:solidFill>
                      <a:srgbClr val="FFD9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36" name="Google Shape;8136;p17"/>
                  <p:cNvSpPr/>
                  <p:nvPr/>
                </p:nvSpPr>
                <p:spPr>
                  <a:xfrm rot="1524938">
                    <a:off x="2295601" y="3308728"/>
                    <a:ext cx="294281" cy="237788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137" name="Google Shape;8137;p17"/>
                  <p:cNvGrpSpPr/>
                  <p:nvPr/>
                </p:nvGrpSpPr>
                <p:grpSpPr>
                  <a:xfrm rot="1525090">
                    <a:off x="2328733" y="3517978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138" name="Google Shape;8138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39" name="Google Shape;8139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140" name="Google Shape;8140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141" name="Google Shape;8141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142" name="Google Shape;8142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143" name="Google Shape;8143;p17"/>
                  <p:cNvGrpSpPr/>
                  <p:nvPr/>
                </p:nvGrpSpPr>
                <p:grpSpPr>
                  <a:xfrm rot="1525090">
                    <a:off x="2385028" y="3545605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144" name="Google Shape;8144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45" name="Google Shape;8145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146" name="Google Shape;8146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147" name="Google Shape;8147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148" name="Google Shape;8148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grpSp>
                <p:nvGrpSpPr>
                  <p:cNvPr id="8149" name="Google Shape;8149;p17"/>
                  <p:cNvGrpSpPr/>
                  <p:nvPr/>
                </p:nvGrpSpPr>
                <p:grpSpPr>
                  <a:xfrm rot="1525090">
                    <a:off x="2288991" y="3601592"/>
                    <a:ext cx="29898" cy="92589"/>
                    <a:chOff x="2319702" y="2529176"/>
                    <a:chExt cx="92925" cy="351075"/>
                  </a:xfrm>
                </p:grpSpPr>
                <p:sp>
                  <p:nvSpPr>
                    <p:cNvPr id="8150" name="Google Shape;8150;p17"/>
                    <p:cNvSpPr/>
                    <p:nvPr/>
                  </p:nvSpPr>
                  <p:spPr>
                    <a:xfrm flipH="1" rot="-2700000">
                      <a:off x="2363543" y="251213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51" name="Google Shape;8151;p17"/>
                    <p:cNvSpPr/>
                    <p:nvPr/>
                  </p:nvSpPr>
                  <p:spPr>
                    <a:xfrm rot="2700000">
                      <a:off x="2364493" y="259906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grpSp>
                  <p:nvGrpSpPr>
                    <p:cNvPr id="8152" name="Google Shape;8152;p17"/>
                    <p:cNvGrpSpPr/>
                    <p:nvPr/>
                  </p:nvGrpSpPr>
                  <p:grpSpPr>
                    <a:xfrm>
                      <a:off x="2320177" y="2701826"/>
                      <a:ext cx="92450" cy="178425"/>
                      <a:chOff x="2318752" y="2700626"/>
                      <a:chExt cx="92450" cy="178425"/>
                    </a:xfrm>
                  </p:grpSpPr>
                  <p:sp>
                    <p:nvSpPr>
                      <p:cNvPr id="8153" name="Google Shape;8153;p17"/>
                      <p:cNvSpPr/>
                      <p:nvPr/>
                    </p:nvSpPr>
                    <p:spPr>
                      <a:xfrm flipH="1" rot="-2700000">
                        <a:off x="2362593" y="2683585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  <p:sp>
                    <p:nvSpPr>
                      <p:cNvPr id="8154" name="Google Shape;8154;p17"/>
                      <p:cNvSpPr/>
                      <p:nvPr/>
                    </p:nvSpPr>
                    <p:spPr>
                      <a:xfrm rot="2700000">
                        <a:off x="2363543" y="2770510"/>
                        <a:ext cx="3818" cy="125582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cap="flat" cmpd="sng" w="9525">
                        <a:solidFill>
                          <a:srgbClr val="000000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>
                          <a:latin typeface="Londrina Solid"/>
                          <a:ea typeface="Londrina Solid"/>
                          <a:cs typeface="Londrina Solid"/>
                          <a:sym typeface="Londrina Solid"/>
                        </a:endParaRPr>
                      </a:p>
                    </p:txBody>
                  </p:sp>
                </p:grpSp>
              </p:grpSp>
              <p:sp>
                <p:nvSpPr>
                  <p:cNvPr id="8155" name="Google Shape;8155;p17"/>
                  <p:cNvSpPr/>
                  <p:nvPr/>
                </p:nvSpPr>
                <p:spPr>
                  <a:xfrm flipH="1">
                    <a:off x="2374651" y="3625063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56" name="Google Shape;8156;p17"/>
                  <p:cNvSpPr/>
                  <p:nvPr/>
                </p:nvSpPr>
                <p:spPr>
                  <a:xfrm rot="3378596">
                    <a:off x="2364963" y="3646015"/>
                    <a:ext cx="1082" cy="36745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57" name="Google Shape;8157;p17"/>
                  <p:cNvSpPr/>
                  <p:nvPr/>
                </p:nvSpPr>
                <p:spPr>
                  <a:xfrm flipH="1">
                    <a:off x="2355403" y="3666272"/>
                    <a:ext cx="900" cy="36901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58" name="Google Shape;8158;p17"/>
                  <p:cNvSpPr/>
                  <p:nvPr/>
                </p:nvSpPr>
                <p:spPr>
                  <a:xfrm rot="3124735">
                    <a:off x="2047540" y="3128518"/>
                    <a:ext cx="294350" cy="237885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59" name="Google Shape;8159;p17"/>
                  <p:cNvSpPr/>
                  <p:nvPr/>
                </p:nvSpPr>
                <p:spPr>
                  <a:xfrm rot="2987877">
                    <a:off x="2037185" y="3116766"/>
                    <a:ext cx="294197" cy="237965"/>
                  </a:xfrm>
                  <a:prstGeom prst="ellipse">
                    <a:avLst/>
                  </a:prstGeom>
                  <a:solidFill>
                    <a:srgbClr val="E06666"/>
                  </a:solidFill>
                  <a:ln cap="flat" cmpd="sng" w="9525">
                    <a:solidFill>
                      <a:srgbClr val="E0666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  <p:grpSp>
              <p:nvGrpSpPr>
                <p:cNvPr id="8160" name="Google Shape;8160;p17"/>
                <p:cNvGrpSpPr/>
                <p:nvPr/>
              </p:nvGrpSpPr>
              <p:grpSpPr>
                <a:xfrm rot="2994848">
                  <a:off x="2022327" y="327311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8161" name="Google Shape;8161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62" name="Google Shape;8162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163" name="Google Shape;8163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164" name="Google Shape;8164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65" name="Google Shape;8165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166" name="Google Shape;8166;p17"/>
                <p:cNvGrpSpPr/>
                <p:nvPr/>
              </p:nvGrpSpPr>
              <p:grpSpPr>
                <a:xfrm rot="2994848">
                  <a:off x="2062102" y="3321595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8167" name="Google Shape;8167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68" name="Google Shape;8168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169" name="Google Shape;8169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170" name="Google Shape;8170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71" name="Google Shape;8171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172" name="Google Shape;8172;p17"/>
                <p:cNvGrpSpPr/>
                <p:nvPr/>
              </p:nvGrpSpPr>
              <p:grpSpPr>
                <a:xfrm rot="2994848">
                  <a:off x="1951495" y="3332727"/>
                  <a:ext cx="29915" cy="92613"/>
                  <a:chOff x="2319702" y="2529176"/>
                  <a:chExt cx="92925" cy="351075"/>
                </a:xfrm>
              </p:grpSpPr>
              <p:sp>
                <p:nvSpPr>
                  <p:cNvPr id="8173" name="Google Shape;8173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74" name="Google Shape;8174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175" name="Google Shape;8175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176" name="Google Shape;8176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77" name="Google Shape;8177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8178" name="Google Shape;8178;p17"/>
                <p:cNvSpPr/>
                <p:nvPr/>
              </p:nvSpPr>
              <p:spPr>
                <a:xfrm flipH="1">
                  <a:off x="2032318" y="3385760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79" name="Google Shape;8179;p17"/>
                <p:cNvSpPr/>
                <p:nvPr/>
              </p:nvSpPr>
              <p:spPr>
                <a:xfrm rot="3378596">
                  <a:off x="2015171" y="3400798"/>
                  <a:ext cx="1082" cy="3660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80" name="Google Shape;8180;p17"/>
                <p:cNvSpPr/>
                <p:nvPr/>
              </p:nvSpPr>
              <p:spPr>
                <a:xfrm flipH="1">
                  <a:off x="1997716" y="3415279"/>
                  <a:ext cx="900" cy="36605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81" name="Google Shape;8181;p17"/>
                <p:cNvSpPr/>
                <p:nvPr/>
              </p:nvSpPr>
              <p:spPr>
                <a:xfrm flipH="1" rot="-6242175">
                  <a:off x="1614611" y="2768448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82" name="Google Shape;8182;p17"/>
                <p:cNvSpPr/>
                <p:nvPr/>
              </p:nvSpPr>
              <p:spPr>
                <a:xfrm flipH="1" rot="-6242175">
                  <a:off x="1595871" y="2871290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83" name="Google Shape;8183;p17"/>
                <p:cNvSpPr/>
                <p:nvPr/>
              </p:nvSpPr>
              <p:spPr>
                <a:xfrm flipH="1" rot="-5145816">
                  <a:off x="1692650" y="2897774"/>
                  <a:ext cx="40611" cy="69544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184" name="Google Shape;8184;p17"/>
                <p:cNvSpPr/>
                <p:nvPr/>
              </p:nvSpPr>
              <p:spPr>
                <a:xfrm flipH="1" rot="-6229404">
                  <a:off x="1283227" y="2835051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185" name="Google Shape;8185;p17"/>
                <p:cNvGrpSpPr/>
                <p:nvPr/>
              </p:nvGrpSpPr>
              <p:grpSpPr>
                <a:xfrm flipH="1" rot="-6222494">
                  <a:off x="1569062" y="2839696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186" name="Google Shape;8186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87" name="Google Shape;8187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188" name="Google Shape;8188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189" name="Google Shape;8189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90" name="Google Shape;8190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191" name="Google Shape;8191;p17"/>
                <p:cNvGrpSpPr/>
                <p:nvPr/>
              </p:nvGrpSpPr>
              <p:grpSpPr>
                <a:xfrm flipH="1" rot="-6222494">
                  <a:off x="1584673" y="2900430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192" name="Google Shape;8192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93" name="Google Shape;8193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194" name="Google Shape;8194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195" name="Google Shape;8195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196" name="Google Shape;8196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197" name="Google Shape;8197;p17"/>
                <p:cNvGrpSpPr/>
                <p:nvPr/>
              </p:nvGrpSpPr>
              <p:grpSpPr>
                <a:xfrm flipH="1" rot="-6222494">
                  <a:off x="1659006" y="2817771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198" name="Google Shape;8198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199" name="Google Shape;8199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00" name="Google Shape;8200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01" name="Google Shape;8201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02" name="Google Shape;8202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8203" name="Google Shape;8203;p17"/>
                <p:cNvSpPr/>
                <p:nvPr/>
              </p:nvSpPr>
              <p:spPr>
                <a:xfrm rot="-6506097">
                  <a:off x="1654462" y="2913914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04" name="Google Shape;8204;p17"/>
                <p:cNvSpPr/>
                <p:nvPr/>
              </p:nvSpPr>
              <p:spPr>
                <a:xfrm flipH="1" rot="-9693903">
                  <a:off x="1676914" y="2908982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05" name="Google Shape;8205;p17"/>
                <p:cNvSpPr/>
                <p:nvPr/>
              </p:nvSpPr>
              <p:spPr>
                <a:xfrm rot="-6506097">
                  <a:off x="1698722" y="2903440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06" name="Google Shape;8206;p17"/>
                <p:cNvSpPr/>
                <p:nvPr/>
              </p:nvSpPr>
              <p:spPr>
                <a:xfrm flipH="1" rot="-6242175">
                  <a:off x="1684267" y="3054202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07" name="Google Shape;8207;p17"/>
                <p:cNvSpPr/>
                <p:nvPr/>
              </p:nvSpPr>
              <p:spPr>
                <a:xfrm flipH="1" rot="-6242175">
                  <a:off x="1665526" y="3157044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08" name="Google Shape;8208;p17"/>
                <p:cNvSpPr/>
                <p:nvPr/>
              </p:nvSpPr>
              <p:spPr>
                <a:xfrm flipH="1" rot="-5145816">
                  <a:off x="1762305" y="3183528"/>
                  <a:ext cx="40611" cy="69544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09" name="Google Shape;8209;p17"/>
                <p:cNvSpPr/>
                <p:nvPr/>
              </p:nvSpPr>
              <p:spPr>
                <a:xfrm flipH="1" rot="-6229404">
                  <a:off x="1352882" y="3120805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210" name="Google Shape;8210;p17"/>
                <p:cNvGrpSpPr/>
                <p:nvPr/>
              </p:nvGrpSpPr>
              <p:grpSpPr>
                <a:xfrm flipH="1" rot="-6222494">
                  <a:off x="1638717" y="3125450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11" name="Google Shape;8211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12" name="Google Shape;8212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13" name="Google Shape;8213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14" name="Google Shape;8214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15" name="Google Shape;8215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16" name="Google Shape;8216;p17"/>
                <p:cNvGrpSpPr/>
                <p:nvPr/>
              </p:nvGrpSpPr>
              <p:grpSpPr>
                <a:xfrm flipH="1" rot="-6222494">
                  <a:off x="1654329" y="3186184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17" name="Google Shape;8217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18" name="Google Shape;8218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19" name="Google Shape;8219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20" name="Google Shape;8220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21" name="Google Shape;8221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22" name="Google Shape;8222;p17"/>
                <p:cNvGrpSpPr/>
                <p:nvPr/>
              </p:nvGrpSpPr>
              <p:grpSpPr>
                <a:xfrm flipH="1" rot="-6222494">
                  <a:off x="1728662" y="3103525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23" name="Google Shape;8223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24" name="Google Shape;8224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25" name="Google Shape;8225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26" name="Google Shape;8226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27" name="Google Shape;8227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8228" name="Google Shape;8228;p17"/>
                <p:cNvSpPr/>
                <p:nvPr/>
              </p:nvSpPr>
              <p:spPr>
                <a:xfrm rot="-6506097">
                  <a:off x="1724117" y="3199669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29" name="Google Shape;8229;p17"/>
                <p:cNvSpPr/>
                <p:nvPr/>
              </p:nvSpPr>
              <p:spPr>
                <a:xfrm flipH="1" rot="-9693903">
                  <a:off x="1746570" y="3194737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30" name="Google Shape;8230;p17"/>
                <p:cNvSpPr/>
                <p:nvPr/>
              </p:nvSpPr>
              <p:spPr>
                <a:xfrm rot="-6506097">
                  <a:off x="1768378" y="3189194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31" name="Google Shape;8231;p17"/>
                <p:cNvSpPr/>
                <p:nvPr/>
              </p:nvSpPr>
              <p:spPr>
                <a:xfrm rot="4557825">
                  <a:off x="1848407" y="2864916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32" name="Google Shape;8232;p17"/>
                <p:cNvSpPr/>
                <p:nvPr/>
              </p:nvSpPr>
              <p:spPr>
                <a:xfrm rot="4557825">
                  <a:off x="1896266" y="2950358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33" name="Google Shape;8233;p17"/>
                <p:cNvSpPr/>
                <p:nvPr/>
              </p:nvSpPr>
              <p:spPr>
                <a:xfrm rot="3511830">
                  <a:off x="1805900" y="3022491"/>
                  <a:ext cx="40801" cy="68781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234" name="Google Shape;8234;p17"/>
                <p:cNvGrpSpPr/>
                <p:nvPr/>
              </p:nvGrpSpPr>
              <p:grpSpPr>
                <a:xfrm rot="4577506">
                  <a:off x="1904695" y="2910630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35" name="Google Shape;8235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36" name="Google Shape;8236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37" name="Google Shape;8237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38" name="Google Shape;8238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39" name="Google Shape;8239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40" name="Google Shape;8240;p17"/>
                <p:cNvGrpSpPr/>
                <p:nvPr/>
              </p:nvGrpSpPr>
              <p:grpSpPr>
                <a:xfrm rot="4577506">
                  <a:off x="1918782" y="2971736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41" name="Google Shape;8241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42" name="Google Shape;8242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43" name="Google Shape;8243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44" name="Google Shape;8244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45" name="Google Shape;8245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46" name="Google Shape;8246;p17"/>
                <p:cNvGrpSpPr/>
                <p:nvPr/>
              </p:nvGrpSpPr>
              <p:grpSpPr>
                <a:xfrm rot="4577506">
                  <a:off x="1814750" y="2932555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47" name="Google Shape;8247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48" name="Google Shape;8248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49" name="Google Shape;8249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50" name="Google Shape;8250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51" name="Google Shape;8251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8252" name="Google Shape;8252;p17"/>
                <p:cNvSpPr/>
                <p:nvPr/>
              </p:nvSpPr>
              <p:spPr>
                <a:xfrm flipH="1" rot="1106097">
                  <a:off x="1877209" y="3012497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53" name="Google Shape;8253;p17"/>
                <p:cNvSpPr/>
                <p:nvPr/>
              </p:nvSpPr>
              <p:spPr>
                <a:xfrm rot="4293903">
                  <a:off x="1855121" y="3017843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54" name="Google Shape;8254;p17"/>
                <p:cNvSpPr/>
                <p:nvPr/>
              </p:nvSpPr>
              <p:spPr>
                <a:xfrm flipH="1" rot="1106097">
                  <a:off x="1833094" y="3023565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55" name="Google Shape;8255;p17"/>
                <p:cNvSpPr/>
                <p:nvPr/>
              </p:nvSpPr>
              <p:spPr>
                <a:xfrm flipH="1" rot="-6242175">
                  <a:off x="1614611" y="2768448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56" name="Google Shape;8256;p17"/>
                <p:cNvSpPr/>
                <p:nvPr/>
              </p:nvSpPr>
              <p:spPr>
                <a:xfrm flipH="1" rot="-6242175">
                  <a:off x="1595871" y="2871290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57" name="Google Shape;8257;p17"/>
                <p:cNvSpPr/>
                <p:nvPr/>
              </p:nvSpPr>
              <p:spPr>
                <a:xfrm flipH="1" rot="-5145816">
                  <a:off x="1692650" y="2897774"/>
                  <a:ext cx="40611" cy="69544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58" name="Google Shape;8258;p17"/>
                <p:cNvSpPr/>
                <p:nvPr/>
              </p:nvSpPr>
              <p:spPr>
                <a:xfrm flipH="1" rot="-6229404">
                  <a:off x="1283227" y="2835051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259" name="Google Shape;8259;p17"/>
                <p:cNvGrpSpPr/>
                <p:nvPr/>
              </p:nvGrpSpPr>
              <p:grpSpPr>
                <a:xfrm flipH="1" rot="-6222494">
                  <a:off x="1569062" y="2839696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60" name="Google Shape;8260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61" name="Google Shape;8261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62" name="Google Shape;8262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63" name="Google Shape;8263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64" name="Google Shape;8264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65" name="Google Shape;8265;p17"/>
                <p:cNvGrpSpPr/>
                <p:nvPr/>
              </p:nvGrpSpPr>
              <p:grpSpPr>
                <a:xfrm flipH="1" rot="-6222494">
                  <a:off x="1584673" y="2900430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66" name="Google Shape;8266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67" name="Google Shape;8267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68" name="Google Shape;8268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69" name="Google Shape;8269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70" name="Google Shape;8270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71" name="Google Shape;8271;p17"/>
                <p:cNvGrpSpPr/>
                <p:nvPr/>
              </p:nvGrpSpPr>
              <p:grpSpPr>
                <a:xfrm flipH="1" rot="-6222494">
                  <a:off x="1659006" y="2817771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72" name="Google Shape;8272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73" name="Google Shape;8273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74" name="Google Shape;8274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75" name="Google Shape;8275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76" name="Google Shape;8276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8277" name="Google Shape;8277;p17"/>
                <p:cNvSpPr/>
                <p:nvPr/>
              </p:nvSpPr>
              <p:spPr>
                <a:xfrm rot="-6506097">
                  <a:off x="1654462" y="2913914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78" name="Google Shape;8278;p17"/>
                <p:cNvSpPr/>
                <p:nvPr/>
              </p:nvSpPr>
              <p:spPr>
                <a:xfrm flipH="1" rot="-9693903">
                  <a:off x="1676914" y="2908982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79" name="Google Shape;8279;p17"/>
                <p:cNvSpPr/>
                <p:nvPr/>
              </p:nvSpPr>
              <p:spPr>
                <a:xfrm rot="-6506097">
                  <a:off x="1698722" y="2903440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80" name="Google Shape;8280;p17"/>
                <p:cNvSpPr/>
                <p:nvPr/>
              </p:nvSpPr>
              <p:spPr>
                <a:xfrm flipH="1" rot="-6242175">
                  <a:off x="1684267" y="3054202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81" name="Google Shape;8281;p17"/>
                <p:cNvSpPr/>
                <p:nvPr/>
              </p:nvSpPr>
              <p:spPr>
                <a:xfrm flipH="1" rot="-6242175">
                  <a:off x="1665526" y="3157044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82" name="Google Shape;8282;p17"/>
                <p:cNvSpPr/>
                <p:nvPr/>
              </p:nvSpPr>
              <p:spPr>
                <a:xfrm flipH="1" rot="-5145816">
                  <a:off x="1762305" y="3183528"/>
                  <a:ext cx="40611" cy="69544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283" name="Google Shape;8283;p17"/>
                <p:cNvSpPr/>
                <p:nvPr/>
              </p:nvSpPr>
              <p:spPr>
                <a:xfrm flipH="1" rot="-6229404">
                  <a:off x="1352882" y="3120805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284" name="Google Shape;8284;p17"/>
                <p:cNvGrpSpPr/>
                <p:nvPr/>
              </p:nvGrpSpPr>
              <p:grpSpPr>
                <a:xfrm flipH="1" rot="-6222494">
                  <a:off x="1638717" y="3125450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85" name="Google Shape;8285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86" name="Google Shape;8286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87" name="Google Shape;8287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88" name="Google Shape;8288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89" name="Google Shape;8289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90" name="Google Shape;8290;p17"/>
                <p:cNvGrpSpPr/>
                <p:nvPr/>
              </p:nvGrpSpPr>
              <p:grpSpPr>
                <a:xfrm flipH="1" rot="-6222494">
                  <a:off x="1654329" y="3186184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91" name="Google Shape;8291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92" name="Google Shape;8292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93" name="Google Shape;8293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294" name="Google Shape;8294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295" name="Google Shape;8295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296" name="Google Shape;8296;p17"/>
                <p:cNvGrpSpPr/>
                <p:nvPr/>
              </p:nvGrpSpPr>
              <p:grpSpPr>
                <a:xfrm flipH="1" rot="-6222494">
                  <a:off x="1728662" y="3103525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297" name="Google Shape;8297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298" name="Google Shape;8298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299" name="Google Shape;8299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300" name="Google Shape;8300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301" name="Google Shape;8301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8302" name="Google Shape;8302;p17"/>
                <p:cNvSpPr/>
                <p:nvPr/>
              </p:nvSpPr>
              <p:spPr>
                <a:xfrm rot="-6506097">
                  <a:off x="1724117" y="3199669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03" name="Google Shape;8303;p17"/>
                <p:cNvSpPr/>
                <p:nvPr/>
              </p:nvSpPr>
              <p:spPr>
                <a:xfrm flipH="1" rot="-9693903">
                  <a:off x="1746570" y="3194737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04" name="Google Shape;8304;p17"/>
                <p:cNvSpPr/>
                <p:nvPr/>
              </p:nvSpPr>
              <p:spPr>
                <a:xfrm rot="-6506097">
                  <a:off x="1768378" y="3189194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05" name="Google Shape;8305;p17"/>
                <p:cNvSpPr/>
                <p:nvPr/>
              </p:nvSpPr>
              <p:spPr>
                <a:xfrm rot="4557825">
                  <a:off x="1848407" y="2864916"/>
                  <a:ext cx="40819" cy="210206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06" name="Google Shape;8306;p17"/>
                <p:cNvSpPr/>
                <p:nvPr/>
              </p:nvSpPr>
              <p:spPr>
                <a:xfrm rot="4557825">
                  <a:off x="1896266" y="2950358"/>
                  <a:ext cx="40819" cy="141378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07" name="Google Shape;8307;p17"/>
                <p:cNvSpPr/>
                <p:nvPr/>
              </p:nvSpPr>
              <p:spPr>
                <a:xfrm rot="3511830">
                  <a:off x="1805900" y="3022491"/>
                  <a:ext cx="40801" cy="68781"/>
                </a:xfrm>
                <a:prstGeom prst="rect">
                  <a:avLst/>
                </a:prstGeom>
                <a:solidFill>
                  <a:srgbClr val="FFD966"/>
                </a:solidFill>
                <a:ln cap="flat" cmpd="sng" w="9525">
                  <a:solidFill>
                    <a:srgbClr val="FFD9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08" name="Google Shape;8308;p17"/>
                <p:cNvSpPr/>
                <p:nvPr/>
              </p:nvSpPr>
              <p:spPr>
                <a:xfrm rot="4570596">
                  <a:off x="1941251" y="2828127"/>
                  <a:ext cx="293810" cy="238001"/>
                </a:xfrm>
                <a:prstGeom prst="ellipse">
                  <a:avLst/>
                </a:prstGeom>
                <a:solidFill>
                  <a:srgbClr val="E06666"/>
                </a:solidFill>
                <a:ln cap="flat" cmpd="sng" w="952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309" name="Google Shape;8309;p17"/>
                <p:cNvGrpSpPr/>
                <p:nvPr/>
              </p:nvGrpSpPr>
              <p:grpSpPr>
                <a:xfrm rot="4577506">
                  <a:off x="1904695" y="2910630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310" name="Google Shape;8310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11" name="Google Shape;8311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312" name="Google Shape;8312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313" name="Google Shape;8313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314" name="Google Shape;8314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315" name="Google Shape;8315;p17"/>
                <p:cNvGrpSpPr/>
                <p:nvPr/>
              </p:nvGrpSpPr>
              <p:grpSpPr>
                <a:xfrm rot="4577506">
                  <a:off x="1918782" y="2971736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316" name="Google Shape;8316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17" name="Google Shape;8317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318" name="Google Shape;8318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319" name="Google Shape;8319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320" name="Google Shape;8320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grpSp>
              <p:nvGrpSpPr>
                <p:cNvPr id="8321" name="Google Shape;8321;p17"/>
                <p:cNvGrpSpPr/>
                <p:nvPr/>
              </p:nvGrpSpPr>
              <p:grpSpPr>
                <a:xfrm rot="4577506">
                  <a:off x="1814750" y="2932555"/>
                  <a:ext cx="29919" cy="92583"/>
                  <a:chOff x="2319702" y="2529176"/>
                  <a:chExt cx="92925" cy="351075"/>
                </a:xfrm>
              </p:grpSpPr>
              <p:sp>
                <p:nvSpPr>
                  <p:cNvPr id="8322" name="Google Shape;8322;p17"/>
                  <p:cNvSpPr/>
                  <p:nvPr/>
                </p:nvSpPr>
                <p:spPr>
                  <a:xfrm flipH="1" rot="-2700000">
                    <a:off x="2363543" y="251213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23" name="Google Shape;8323;p17"/>
                  <p:cNvSpPr/>
                  <p:nvPr/>
                </p:nvSpPr>
                <p:spPr>
                  <a:xfrm rot="2700000">
                    <a:off x="2364493" y="259906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grpSp>
                <p:nvGrpSpPr>
                  <p:cNvPr id="8324" name="Google Shape;8324;p17"/>
                  <p:cNvGrpSpPr/>
                  <p:nvPr/>
                </p:nvGrpSpPr>
                <p:grpSpPr>
                  <a:xfrm>
                    <a:off x="2320177" y="2701826"/>
                    <a:ext cx="92450" cy="178425"/>
                    <a:chOff x="2318752" y="2700626"/>
                    <a:chExt cx="92450" cy="178425"/>
                  </a:xfrm>
                </p:grpSpPr>
                <p:sp>
                  <p:nvSpPr>
                    <p:cNvPr id="8325" name="Google Shape;8325;p17"/>
                    <p:cNvSpPr/>
                    <p:nvPr/>
                  </p:nvSpPr>
                  <p:spPr>
                    <a:xfrm flipH="1" rot="-2700000">
                      <a:off x="2362593" y="2683585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  <p:sp>
                  <p:nvSpPr>
                    <p:cNvPr id="8326" name="Google Shape;8326;p17"/>
                    <p:cNvSpPr/>
                    <p:nvPr/>
                  </p:nvSpPr>
                  <p:spPr>
                    <a:xfrm rot="2700000">
                      <a:off x="2363543" y="2770510"/>
                      <a:ext cx="3818" cy="125582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ondrina Solid"/>
                        <a:ea typeface="Londrina Solid"/>
                        <a:cs typeface="Londrina Solid"/>
                        <a:sym typeface="Londrina Solid"/>
                      </a:endParaRPr>
                    </a:p>
                  </p:txBody>
                </p:sp>
              </p:grpSp>
            </p:grpSp>
            <p:sp>
              <p:nvSpPr>
                <p:cNvPr id="8327" name="Google Shape;8327;p17"/>
                <p:cNvSpPr/>
                <p:nvPr/>
              </p:nvSpPr>
              <p:spPr>
                <a:xfrm flipH="1" rot="1106097">
                  <a:off x="1877209" y="3012497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28" name="Google Shape;8328;p17"/>
                <p:cNvSpPr/>
                <p:nvPr/>
              </p:nvSpPr>
              <p:spPr>
                <a:xfrm rot="4293903">
                  <a:off x="1855121" y="3017843"/>
                  <a:ext cx="949" cy="37080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29" name="Google Shape;8329;p17"/>
                <p:cNvSpPr/>
                <p:nvPr/>
              </p:nvSpPr>
              <p:spPr>
                <a:xfrm flipH="1" rot="1106097">
                  <a:off x="1833094" y="3023565"/>
                  <a:ext cx="949" cy="3650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</p:grpSp>
          <p:sp>
            <p:nvSpPr>
              <p:cNvPr id="8330" name="Google Shape;8330;p17"/>
              <p:cNvSpPr/>
              <p:nvPr/>
            </p:nvSpPr>
            <p:spPr>
              <a:xfrm flipH="1" rot="10800000">
                <a:off x="2959595" y="1739900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31" name="Google Shape;8331;p17"/>
              <p:cNvSpPr/>
              <p:nvPr/>
            </p:nvSpPr>
            <p:spPr>
              <a:xfrm flipH="1" rot="10800000">
                <a:off x="3021072" y="1807400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32" name="Google Shape;8332;p17"/>
              <p:cNvSpPr/>
              <p:nvPr/>
            </p:nvSpPr>
            <p:spPr>
              <a:xfrm flipH="1" rot="-9766351">
                <a:off x="3034864" y="1747529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33" name="Google Shape;8333;p17"/>
              <p:cNvSpPr/>
              <p:nvPr/>
            </p:nvSpPr>
            <p:spPr>
              <a:xfrm flipH="1" rot="10800000">
                <a:off x="2862795" y="1944221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334" name="Google Shape;8334;p17"/>
              <p:cNvGrpSpPr/>
              <p:nvPr/>
            </p:nvGrpSpPr>
            <p:grpSpPr>
              <a:xfrm flipH="1" rot="10800000">
                <a:off x="2964075" y="1850738"/>
                <a:ext cx="29894" cy="92578"/>
                <a:chOff x="2319702" y="2529176"/>
                <a:chExt cx="92925" cy="351075"/>
              </a:xfrm>
            </p:grpSpPr>
            <p:sp>
              <p:nvSpPr>
                <p:cNvPr id="8335" name="Google Shape;8335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36" name="Google Shape;8336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337" name="Google Shape;8337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8338" name="Google Shape;8338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39" name="Google Shape;8339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8340" name="Google Shape;8340;p17"/>
              <p:cNvGrpSpPr/>
              <p:nvPr/>
            </p:nvGrpSpPr>
            <p:grpSpPr>
              <a:xfrm flipH="1" rot="10800000">
                <a:off x="3026778" y="1849954"/>
                <a:ext cx="29894" cy="92578"/>
                <a:chOff x="2319702" y="2529176"/>
                <a:chExt cx="92925" cy="351075"/>
              </a:xfrm>
            </p:grpSpPr>
            <p:sp>
              <p:nvSpPr>
                <p:cNvPr id="8341" name="Google Shape;8341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42" name="Google Shape;8342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343" name="Google Shape;8343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8344" name="Google Shape;8344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45" name="Google Shape;8345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8346" name="Google Shape;8346;p17"/>
              <p:cNvGrpSpPr/>
              <p:nvPr/>
            </p:nvGrpSpPr>
            <p:grpSpPr>
              <a:xfrm flipH="1" rot="10800000">
                <a:off x="2964075" y="1758160"/>
                <a:ext cx="29894" cy="92578"/>
                <a:chOff x="2319702" y="2529176"/>
                <a:chExt cx="92925" cy="351075"/>
              </a:xfrm>
            </p:grpSpPr>
            <p:sp>
              <p:nvSpPr>
                <p:cNvPr id="8347" name="Google Shape;8347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48" name="Google Shape;8348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349" name="Google Shape;8349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8350" name="Google Shape;8350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51" name="Google Shape;8351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8352" name="Google Shape;8352;p17"/>
              <p:cNvSpPr/>
              <p:nvPr/>
            </p:nvSpPr>
            <p:spPr>
              <a:xfrm rot="-8778596">
                <a:off x="3040906" y="182030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53" name="Google Shape;8353;p17"/>
              <p:cNvSpPr/>
              <p:nvPr/>
            </p:nvSpPr>
            <p:spPr>
              <a:xfrm flipH="1" rot="8778596">
                <a:off x="3041310" y="179737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54" name="Google Shape;8354;p17"/>
              <p:cNvSpPr/>
              <p:nvPr/>
            </p:nvSpPr>
            <p:spPr>
              <a:xfrm rot="-8778596">
                <a:off x="3041212" y="177481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55" name="Google Shape;8355;p17"/>
              <p:cNvSpPr/>
              <p:nvPr/>
            </p:nvSpPr>
            <p:spPr>
              <a:xfrm flipH="1" rot="10800000">
                <a:off x="2959595" y="1739900"/>
                <a:ext cx="41400" cy="2097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56" name="Google Shape;8356;p17"/>
              <p:cNvSpPr/>
              <p:nvPr/>
            </p:nvSpPr>
            <p:spPr>
              <a:xfrm flipH="1" rot="10800000">
                <a:off x="3021072" y="1807400"/>
                <a:ext cx="41400" cy="14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57" name="Google Shape;8357;p17"/>
              <p:cNvSpPr/>
              <p:nvPr/>
            </p:nvSpPr>
            <p:spPr>
              <a:xfrm flipH="1" rot="-9766351">
                <a:off x="3034864" y="1747529"/>
                <a:ext cx="40518" cy="69522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rgbClr val="FFD9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58" name="Google Shape;8358;p17"/>
              <p:cNvSpPr/>
              <p:nvPr/>
            </p:nvSpPr>
            <p:spPr>
              <a:xfrm flipH="1" rot="10800000">
                <a:off x="2862795" y="1944221"/>
                <a:ext cx="294300" cy="237600"/>
              </a:xfrm>
              <a:prstGeom prst="ellipse">
                <a:avLst/>
              </a:prstGeom>
              <a:solidFill>
                <a:srgbClr val="E06666"/>
              </a:solidFill>
              <a:ln cap="flat" cmpd="sng" w="95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grpSp>
            <p:nvGrpSpPr>
              <p:cNvPr id="8359" name="Google Shape;8359;p17"/>
              <p:cNvGrpSpPr/>
              <p:nvPr/>
            </p:nvGrpSpPr>
            <p:grpSpPr>
              <a:xfrm flipH="1" rot="10800000">
                <a:off x="2964075" y="1850738"/>
                <a:ext cx="29894" cy="92578"/>
                <a:chOff x="2319702" y="2529176"/>
                <a:chExt cx="92925" cy="351075"/>
              </a:xfrm>
            </p:grpSpPr>
            <p:sp>
              <p:nvSpPr>
                <p:cNvPr id="8360" name="Google Shape;8360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61" name="Google Shape;8361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362" name="Google Shape;8362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8363" name="Google Shape;8363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64" name="Google Shape;8364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8365" name="Google Shape;8365;p17"/>
              <p:cNvGrpSpPr/>
              <p:nvPr/>
            </p:nvGrpSpPr>
            <p:grpSpPr>
              <a:xfrm flipH="1" rot="10800000">
                <a:off x="3026778" y="1849954"/>
                <a:ext cx="29894" cy="92578"/>
                <a:chOff x="2319702" y="2529176"/>
                <a:chExt cx="92925" cy="351075"/>
              </a:xfrm>
            </p:grpSpPr>
            <p:sp>
              <p:nvSpPr>
                <p:cNvPr id="8366" name="Google Shape;8366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67" name="Google Shape;8367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368" name="Google Shape;8368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8369" name="Google Shape;8369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70" name="Google Shape;8370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grpSp>
            <p:nvGrpSpPr>
              <p:cNvPr id="8371" name="Google Shape;8371;p17"/>
              <p:cNvGrpSpPr/>
              <p:nvPr/>
            </p:nvGrpSpPr>
            <p:grpSpPr>
              <a:xfrm flipH="1" rot="10800000">
                <a:off x="2964075" y="1758160"/>
                <a:ext cx="29894" cy="92578"/>
                <a:chOff x="2319702" y="2529176"/>
                <a:chExt cx="92925" cy="351075"/>
              </a:xfrm>
            </p:grpSpPr>
            <p:sp>
              <p:nvSpPr>
                <p:cNvPr id="8372" name="Google Shape;8372;p17"/>
                <p:cNvSpPr/>
                <p:nvPr/>
              </p:nvSpPr>
              <p:spPr>
                <a:xfrm flipH="1" rot="-2700000">
                  <a:off x="2363543" y="2512135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sp>
              <p:nvSpPr>
                <p:cNvPr id="8373" name="Google Shape;8373;p17"/>
                <p:cNvSpPr/>
                <p:nvPr/>
              </p:nvSpPr>
              <p:spPr>
                <a:xfrm rot="2700000">
                  <a:off x="2364493" y="2599060"/>
                  <a:ext cx="3818" cy="125582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ondrina Solid"/>
                    <a:ea typeface="Londrina Solid"/>
                    <a:cs typeface="Londrina Solid"/>
                    <a:sym typeface="Londrina Solid"/>
                  </a:endParaRPr>
                </a:p>
              </p:txBody>
            </p:sp>
            <p:grpSp>
              <p:nvGrpSpPr>
                <p:cNvPr id="8374" name="Google Shape;8374;p17"/>
                <p:cNvGrpSpPr/>
                <p:nvPr/>
              </p:nvGrpSpPr>
              <p:grpSpPr>
                <a:xfrm>
                  <a:off x="2320177" y="2701826"/>
                  <a:ext cx="92450" cy="178425"/>
                  <a:chOff x="2318752" y="2700626"/>
                  <a:chExt cx="92450" cy="178425"/>
                </a:xfrm>
              </p:grpSpPr>
              <p:sp>
                <p:nvSpPr>
                  <p:cNvPr id="8375" name="Google Shape;8375;p17"/>
                  <p:cNvSpPr/>
                  <p:nvPr/>
                </p:nvSpPr>
                <p:spPr>
                  <a:xfrm flipH="1" rot="-2700000">
                    <a:off x="2362593" y="2683585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  <p:sp>
                <p:nvSpPr>
                  <p:cNvPr id="8376" name="Google Shape;8376;p17"/>
                  <p:cNvSpPr/>
                  <p:nvPr/>
                </p:nvSpPr>
                <p:spPr>
                  <a:xfrm rot="2700000">
                    <a:off x="2363543" y="2770510"/>
                    <a:ext cx="3818" cy="125582"/>
                  </a:xfrm>
                  <a:prstGeom prst="rect">
                    <a:avLst/>
                  </a:prstGeom>
                  <a:solidFill>
                    <a:srgbClr val="000000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Londrina Solid"/>
                      <a:ea typeface="Londrina Solid"/>
                      <a:cs typeface="Londrina Solid"/>
                      <a:sym typeface="Londrina Solid"/>
                    </a:endParaRPr>
                  </a:p>
                </p:txBody>
              </p:sp>
            </p:grpSp>
          </p:grpSp>
          <p:sp>
            <p:nvSpPr>
              <p:cNvPr id="8377" name="Google Shape;8377;p17"/>
              <p:cNvSpPr/>
              <p:nvPr/>
            </p:nvSpPr>
            <p:spPr>
              <a:xfrm rot="-8778596">
                <a:off x="3040906" y="1820301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78" name="Google Shape;8378;p17"/>
              <p:cNvSpPr/>
              <p:nvPr/>
            </p:nvSpPr>
            <p:spPr>
              <a:xfrm flipH="1" rot="8778596">
                <a:off x="3041310" y="179737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79" name="Google Shape;8379;p17"/>
              <p:cNvSpPr/>
              <p:nvPr/>
            </p:nvSpPr>
            <p:spPr>
              <a:xfrm rot="-8778596">
                <a:off x="3041212" y="1774819"/>
                <a:ext cx="1082" cy="3687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8380" name="Google Shape;8380;p17"/>
          <p:cNvSpPr/>
          <p:nvPr/>
        </p:nvSpPr>
        <p:spPr>
          <a:xfrm>
            <a:off x="2980045" y="3629836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381" name="Google Shape;8381;p17"/>
          <p:cNvSpPr/>
          <p:nvPr/>
        </p:nvSpPr>
        <p:spPr>
          <a:xfrm>
            <a:off x="3041522" y="3629836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382" name="Google Shape;8382;p17"/>
          <p:cNvSpPr/>
          <p:nvPr/>
        </p:nvSpPr>
        <p:spPr>
          <a:xfrm rot="-1033649">
            <a:off x="3055314" y="376238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383" name="Google Shape;8383;p17"/>
          <p:cNvSpPr/>
          <p:nvPr/>
        </p:nvSpPr>
        <p:spPr>
          <a:xfrm>
            <a:off x="2883245" y="3397615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8384" name="Google Shape;8384;p17"/>
          <p:cNvGrpSpPr/>
          <p:nvPr/>
        </p:nvGrpSpPr>
        <p:grpSpPr>
          <a:xfrm>
            <a:off x="2984525" y="3636119"/>
            <a:ext cx="29894" cy="92578"/>
            <a:chOff x="2319702" y="2529176"/>
            <a:chExt cx="92925" cy="351075"/>
          </a:xfrm>
        </p:grpSpPr>
        <p:sp>
          <p:nvSpPr>
            <p:cNvPr id="8385" name="Google Shape;8385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386" name="Google Shape;8386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387" name="Google Shape;8387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8388" name="Google Shape;8388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89" name="Google Shape;8389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8390" name="Google Shape;8390;p17"/>
          <p:cNvGrpSpPr/>
          <p:nvPr/>
        </p:nvGrpSpPr>
        <p:grpSpPr>
          <a:xfrm>
            <a:off x="3047228" y="3636903"/>
            <a:ext cx="29894" cy="92578"/>
            <a:chOff x="2319702" y="2529176"/>
            <a:chExt cx="92925" cy="351075"/>
          </a:xfrm>
        </p:grpSpPr>
        <p:sp>
          <p:nvSpPr>
            <p:cNvPr id="8391" name="Google Shape;8391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392" name="Google Shape;8392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393" name="Google Shape;8393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8394" name="Google Shape;8394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395" name="Google Shape;8395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8396" name="Google Shape;8396;p17"/>
          <p:cNvGrpSpPr/>
          <p:nvPr/>
        </p:nvGrpSpPr>
        <p:grpSpPr>
          <a:xfrm>
            <a:off x="2984525" y="3728697"/>
            <a:ext cx="29894" cy="92578"/>
            <a:chOff x="2319702" y="2529176"/>
            <a:chExt cx="92925" cy="351075"/>
          </a:xfrm>
        </p:grpSpPr>
        <p:sp>
          <p:nvSpPr>
            <p:cNvPr id="8397" name="Google Shape;8397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398" name="Google Shape;8398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399" name="Google Shape;8399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8400" name="Google Shape;8400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401" name="Google Shape;8401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8402" name="Google Shape;8402;p17"/>
          <p:cNvSpPr/>
          <p:nvPr/>
        </p:nvSpPr>
        <p:spPr>
          <a:xfrm flipH="1" rot="-2021404">
            <a:off x="3061356" y="372225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03" name="Google Shape;8403;p17"/>
          <p:cNvSpPr/>
          <p:nvPr/>
        </p:nvSpPr>
        <p:spPr>
          <a:xfrm rot="2021404">
            <a:off x="3061760" y="374518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04" name="Google Shape;8404;p17"/>
          <p:cNvSpPr/>
          <p:nvPr/>
        </p:nvSpPr>
        <p:spPr>
          <a:xfrm flipH="1" rot="-2021404">
            <a:off x="3061662" y="376774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05" name="Google Shape;8405;p17"/>
          <p:cNvSpPr/>
          <p:nvPr/>
        </p:nvSpPr>
        <p:spPr>
          <a:xfrm>
            <a:off x="2980045" y="3629836"/>
            <a:ext cx="41400" cy="2097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06" name="Google Shape;8406;p17"/>
          <p:cNvSpPr/>
          <p:nvPr/>
        </p:nvSpPr>
        <p:spPr>
          <a:xfrm>
            <a:off x="3041522" y="3629836"/>
            <a:ext cx="41400" cy="142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07" name="Google Shape;8407;p17"/>
          <p:cNvSpPr/>
          <p:nvPr/>
        </p:nvSpPr>
        <p:spPr>
          <a:xfrm rot="-1033649">
            <a:off x="3055314" y="3762384"/>
            <a:ext cx="40518" cy="69522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08" name="Google Shape;8408;p17"/>
          <p:cNvSpPr/>
          <p:nvPr/>
        </p:nvSpPr>
        <p:spPr>
          <a:xfrm>
            <a:off x="2883245" y="3397615"/>
            <a:ext cx="294300" cy="2376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8409" name="Google Shape;8409;p17"/>
          <p:cNvGrpSpPr/>
          <p:nvPr/>
        </p:nvGrpSpPr>
        <p:grpSpPr>
          <a:xfrm>
            <a:off x="2984525" y="3636119"/>
            <a:ext cx="29894" cy="92578"/>
            <a:chOff x="2319702" y="2529176"/>
            <a:chExt cx="92925" cy="351075"/>
          </a:xfrm>
        </p:grpSpPr>
        <p:sp>
          <p:nvSpPr>
            <p:cNvPr id="8410" name="Google Shape;8410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411" name="Google Shape;8411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412" name="Google Shape;8412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8413" name="Google Shape;8413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414" name="Google Shape;8414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8415" name="Google Shape;8415;p17"/>
          <p:cNvGrpSpPr/>
          <p:nvPr/>
        </p:nvGrpSpPr>
        <p:grpSpPr>
          <a:xfrm>
            <a:off x="3047228" y="3636903"/>
            <a:ext cx="29894" cy="92578"/>
            <a:chOff x="2319702" y="2529176"/>
            <a:chExt cx="92925" cy="351075"/>
          </a:xfrm>
        </p:grpSpPr>
        <p:sp>
          <p:nvSpPr>
            <p:cNvPr id="8416" name="Google Shape;8416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417" name="Google Shape;8417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418" name="Google Shape;8418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8419" name="Google Shape;8419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420" name="Google Shape;8420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grpSp>
        <p:nvGrpSpPr>
          <p:cNvPr id="8421" name="Google Shape;8421;p17"/>
          <p:cNvGrpSpPr/>
          <p:nvPr/>
        </p:nvGrpSpPr>
        <p:grpSpPr>
          <a:xfrm>
            <a:off x="2984525" y="3728697"/>
            <a:ext cx="29894" cy="92578"/>
            <a:chOff x="2319702" y="2529176"/>
            <a:chExt cx="92925" cy="351075"/>
          </a:xfrm>
        </p:grpSpPr>
        <p:sp>
          <p:nvSpPr>
            <p:cNvPr id="8422" name="Google Shape;8422;p17"/>
            <p:cNvSpPr/>
            <p:nvPr/>
          </p:nvSpPr>
          <p:spPr>
            <a:xfrm flipH="1" rot="-2700000">
              <a:off x="2363543" y="2512135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sp>
          <p:nvSpPr>
            <p:cNvPr id="8423" name="Google Shape;8423;p17"/>
            <p:cNvSpPr/>
            <p:nvPr/>
          </p:nvSpPr>
          <p:spPr>
            <a:xfrm rot="2700000">
              <a:off x="2364493" y="2599060"/>
              <a:ext cx="3818" cy="12558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ondrina Solid"/>
                <a:ea typeface="Londrina Solid"/>
                <a:cs typeface="Londrina Solid"/>
                <a:sym typeface="Londrina Solid"/>
              </a:endParaRPr>
            </a:p>
          </p:txBody>
        </p:sp>
        <p:grpSp>
          <p:nvGrpSpPr>
            <p:cNvPr id="8424" name="Google Shape;8424;p17"/>
            <p:cNvGrpSpPr/>
            <p:nvPr/>
          </p:nvGrpSpPr>
          <p:grpSpPr>
            <a:xfrm>
              <a:off x="2320177" y="2701826"/>
              <a:ext cx="92450" cy="178425"/>
              <a:chOff x="2318752" y="2700626"/>
              <a:chExt cx="92450" cy="178425"/>
            </a:xfrm>
          </p:grpSpPr>
          <p:sp>
            <p:nvSpPr>
              <p:cNvPr id="8425" name="Google Shape;8425;p17"/>
              <p:cNvSpPr/>
              <p:nvPr/>
            </p:nvSpPr>
            <p:spPr>
              <a:xfrm flipH="1" rot="-2700000">
                <a:off x="2362593" y="2683585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  <p:sp>
            <p:nvSpPr>
              <p:cNvPr id="8426" name="Google Shape;8426;p17"/>
              <p:cNvSpPr/>
              <p:nvPr/>
            </p:nvSpPr>
            <p:spPr>
              <a:xfrm rot="2700000">
                <a:off x="2363543" y="2770510"/>
                <a:ext cx="3818" cy="12558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ondrina Solid"/>
                  <a:ea typeface="Londrina Solid"/>
                  <a:cs typeface="Londrina Solid"/>
                  <a:sym typeface="Londrina Solid"/>
                </a:endParaRPr>
              </a:p>
            </p:txBody>
          </p:sp>
        </p:grpSp>
      </p:grpSp>
      <p:sp>
        <p:nvSpPr>
          <p:cNvPr id="8427" name="Google Shape;8427;p17"/>
          <p:cNvSpPr/>
          <p:nvPr/>
        </p:nvSpPr>
        <p:spPr>
          <a:xfrm flipH="1" rot="-2021404">
            <a:off x="3061356" y="3722259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28" name="Google Shape;8428;p17"/>
          <p:cNvSpPr/>
          <p:nvPr/>
        </p:nvSpPr>
        <p:spPr>
          <a:xfrm rot="2021404">
            <a:off x="3061760" y="3745182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429" name="Google Shape;8429;p17"/>
          <p:cNvSpPr/>
          <p:nvPr/>
        </p:nvSpPr>
        <p:spPr>
          <a:xfrm flipH="1" rot="-2021404">
            <a:off x="3061662" y="3767741"/>
            <a:ext cx="1082" cy="3687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versity City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